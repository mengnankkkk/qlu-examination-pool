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6"/>
  </p:notesMasterIdLst>
  <p:sldIdLst>
    <p:sldId id="298" r:id="rId3"/>
    <p:sldId id="300" r:id="rId4"/>
    <p:sldId id="299" r:id="rId5"/>
    <p:sldId id="301" r:id="rId6"/>
    <p:sldId id="302" r:id="rId7"/>
    <p:sldId id="303" r:id="rId8"/>
    <p:sldId id="256" r:id="rId9"/>
    <p:sldId id="259" r:id="rId10"/>
    <p:sldId id="257" r:id="rId11"/>
    <p:sldId id="260" r:id="rId12"/>
    <p:sldId id="262" r:id="rId13"/>
    <p:sldId id="261" r:id="rId14"/>
    <p:sldId id="263" r:id="rId15"/>
    <p:sldId id="266" r:id="rId16"/>
    <p:sldId id="264" r:id="rId17"/>
    <p:sldId id="265" r:id="rId18"/>
    <p:sldId id="267" r:id="rId19"/>
    <p:sldId id="268" r:id="rId20"/>
    <p:sldId id="270" r:id="rId21"/>
    <p:sldId id="269" r:id="rId22"/>
    <p:sldId id="271" r:id="rId23"/>
    <p:sldId id="272" r:id="rId24"/>
    <p:sldId id="273" r:id="rId25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304" r:id="rId51"/>
  </p:sldIdLst>
  <p:sldSz cx="9144000" cy="6858000" type="screen4x3"/>
  <p:notesSz cx="6858000" cy="9144000"/>
  <p:custDataLst>
    <p:tags r:id="rId5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66" d="100"/>
          <a:sy n="66" d="100"/>
        </p:scale>
        <p:origin x="-1276" y="-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5" Type="http://schemas.openxmlformats.org/officeDocument/2006/relationships/tags" Target="tags/tag1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17-10-10T07:41: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1676.000 8449.000,'-18.000'0.000,"-17.000"35.000,0.000 18.000,-36.000 0.000,-17.000 53.000,0.000-18.000,-18.000 18.000,18.000-35.000,17.000-19.000,18.000-16.000,18.000 34.000,0.000-34.000,0.000-1.000,-18.000 0.000,17.000 0.000,1.000 36.000,0.000-36.000,0.000 1.000,17.000 16.000,-35.000 19.000,18.000-18.000,-1.000 0.000,1.000-18.000,18.000 36.000,-1.000-18.000,-17.000 0.000,-1.000-18.000,19.000 35.000,-1.000-17.000,0.000-17.000,18.000 16.000,0.000-16.000,0.000-1.000,0.000 18.000,-17.000-18.000,17.000 53.000,0.000-35.000,0.000 36.000,0.000-19.000,0.000 18.000,0.000-35.000,0.000 0.000,0.000 18.000,0.000-1.000,0.000 1.000,0.000-36.000,0.000 18.000,0.000 0.000,-18.000 0.000,18.000-36.000,0.000 19.000,0.000 34.000,-18.000-17.000,18.000 0.000,0.000 35.000,0.000-35.000,-17.000 18.000,17.000-1.000,0.000-17.000,-18.000 0.000,18.000-18.000,0.000 36.000,-17.000 0.000,17.000 34.000,0.000-34.000,0.000 17.000,-18.000-35.000,18.000-35.000,0.000 17.000,0.000-17.000,0.000-1.000,0.000 19.000,0.000-1.000,0.000 0.000,0.000 0.000,0.000 1.000,0.000-19.000,0.000 19.000,0.000-19.000,0.000 18.000,0.000 1.000,0.000-19.000,0.000 36.000,-18.000-17.000,18.000 34.000,0.000-35.000,0.000 1.000,0.000-1.000,0.000 0.000,0.000 1.000,0.000-1.000,-17.000 18.000,17.000-18.000,0.000 36.000,0.000 17.000,0.000-18.000,0.000 1.000,0.000-18.000,0.000-18.000,0.000 18.000,0.000-18.000,0.000 18.000,0.000 0.000,35.000 35.000,-35.000-35.000,18.000 35.000,-18.000-17.000,17.000 17.000,-17.000-17.000,18.000-1.000,-18.000-52.000,17.000 52.000,-17.000-52.000,0.000 0.000,0.000 17.000,18.000 36.000,-18.000-36.000,18.000 35.000,-18.000-34.000,17.000 17.000,1.000 17.000,0.000-35.000,17.000 1.000,-35.000-1.000,18.000 0.000,-1.000 1.000,1.000 16.000,17.000-16.000,-17.000-1.000,-1.000-17.000,1.000-1.000,-18.000 1.000,18.000 17.000,17.000-17.000,0.000 17.000,-17.000-17.000,0.000-1.000,-1.000-17.000,1.000 0.000,-1.000 0.000,1.000 18.000,-18.000 0.000,35.000-1.000,1.000 19.000,34.000-19.000,-35.000 1.000,1.000-1.000,17.000 36.000,35.000-35.000,0.000 17.000,-35.000-17.000,35.000 35.000,-35.000-18.000,35.000-17.000,-35.000-1.000,-18.000-17.000,-17.000 0.000</inkml:trace>
  <inkml:trace contextRef="#ctx0" brushRef="#br0">1782.000 10019.000,'0.000'18.000,"-18.000"-1.000,1.000-17.000,-1.000 0.000,18.000 18.000,-18.000-18.000,1.000 17.000,-1.000-17.000,18.000 18.000,-35.000-18.000,-1.000 35.000,19.000-17.000,-1.000 0.000,1.000-18.000,-1.000 0.000,0.000 35.000,1.000-35.000,17.000 18.000,-18.000 17.000,0.000-18.000,1.000 1.000,17.000 0.000,-18.000-18.000,18.000 17.000,-18.000 1.000,18.000 0.000,0.000-1.000,-17.000 1.000,17.000 0.000,0.000-1.000,0.000 1.000,0.000 17.000,0.000-17.000,-18.000-1.000,18.000 1.000,0.000 0.000,-17.000-1.000,17.000 1.000,0.000 0.000,-18.000-1.000,18.000 1.000,-18.000-18.000,18.000 18.000,0.000-1.000,0.000 1.000,-17.000-1.000,17.000 1.000,0.000 0.000,-18.000-18.000,18.000 17.000,0.000 1.000,0.000 0.000,0.000-1.000,-18.000 1.000,1.000 0.000,-1.000-1.000,18.000 1.000,0.000-1.000,-18.000 1.000,1.000 0.000,-1.000-1.000,18.000 1.000,0.000 0.000,0.000-1.000,0.000 19.000,0.000-19.000,0.000 19.000,0.000-19.000,0.000 18.000,0.000-17.000,0.000 17.000,0.000-17.000,0.000 0.000,0.000-1.000,0.000 1.000,0.000 17.000,0.000 0.000,0.000 18.000,0.000 0.000,0.000-17.000,0.000-1.000,0.000 0.000,0.000 0.000,0.000 1.000,0.000-19.000,0.000 1.000,0.000 0.000,0.000-1.000,0.000 19.000,0.000-19.000,0.000 18.000,0.000-17.000,0.000 17.000,0.000-17.000,0.000 0.000,0.000-1.000,0.000 1.000,0.000 17.000,0.000 0.000,0.000-17.000,0.000 0.000,0.000 17.000,0.000-17.000,0.000 17.000,0.000-17.000,0.000-1.000,0.000 1.000,0.000 17.000,0.000 0.000,0.000 1.000,0.000-19.000,0.000 1.000,0.000 0.000,0.000-1.000,0.000 1.000,0.000 0.000,0.000-1.000,0.000 1.000,0.000-1.000,0.000 19.000,0.000-19.000,0.000 1.000,0.000 17.000,0.000 18.000,0.000-35.000,0.000-1.000,0.000 1.000,0.000 0.000,0.000-1.000,0.000 1.000,0.000 17.000,0.000-17.000,0.000 0.000,0.000-1.000,0.000 1.000,0.000-1.000,0.000 1.000,0.000 0.000,0.000-1.000,0.000 19.000,0.000-19.000,0.000 1.000,0.000 17.000,18.000 36.000,-18.000-54.000,17.000-17.000,36.000 0.000,53.000 36.000,53.000-19.000,17.000 19.000,36.000-19.000,-18.000 19.000,-18.000-19.000,1.000 36.000,17.000 0.000,-18.000-18.000,18.000-17.000,-17.000-18.000,-72.000 0.000,1.000 0.000,-18.000 0.000,-35.000 0.000,0.000 0.000,0.000 0.000,-35.000 0.000,0.000 0.000,17.000 0.000,-18.000 0.000,-17.000-18.000,18.000 18.000,0.000 0.000,17.000-17.000,-17.000 17.000,17.000 0.000,-17.000 0.000,17.000 0.000,35.000-36.000,-34.000 19.000,-1.000-1.000,0.000 18.000,0.000-18.000,1.000 18.000,17.000 0.000,-18.000-17.000,0.000 17.000,1.000-18.000,-1.000 18.000,0.000 0.000,18.000 0.000,-18.000 0.000,36.000 0.000,17.000 0.000,18.000 0.000,-36.000 0.000,19.000 0.000,16.000 18.000,-34.000-18.000,0.000 0.000,-1.000 17.000,-17.000-17.000,-18.000 0.000,36.000 0.000,-18.000 0.000,-18.000 0.000,18.000 0.000,-18.000 0.000,1.000 0.000,-1.000 0.000,-18.000 0.000,1.000 0.000,17.000 0.000,18.000 0.000,18.000 0.000,-18.000 0.000,17.000 0.000,1.000 0.000,35.000 18.000,-36.000-18.000,36.000 18.000,-18.000-1.000,0.000-17.000,-17.000 18.000,-18.000-18.000,17.000 35.000,1.000-35.000,17.000 18.000,18.000-18.000,-35.000 0.000,52.000 18.000,-52.000-18.000,-18.000 0.000,-18.000 0.000,-18.000 0.000,19.000 0.000,-1.000 0.000,0.000 0.000,1.000 0.000,-1.000 0.000,0.000 0.000,18.000 0.000,18.000 0.000,-1.000 0.000,18.000 0.000,-70.000 0.000,17.000 0.000,-17.000 0.000,17.000 0.000,-17.000 0.000,-1.000 0.000,1.000 0.000,17.000 0.000,-35.000 17.000,0.000 18.000,0.000-17.000,0.000 0.000,0.000-1.000,0.000 19.000,0.000-1.000,0.000-17.000,0.000-1.000,0.000 1.000,0.000 17.000,0.000-17.000,0.000 17.000,0.000-17.000,0.000 17.000,0.000 0.000,0.000-17.000,0.000 0.000,0.000-1.000,0.000 18.000,0.000-17.000,0.000 0.000,0.000-1.000,0.000 36.000,0.000-17.000,0.000 16.000,0.000-16.000,0.000-1.000,0.000 0.000,0.000 1.000,0.000-19.000,0.000 1.000,0.000 17.000,0.000-17.000,0.000 17.000,18.000-17.000,-18.000-1.000,0.000 1.000,18.000 0.000,-18.000 17.000,0.000 0.000,0.000 0.000,0.000-17.000,17.000 17.000,-17.000-17.000,0.000 17.000,18.000-17.000,-18.000 17.000,0.000-17.000,0.000 17.000,18.000-17.000,-18.000-1.000,0.000 1.000,0.000 0.000,17.000 17.000,-17.000 0.000,0.000 1.000,0.000-19.000,0.000 1.000,0.000-1.000,0.000 1.000,0.000 0.000,0.000 17.000,0.000-17.000,18.000-18.000,-18.000 17.000,0.000 1.000,0.000 0.000,0.000-1.000,0.000 1.000,0.000-1.000,0.000 1.000,0.000 0.000,18.000-1.000,-18.000 1.000,0.000 0.000,0.000-1.000,0.000 1.000,0.000 0.000,17.000 17.000,-17.000-18.000,0.000 1.000</inkml:trace>
  <inkml:trace contextRef="#ctx0" brushRef="#br0">7955.000 11465.000,'0.000'18.000,"36.000"0.000,-19.000-1.000,19.000 1.000,-1.000 17.000,0.000-17.000,36.000 17.000,-36.000 18.000,0.000-35.000,-17.000-18.000,17.000 17.000,-35.000 1.000,18.000-18.000,17.000 18.000,-17.000-18.000,17.000 35.000,18.000-18.000,-18.000 1.000,1.000 0.000,-1.000-1.000,0.000 1.000,-17.000 0.000,-1.000-18.000,19.000 17.000,-19.000-17.000,1.000 18.000,17.000 0.000,-35.000-1.000,36.000 1.000,-19.000-18.000,1.000 0.000,17.000 17.000,-17.000-17.000,-1.000 18.000,-17.000 0.000,18.000-18.000,17.000 17.000,-17.000 1.000,17.000 0.000,0.000 17.000,18.000-17.000,-17.000-1.000,-1.000 1.000,0.000-1.000,36.000 1.000,-18.000 17.000,35.000 1.000,-35.000-19.000,-18.000 1.000,18.000 0.000,18.000-1.000,-36.000-17.000,-35.000 18.000,17.000-18.000,19.000 0.000,-19.000 18.000,1.000-18.000,17.000 17.000,-17.000-17.000,17.000 18.000,36.000-1.000,-36.000-17.000,-17.000 18.000,-1.000-18.000,19.000 0.000,-19.000 0.000,19.000 18.000,-1.000-18.000,0.000 17.000,0.000-17.000,18.000 36.000,-17.000-36.000,-19.000 0.000,1.000 0.000,-1.000 0.000,54.000 17.000,17.000 36.000,53.000-35.000,-35.000 17.000,18.000-17.000,-19.000-1.000,-16.000-17.000,-36.000 18.000,-1.000-18.000,19.000 18.000,-36.000-18.000,-17.000 17.000,17.000-17.000,1.000 0.000,-1.000 0.000,0.000 0.000,18.000 0.000,0.000 18.000,17.000-18.000,1.000 0.000,17.000 0.000,-17.000 0.000,35.000 35.000,52.000-17.000,-17.000-1.000,-17.000 19.000,52.000-19.000,-35.000 19.000,1.000-36.000,-19.000 17.000,-17.000-17.000,17.000 18.000,-52.000 0.000,52.000 17.000,-52.000-35.000,35.000 0.000,-36.000 18.000,1.000-18.000,-36.000 0.000,18.000 0.000,-18.000 0.000,-17.000 17.000,17.000-17.000,-17.000 0.000,0.000 0.000,17.000 0.000,18.000 0.000,-18.000 0.000,18.000 0.000,35.000 0.000,-35.000 0.000,0.000 0.000,-18.000 18.000,0.000-18.000,1.000 0.000,34.000 17.000,-52.000-17.000,53.000 0.000,-19.000 18.000,1.000-18.000,0.000 18.000,18.000-18.000,-36.000 17.000,0.000-17.000,-17.000 0.000,0.000 18.000,52.000-18.000,-35.000 18.000,1.000-18.000,-19.000 0.000,1.000 17.000,17.000-17.000,-17.000 0.000,0.000 0.000,-1.000 0.000,1.000 0.000,-18.000 18.000,18.000-18.000,-1.000 0.000,18.000 18.000,1.000-18.000,-1.000 0.000,18.000 17.000,35.000-17.000,-35.000 0.000,18.000 0.000,-1.000 18.000,-17.000-18.000,-18.000 17.000,18.000-17.000,-17.000 0.000,16.000 18.000,-34.000 0.000,17.000-18.000,18.000 17.000,-17.000-17.000,-19.000 0.000,1.000 0.000,17.000 0.000,0.000 0.000,18.000 0.000,0.000 0.000,0.000 0.000,18.000 18.000,-18.000-18.000,0.000 0.000,-1.000 0.000,1.000 0.000,-17.000 0.000,34.000 18.000,-52.000-18.000,17.000 0.000,0.000 17.000,-17.000-17.000,0.000 0.000,17.000 0.000,-17.000 0.000,17.000 0.000,35.000 18.000,-34.000-18.000</inkml:trace>
  <inkml:trace contextRef="#ctx0" brushRef="#br0">16898.000 13476.000,'-17.000'0.000,"-1.000"0.000,0.000 0.000,1.000 18.000,-18.000-18.000,-1.000 53.000,1.000-36.000,0.000 1.000,-18.000 17.000,18.000-17.000,-1.000 17.000,-17.000 0.000,0.000-17.000,18.000 0.000,18.000 17.000,-19.000-17.000,19.000-1.000,-1.000 19.000,-17.000-19.000,17.000-17.000,0.000 35.000,-17.000-17.000,0.000 17.000,0.000 1.000,-1.000-1.000,1.000-17.000,0.000 34.000,17.000-52.000,0.000 0.000,1.000 18.000,-36.000 17.000,18.000 1.000,-18.000 17.000,-35.000-18.000,35.000 0.000,-18.000 18.000,36.000-35.000,-1.000-1.000,19.000-17.000,-1.000 18.000,1.000 17.000,-19.000-17.000,19.000 0.000,-19.000-1.000,19.000 1.000,17.000-1.000,-18.000-17.000,0.000 18.000,-17.000 17.000,18.000 1.000,-36.000-1.000,53.000-17.000,-36.000 17.000,19.000 0.000,-1.000-17.000,0.000-1.000,1.000 1.000,-1.000 0.000,1.000-18.000,17.000 17.000,-18.000 1.000,0.000 0.000,1.000-18.000,17.000 17.000,-18.000 1.000,0.000 0.000,1.000-18.000,17.000 17.000,-18.000 18.000,-35.000 1.000,18.000-19.000,17.000 19.000,18.000-19.000,-17.000 19.000,-1.000-19.000,0.000 1.000,1.000-1.000,17.000 1.000,-18.000-18.000,0.000 18.000,1.000 17.000,-19.000 0.000,19.000-17.000,17.000 0.000,0.000-1.000,0.000 1.000,0.000-1.000,-18.000-17.000,1.000 18.000,17.000 0.000</inkml:trace>
  <inkml:trace contextRef="#ctx0" brushRef="#br0">17004.000 13423.000,'0.000'18.000,"0.000"-1.000,0.000 1.000,0.000 0.000,0.000-1.000,18.000-17.000,-18.000 18.000,18.000 0.000,-18.000-1.000,17.000 1.000,-17.000 0.000,18.000 17.000,-1.000-35.000,-17.000 18.000,18.000-18.000,-18.000 17.000,18.000 1.000,-18.000-1.000,0.000 1.000,17.000 17.000,1.000-17.000,0.000-18.000,-18.000 18.000,0.000-1.000,0.000 1.000,0.000 0.000,35.000 17.000,-35.000 0.000,53.000 0.000,-53.000-17.000,17.000 17.000,1.000 1.000,0.000-36.000,-1.000 35.000,1.000-18.000,-18.000 1.000,0.000 0.000,18.000-1.000,-1.000 1.000,1.000 17.000,-18.000-17.000,18.000 0.000,-18.000-1.000,0.000 1.000,17.000-18.000,-17.000 18.000,18.000-18.000,-18.000 17.000,17.000 1.000,19.000 17.000,-19.000-17.000,1.000-1.000,-18.000 19.000,18.000-36.000,-1.000 17.000,19.000 36.000,34.000 18.000,-17.000-18.000,18.000 17.000,-36.000-35.000,0.000 1.000,0.000-1.000,-17.000-17.000,0.000-18.000,-18.000 17.000,17.000 19.000,19.000-19.000,-36.000 19.000,35.000-19.000,-17.000 1.000,-1.000-1.000,1.000 19.000,17.000-1.000,-17.000-35.000,-1.000 18.000,1.000-1.000,0.000 1.000,-1.000 17.000,1.000-17.000,0.000-1.000,-1.000 19.000,36.000-1.000,-53.000-17.000,35.000-1.000,-17.000-17.000,0.000 18.000,-1.000 0.000,-17.000-1.000,18.000 1.000,17.000-1.000,-35.000 1.000,18.000-18.000,0.000 0.000,-1.000-18.000</inkml:trace>
  <inkml:trace contextRef="#ctx0" brushRef="#br0">17110.000 13458.000,'35.000'0.000,"54.000"0.000,16.000 0.000,1.000 36.000,18.000-19.000,-18.000-17.000,-1.000 18.000,-16.000 0.000,16.000 17.000,-34.000-35.000,-36.000 0.000,0.000 18.000,1.000-18.000,-19.000 0.000,54.000 0.000,-18.000 17.000,17.000-17.000,1.000 18.000,-18.000-18.000,17.000 0.000,19.000 18.000,-1.000-18.000,-35.000 0.000,17.000 17.000,1.000-17.000,-53.000 0.000,17.000 18.000,0.000-18.000,0.000 0.000,-17.000 0.000,0.000 0.000,-1.000 0.000,19.000 17.000,16.000-17.000,1.000 18.000,88.000 35.000,-17.000-35.000,-18.000-1.000,-18.000 19.000,-35.000-1.000,0.000-18.000,17.000 1.000,-34.000 0.000,34.000-1.000,1.000 19.000,17.000 17.000,0.000-18.000,18.000 18.000,17.000 17.000,-34.000-17.000,-1.000-17.000,35.000 34.000,1.000-17.000,-1.000 18.000,-35.000-19.000,-35.000-34.000,36.000 17.000,-1.000 18.000,0.000-17.000,-53.000-19.000,18.000 1.000,-18.000-1.000,1.000 1.000,-1.000-18.000,-17.000 0.000,35.000 18.000,35.000 17.000,-53.000-17.000,0.000-18.000,-17.000 0.000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6-11-09T01:30: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14870.000 12859.000,'0.000'0.000,"88.000"0.000,53.000 0.000,0.000 0.000,35.000 0.000,-17.000 0.000,18.000 0.000,-36.000 0.000,0.000 0.000,-18.000 0.000,36.000 0.000,-71.000 0.000,53.000 0.000,-17.000 0.000,-54.000 0.000,36.000 0.000,35.000 0.000,-70.000 0.000,17.000 0.000,-17.000 0.000,-19.000 0.000,-16.000 0.000,34.000 0.000,-17.000 0.000,35.000 0.000,1.000 0.000,-19.000 0.000,54.000 0.000,-36.000 0.000,0.000 0.000,-17.000 0.000,34.000 35.000,-52.000-35.000,18.000 18.000,-1.000-18.000,19.000 17.000,-1.000 1.000,18.000-18.000,17.000 0.000,-35.000 0.000,18.000 0.000,-35.000 0.000,-18.000 0.000,17.000 0.000,-17.000 0.000,18.000 35.000,-1.000-17.000,36.000-18.000,-18.000 18.000,0.000-18.000,1.000 0.000,-19.000 0.000,-17.000 0.000,18.000 0.000,-36.000 0.000,0.000 0.000,18.000 0.000,-35.000 0.000,17.000 0.000,36.000 0.000,-36.000 0.000,18.000-18.000,17.000 0.000,-17.000 18.000,-17.000-17.000,-1.000 17.000,0.000 0.000,18.000 0.000,-35.000 0.000,17.000 0.000,-17.000 0.000,-18.000 0.000,35.000-36.000,0.000 36.000,18.000-17.000,-18.000-1.000,1.000 0.000,17.000 1.000,-53.000-1.000,52.000 0.000,-52.000 18.000,36.000-17.000,-1.000 17.000,0.000-18.000,-17.000 18.000,35.000-17.000,-53.000 17.000,35.000-18.000,-35.000 0.000,18.000 18.000,-18.000 0.000,35.000 0.000,0.000 0.000,-35.000 0.000,53.000-17.000,-35.000 17.000,-18.000 0.000,18.000 0.000,-18.000 0.000,17.000 0.000,1.000 0.000,17.000 0.000,-35.000 0.000,18.000 0.000,-18.000 0.000,35.000 0.000,-17.000 0.000,17.000 0.000,-17.000 0.000,-1.000 0.000,1.000 0.000</inkml:trace>
  <inkml:trace contextRef="#ctx0" brushRef="#br0">3087.000 13688.000,'53.000'0.000,"17.000"0.000,36.000 0.000,-35.000 0.000,17.000 17.000,-53.000-17.000,-17.000 0.000,-1.000 0.000,1.000 0.000,0.000 0.000,-18.000 0.000,17.000 0.000,1.000 0.000,0.000 0.000,-1.000 0.000,1.000 0.000,0.000 0.000,-1.000 0.000,1.000 0.000,-1.000 0.000,-17.000 0.000,18.000 0.000,0.000 0.000,-1.000 0.000,1.000 0.000,17.000-17.000,-17.000 17.000,17.000 0.000,-35.000 0.000,18.000 0.000,-1.000 0.000,19.000-18.000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6-11-09T01:28: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15293.000 3054.000,'-18.000'0.000,"1.000"0.000,-1.000 0.000,18.000 14.000,-18.000-14.000,-17.000 0.000,17.000 14.000,1.000-14.000,-1.000 0.000,18.000 0.000,-17.000 0.000,-19.000 14.000,19.000-14.000,-19.000 0.000,1.000 0.000,0.000 14.000,0.000 14.000,17.000-28.000,0.000 14.000,1.000-14.000,-1.000 14.000,18.000-14.000,-35.000 14.000,35.000-14.000,-36.000 14.000,19.000 0.000,-54.000 0.000,18.000 0.000,0.000 15.000,-17.000-1.000,52.000-28.000,1.000 14.000,-19.000-14.000,19.000 14.000,-1.000-14.000,18.000 14.000,-18.000-14.000,18.000 14.000,-17.000-14.000,17.000 14.000,-18.000 0.000,0.000-14.000,18.000 14.000,-17.000-14.000,17.000 28.000,-18.000-14.000,1.000 28.000,17.000-28.000,-18.000 14.000,18.000 14.000,0.000-28.000,-18.000 28.000,18.000-14.000,0.000 0.000,0.000-14.000,0.000 28.000,0.000-14.000,0.000 0.000,0.000 14.000,0.000-28.000,0.000 14.000,0.000-14.000,0.000 14.000,0.000-28.000,0.000 28.000,0.000 0.000,18.000-28.000,0.000 42.000,-1.000 28.000,36.000-42.000,-53.000-14.000,53.000 28.000,-35.000-14.000,17.000-14.000,0.000 14.000,0.000-14.000,36.000 42.000,-18.000-42.000,35.000 28.000,-35.000-14.000,35.000 0.000,-35.000 0.000,0.000-14.000,35.000 14.000,-70.000-28.000,17.000 14.000,-17.000-14.000,-1.000 0.000,-17.000 0.000,18.000 0.000,-18.000 0.000,18.000 0.000,17.000 0.000,-17.000 0.000,-18.000 0.000,35.000 0.000,-17.000 0.000,17.000 0.000,0.000 0.000,0.000 0.000,36.000 0.000,-18.000 0.000,17.000 0.000,36.000 0.000,-18.000 0.000,36.000 0.000,35.000 0.000,17.000 0.000,0.000 14.000,18.000 14.000,1.000 0.000,16.000-28.000,-17.000 0.000,0.000 0.000,0.000 14.000,0.000 0.000,36.000 14.000,-72.000-14.000,19.000 0.000,-54.000-14.000,18.000 0.000,18.000 42.000,-18.000-42.000,0.000 14.000,-35.000 0.000,-18.000-14.000,18.000 0.000,0.000 0.000,-53.000 0.000,53.000 0.000,-36.000 0.000,1.000 0.000,35.000 0.000,0.000 0.000,-18.000 0.000,53.000 0.000,-18.000 0.000,54.000 0.000,-89.000 0.000,-18.000 0.000,89.000 0.000,-35.000 0.000,17.000 0.000,-53.000 0.000,18.000 0.000,17.000 0.000,-87.000 0.000,16.000 0.000,-16.000 0.000,-1.000 0.000,-35.000 0.000,35.000 0.000,-17.000 0.000,-18.000 0.000,35.000 0.000,0.000-14.000,-35.000 14.000,36.000-14.000,-19.000 0.000,1.000 0.000,17.000 0.000,-17.000-14.000,17.000 14.000,18.000-28.000,-35.000 42.000,17.000-28.000,18.000 14.000,-53.000 0.000,35.000 0.000,36.000-28.000,-54.000 28.000,1.000-14.000,0.000 14.000,-1.000 0.000,19.000-14.000,-36.000 14.000,35.000-14.000,-35.000 14.000,0.000-14.000,18.000 28.000,-1.000-28.000,-17.000 14.000,18.000-14.000,-18.000 0.000,0.000-14.000,0.000 28.000,0.000-28.000,0.000 28.000,0.000-28.000,0.000 28.000,0.000-28.000,0.000 0.000,0.000 0.000,-18.000 0.000,1.000 14.000,-19.000-14.000,36.000 28.000,-35.000-28.000,17.000 14.000,1.000 0.000,-19.000 14.000,36.000-42.000,-35.000 42.000,18.000-14.000,-36.000-14.000,17.000 0.000,-34.000 0.000,35.000 28.000,-54.000-14.000,54.000-14.000,-36.000 14.000,19.000-14.000,-37.000-1.000,1.000 15.000,18.000-14.000,-107.000-28.000,18.000 42.000,1.000-28.000,-36.000-28.000,0.000 42.000,-53.000 0.000,0.000-14.000,-53.000-28.000,35.000 70.000,-35.000-14.000,-35.000-14.000,71.000 14.000,-1.000 0.000,-35.000 28.000,89.000 0.000,-1.000 0.000,18.000 0.000,0.000 0.000,18.000 0.000,34.000 0.000,1.000-28.000,-17.000 28.000,-1.000 0.000,35.000 0.000,-17.000 0.000,35.000 0.000,-17.000 0.000,52.000 0.000,-52.000 0.000,17.000 0.000,18.000 14.000,17.000 0.000,36.000 0.000,0.000 0.000,17.000 0.000,0.000-14.000,1.000 14.000,-36.000 14.000,35.000-14.000,-70.000 14.000,35.000-14.000,0.000 14.000,18.000-14.000,17.000 0.000,18.000-14.000,-35.000 14.000,17.000 14.000,-17.000-14.000,35.000 0.000,0.000 0.000,0.000 14.000,0.000 0.000,0.000 14.000,0.000-14.000,0.000 0.000,0.000-14.000,0.000 0.000,0.000 0.000,0.000-14.000,0.000 28.000,0.000-14.000,0.000 0.000,0.000-14.000,0.000 14.000,0.000 0.000,0.000 0.000,0.000-14.000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6-11-09T01:29: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5292.000 9190.000,'0.000'0.000,"70.000"0.000,18.000 0.000,54.000 0.000,-19.000 0.000,-17.000 0.000,17.000 0.000,-87.000 0.000,17.000 0.000,-53.000-18.000,35.000 18.000,-18.000 0.000,1.000 0.000,0.000-17.000,-1.000 17.000,1.000-18.000,-18.000 18.000,18.000 0.000,-1.000 0.000,1.000-18.000,0.000 18.000</inkml:trace>
  <inkml:trace contextRef="#ctx0" brushRef="#br0">4957.000 10425.000,'0.000'0.000,"70.000"0.000,1.000 0.000,-1.000-18.000,1.000 18.000,-36.000 0.000,18.000 0.000,-18.000 0.000,1.000 0.000,16.000 0.000,1.000 0.000,-17.000 0.000,-1.000 0.000,18.000 0.000,-18.000 0.000,18.000 0.000,-35.000-35.000,17.000 35.000,0.000 0.000,-17.000 0.000,-1.000 0.000,19.000 0.000,-1.000 0.000,18.000 0.000,-35.000 0.000,35.000-18.000,-1.000 18.000,-16.000-18.000,-1.000 18.000,-17.000 0.000,-1.000 0.000,36.000-17.000,-35.000 17.000,-1.000 0.000,1.000-18.000,0.000 18.000,-1.000 0.000,-17.000 0.000,18.000 0.000,0.000 0.000,-1.000 0.000,1.000 0.000,0.000 0.000,17.000 0.000,0.000 0.000,0.000 0.000,18.000 0.000,0.000 0.000,-17.000 0.000,16.000 0.000,-52.000 0.000,36.000 0.000</inkml:trace>
  <inkml:trace contextRef="#ctx0" brushRef="#br0">16087.000 13899.000,'53.000'0.000,"35.000"0.000,35.000-17.000,18.000 17.000,-35.000-18.000,0.000-17.000,18.000 35.000,-54.000-18.000,-17.000 18.000,-18.000 0.000,-17.000 0.000,17.000 0.000,-17.000-17.000,17.000 17.000,-17.000 0.000,52.000-18.000,-17.000 0.000,35.000 18.000,-17.000 0.000,17.000 0.000,-17.000 0.000,17.000 0.000,0.000 0.000,-17.000 0.000,-18.000 0.000,17.000 0.000,1.000 0.000,-18.000 0.000,17.000 0.000,18.000 0.000,-17.000 0.000,-18.000 0.000,0.000 0.000,17.000 0.000,-17.000 0.000,0.000 0.000,35.000 0.000,-17.000 0.000,-18.000 18.000,-18.000 0.000,18.000-18.000,-18.000 0.000,1.000 0.000,16.000 0.000,-34.000 0.000,17.000 0.000,-17.000 0.000,35.000 0.000,0.000 0.000,-36.000 0.000,36.000 0.000,0.000 0.000,-17.000 0.000,-1.000 0.000,-17.000 0.000,-1.000 0.000,36.000 17.000,18.000 1.000,-1.000 0.000,1.000-1.000,35.000-17.000,17.000 35.000,-17.000-17.000,0.000-18.000,-36.000 0.000,1.000 0.000,-18.000 0.000,0.000 0.000,-18.000 0.000,18.000 0.000,-53.000 0.000,17.000 0.000,1.000 0.000,0.000 0.000,35.000 0.000,-53.000 0.000,53.000 0.000,-36.000-18.000,19.000 18.000,16.000-17.000,-16.000 17.000,-36.000 0.000,35.000 0.000,-17.000 0.000,-1.000 0.000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17-10-10T07:59: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4745.000 5750.000,'53.000'18.000,"0.000"-18.000,18.000 0.000,34.000 18.000,54.000-18.000,18.000 0.000,-36.000 0.000,0.000 0.000,-35.000 0.000,-18.000 0.000,-18.000 0.000,19.000 0.000,-19.000 0.000,-17.000 0.000,0.000 0.000,18.000 0.000,-36.000 0.000,-18.000 0.000,19.000 0.000,34.000 0.000,1.000 0.000,-18.000 0.000,35.000 0.000,-18.000 0.000,19.000 0.000,-19.000 0.000,18.000 0.000,-35.000 0.000,0.000 0.000,0.000 0.000,-18.000 0.000,-17.000 0.000,0.000 0.000,17.000 0.000,-17.000 0.000,17.000-18.000,18.000 18.000,0.000-18.000,35.000 18.000,-17.000 0.000,34.000 0.000,-16.000 0.000,-19.000 0.000,18.000 0.000,-17.000 0.000,17.000 0.000,-35.000 0.000,0.000 0.000,17.000 0.000,19.000 0.000,-36.000 0.000,35.000 0.000,-18.000 0.000,18.000 0.000,18.000 0.000,0.000 0.000,0.000 0.000,0.000 0.000,0.000 0.000,70.000 0.000,-17.000 0.000,52.000 0.000,-69.000 0.000,-1.000 0.000,0.000 0.000,-35.000 0.000,52.000 0.000,-52.000 0.000,0.000 0.000,35.000 0.000,0.000 0.000,36.000 0.000,-36.000 0.000,-18.000 0.000,18.000 0.000,-35.000 0.000,35.000 0.000,-35.000 0.000,35.000 0.000,18.000 0.000,-53.000 0.000,0.000 0.000,-36.000 0.000,36.000 0.000,-18.000 0.000,18.000 0.000,-53.000 0.000,35.000 0.000,-35.000 0.000,0.000 0.000,-18.000 0.000,1.000 0.000,-1.000 0.000,-18.000 0.000,19.000 0.000,34.000 0.000,36.000 0.000,0.000 0.000,35.000 0.000,-70.000 0.000,34.000 0.000,54.000 18.000,-53.000-18.000,-53.000 0.000,35.000 0.000,-35.000 0.000,35.000 35.000,18.000-35.000,71.000 18.000,-1.000 17.000,0.000-35.000,54.000 18.000,-19.000-18.000,36.000 0.000,-70.000 0.000,-36.000 0.000,-35.000 0.000,-18.000 0.000,-35.000 0.000,0.000 0.000,-1.000 17.000,37.000-17.000,17.000 0.000,35.000 0.000,35.000 0.000,0.000 0.000,-34.000 0.000,-37.000 0.000,19.000 0.000,-54.000 0.000,-17.000 0.000,-35.000 0.000,17.000 0.000,-17.000 0.000,17.000 0.000,18.000 0.000,18.000 0.000,34.000 0.000,1.000 0.000,0.000 0.000,35.000 0.000,-53.000 0.000,-17.000-17.000,17.000 17.000,-17.000 0.000,-36.000 0.000,36.000-18.000,-19.000 18.000,54.000 0.000,-35.000 0.000,-36.000 0.000,0.000 0.000,1.000 0.000,-19.000 0.000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6-11-09T01:31: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13970.000 6068.000,'0.000'-18.000,"-18.000"18.000,18.000 0.000,-17.000 0.000,-36.000 0.000,53.000 18.000,-18.000-1.000,18.000-17.000,-17.000 0.000,-1.000 18.000,18.000-18.000,-18.000 0.000,18.000 18.000,-17.000-18.000,-1.000 17.000,18.000 1.000,-18.000-18.000,18.000 18.000,0.000-18.000,0.000 17.000,0.000 1.000,0.000 0.000,0.000-18.000,0.000 17.000,-35.000 1.000,35.000-1.000,0.000-17.000,0.000 18.000,0.000 17.000,0.000-17.000,0.000-18.000,0.000 18.000,0.000-1.000,0.000 1.000,0.000 17.000,0.000-35.000,0.000 18.000,0.000 17.000,0.000-17.000,0.000 17.000,0.000-17.000,0.000-18.000,0.000 17.000,0.000 1.000,0.000 17.000,0.000-35.000,18.000 36.000,-18.000-19.000,0.000-17.000,0.000 35.000,0.000-35.000,17.000 18.000,1.000 0.000,-18.000-1.000,0.000-17.000,0.000 18.000,0.000-18.000,18.000 35.000,-18.000-35.000,0.000 18.000,0.000-18.000,0.000 35.000,17.000-35.000,1.000 18.000,-18.000-18.000,18.000 17.000,17.000 19.000,-35.000-19.000,17.000-17.000,19.000 18.000,-19.000 0.000,36.000-18.000,-35.000 17.000,17.000 1.000,18.000-18.000,0.000 0.000,-18.000 35.000,18.000-17.000,-35.000-18.000,52.000 17.000,19.000 1.000,-36.000-18.000,-18.000 18.000,18.000-18.000,0.000 0.000,-36.000 0.000,19.000 17.000,16.000-17.000,-16.000 0.000,-1.000 0.000,0.000 0.000,1.000 0.000,-1.000 0.000,18.000 18.000,-18.000 0.000,-17.000-18.000,17.000 0.000,0.000 0.000,-35.000 0.000,36.000 0.000,16.000 0.000,-34.000 0.000,35.000 0.000,-35.000 0.000,17.000 0.000,-17.000 0.000,34.000 0.000,-34.000 0.000,35.000 0.000,-35.000 0.000,35.000 0.000,-36.000 0.000,1.000 0.000,0.000 0.000,-1.000 0.000,1.000 0.000,17.000 0.000,-35.000 0.000,18.000 0.000,17.000-18.000,-35.000 18.000,35.000 0.000,-17.000-18.000,0.000 18.000,-18.000-17.000,17.000 17.000,1.000 0.000,-1.000 0.000,19.000-18.000,-36.000 18.000,35.000-18.000,-35.000 18.000,18.000 0.000,-1.000 0.000,19.000-17.000,-1.000 17.000,18.000-18.000,-18.000 18.000,0.000 0.000,36.000-17.000,-18.000 17.000,17.000 0.000,1.000 0.000,-18.000 0.000,-18.000 0.000,0.000 0.000,-17.000-18.000,35.000 18.000,-53.000 0.000,18.000 0.000,17.000 0.000,-35.000 0.000,17.000 0.000,19.000 0.000,-36.000 0.000,35.000-18.000,-17.000 18.000,-1.000 0.000,36.000-17.000,-53.000 17.000,18.000 0.000,0.000 0.000,-1.000-36.000,18.000 36.000,-17.000-17.000,17.000-1.000,-17.000 0.000,0.000 1.000,-18.000 17.000,17.000-18.000,-17.000 1.000,36.000-19.000,-36.000 36.000,17.000-35.000,-17.000 17.000,18.000 1.000,-18.000-1.000,17.000-17.000,-17.000 35.000,0.000-18.000,0.000 1.000,0.000 17.000,0.000-18.000,0.000 0.000,0.000 18.000,0.000-17.000,0.000-1.000,0.000 0.000,0.000 18.000,0.000-17.000,0.000-1.000,0.000-17.000,0.000 35.000,0.000-18.000,-17.000 0.000,17.000 1.000,-18.000-1.000,1.000 1.000,17.000 17.000,-18.000-18.000,18.000 0.000,-35.000 1.000,35.000-1.000,-18.000 18.000,0.000-18.000,18.000 1.000,0.000 17.000,-17.000-18.000,17.000 0.000,0.000 1.000,0.000 17.000,-36.000-35.000,19.000-1.000,-1.000 36.000,1.000-35.000,-1.000 17.000,0.000 1.000,1.000 17.000,-1.000-18.000,0.000 0.000,-35.000 18.000,36.000 0.000,-19.000 0.000,-16.000 0.000,34.000 0.000,-35.000 0.000,53.000 0.000,-53.000 0.000,35.000 0.000,-17.000 0.000,0.000 0.000,0.000 0.000,-1.000 0.000,-17.000 0.000,18.000 0.000,-53.000-17.000,53.000 17.000,-71.000 0.000,0.000 0.000,35.000 0.000,1.000 0.000,-1.000 0.000,18.000 0.000,18.000 0.000,0.000 0.000,17.000 0.000,1.000 0.000,-1.000 0.000,0.000 0.000,1.000 0.000,-36.000 0.000,0.000 0.000,0.000 0.000,-18.000 0.000,1.000 0.000,-36.000-18.000,18.000 1.000,-18.000 17.000,18.000-36.000,17.000 36.000,18.000-17.000,0.000 17.000,36.000 0.000,17.000 0.000,-18.000 0.000,-35.000 0.000,18.000 0.000,17.000 0.000,-35.000-18.000,18.000 18.000,0.000 0.000,0.000 0.000,17.000 0.000,18.000 0.000,-18.000 0.000,1.000 0.000,-1.000 0.000,18.000 0.000,-35.000 0.000,17.000 0.000,18.000 0.000,-18.000 0.000,1.000 0.000,17.000 0.000,-18.000 18.000,0.000-18.000,1.000 17.000,17.000-17.000,-18.000 0.000,18.000 0.000,-35.000 36.000,17.000-36.000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6-11-09T01:39: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9137.000 4904.000,'18.000'0.000,"17.000"0.000,18.000 0.000,-36.000 0.000,54.000 0.000,-18.000 0.000,17.000 0.000,19.000 0.000,-19.000 0.000,18.000 0.000,71.000 0.000,-71.000 0.000,18.000 0.000,18.000 0.000,-36.000 0.000,18.000 0.000,-18.000 0.000,35.000 0.000,-17.000 0.000,-18.000 0.000,18.000 0.000,18.000 0.000,-36.000 0.000,18.000 0.000,0.000-18.000,17.000 0.000,0.000 18.000,-34.000-17.000,34.000 17.000,1.000 0.000,17.000 0.000,-18.000 0.000,54.000 0.000,-19.000 0.000,19.000 0.000,-19.000 0.000,1.000 0.000,-35.000 0.000,17.000 0.000,-71.000 0.000,1.000 0.000,-1.000 0.000,-17.000 0.000,0.000 0.000,0.000-36.000,-53.000 36.000,53.000-17.000,-18.000 17.000,18.000-18.000,0.000 18.000,0.000-35.000,-35.000 35.000,35.000 0.000,-36.000 0.000,1.000 0.000,0.000-18.000,-18.000 18.000,35.000 0.000,0.000 0.000,36.000 0.000,17.000 0.000,0.000 0.000,36.000 36.000,-36.000-36.000,35.000 17.000,18.000 1.000,-35.000-18.000,53.000 35.000,-53.000-17.000,-18.000-18.000,18.000 0.000,-36.000 0.000,-17.000 0.000,-17.000 0.000,-1.000 0.000,18.000 0.000,-53.000 0.000,35.000 0.000,0.000 0.000,1.000 0.000,-19.000 0.000,1.000-18.000,17.000 18.000,18.000 0.000,-35.000-18.000,-1.000 1.000,1.000 17.000,0.000 0.000,-1.000 0.000,1.000 0.000,17.000-18.000,0.000 18.000,-17.000 0.000,17.000 0.000,1.000 0.000,-1.000 0.000,0.000 0.000,18.000 0.000,18.000 0.000,-18.000 0.000,17.000 0.000,-17.000 0.000,18.000 0.000,-18.000 0.000,17.000 0.000,-35.000 0.000,36.000 0.000,-18.000 0.000,-18.000 0.000,0.000 0.000,1.000 0.000,17.000 0.000,-18.000 0.000,-17.000 0.000,17.000-17.000,-18.000 17.000,1.000 0.000,17.000 0.000,-17.000 0.000,17.000 0.000,1.000 0.000,16.000-18.000,1.000 18.000,18.000-18.000,0.000 1.000,-19.000 17.000,1.000 0.000,18.000-18.000,-18.000 18.000,0.000 0.000,-18.000 0.000,-17.000 0.000,-1.000 0.000,36.000 0.000,-35.000 0.000,35.000 0.000,-18.000 0.000,18.000 0.000,0.000 0.000,17.000 0.000,19.000 0.000,-19.000 0.000,18.000 0.000,1.000 0.000,-19.000 0.000,71.000 0.000,-35.000 0.000,-18.000 0.000,36.000 0.000,-18.000 0.000,-36.000 0.000,-17.000 0.000,-18.000 0.000,36.000 0.000,-18.000 0.000,17.000 0.000,19.000 0.000,-19.000 0.000,1.000 0.000,-18.000 0.000,-1.000 0.000,-16.000 0.000,-1.000 0.000,36.000 0.000,-54.000 0.000,36.000 0.000,-35.000 0.000,35.000 0.000,0.000 0.000,0.000 0.000,-1.000 0.000,19.000-35.000,-18.000 35.000,-18.000 0.000,0.000 0.000,1.000 0.000,34.000 0.000,-34.000 0.000,-1.000 0.000,0.000 0.000,0.000 0.000,18.000 0.000,0.000 0.000,-17.000 0.000,-1.000 0.000,-18.000 0.000,1.000 0.000,0.000 0.000,-1.000 0.000,1.000-18.000,0.000 18.000,17.000 0.000,-35.000 0.000,18.000 0.000,-1.000 0.000,1.000 0.000,17.000 0.000,0.000 0.000,1.000 0.000,-19.000 0.000,1.000 0.000,17.000 0.000,-35.000 0.000,36.000 0.000,-1.000 0.000,0.000 0.000,-17.000 0.000,35.000 0.000,-18.000 0.000,-17.000 0.000,-1.000 0.000,-17.000 0.000,18.000 0.000,17.000 0.000,18.000 0.000,-35.000 0.000,35.000 0.000,17.000 18.000,1.000-1.000,-18.000 1.000,17.000-18.000,-35.000 35.000,18.000-17.000,-35.000-18.000,17.000 0.000</inkml:trace>
  <inkml:trace contextRef="#ctx0" brushRef="#br0">3104.000 5768.000,'36.000'0.000,"70.000"-18.000,-1.000 18.000,19.000-35.000,52.000 17.000,-17.000 1.000,35.000-1.000,0.000 18.000,0.000 0.000,18.000 0.000,17.000 0.000,-53.000 0.000,18.000 0.000,1.000 0.000,-19.000 0.000,-17.000 0.000,35.000 0.000,-71.000 0.000,71.000 0.000,-17.000 0.000,-19.000 0.000,-17.000 0.000,1.000 0.000,-19.000 0.000,0.000 0.000,-52.000 0.000,17.000 0.000,-52.000 0.000,34.000 0.000,-17.000-35.000,35.000 17.000,-35.000 1.000,18.000-1.000,-36.000 18.000,18.000 0.000,-53.000 0.000,17.000 0.000,1.000 0.000,-18.000 0.000,18.000 0.000,52.000 0.000,19.000 0.000,-19.000 0.000,1.000 0.000,-18.000 0.000,-1.000 0.000,-16.000 0.000,-1.000 0.000,-17.000 0.000,52.000 0.000,-17.000 0.000,0.000 0.000,18.000 0.000,17.000 0.000,-18.000 0.000,-17.000 0.000,-53.000 0.000,18.000 0.000,0.000 0.000,34.000 0.000,19.000 0.000,-18.000 0.000,35.000 0.000,0.000 0.000,36.000 0.000,-18.000 0.000,-18.000 0.000,-35.000 0.000,17.000 35.000,-70.000-35.000,18.000 18.000,35.000-18.000,35.000 0.000,0.000 0.000,36.000 0.000,-54.000 0.000,-34.000 0.000,16.000 0.000,-52.000 0.000,18.000 0.000,0.000 0.000,-1.000 0.000,1.000 0.000,0.000 0.000,-1.000 0.000,-17.000 0.000,36.000 0.000,-1.000 0.000,0.000 0.000,0.000 0.000,36.000 0.000,0.000 0.000,-19.000 0.000,1.000 0.000,-17.000 0.000,-1.000 0.000,-17.000 0.000,-18.000 0.000,35.000 0.000,-18.000 0.000,54.000 0.000,-18.000 0.000,17.000 0.000,-17.000 0.000,18.000 0.000,0.000 0.000,-19.000 0.000,54.000 0.000,-18.000 17.000,-35.000-17.000,36.000 0.000,34.000 0.000,18.000 0.000,18.000 0.000,-18.000 0.000,-53.000 0.000,18.000 0.000,-18.000 0.000,18.000 0.000,-53.000 0.000,18.000 0.000,-19.000 0.000,37.000 0.000,-36.000 0.000,17.000 0.000,1.000 0.000,-1.000 0.000,1.000 0.000,-18.000 0.000,0.000 0.000,-18.000 0.000,0.000 0.000,-17.000 0.000,17.000 0.000,-35.000 0.000,18.000 0.000,17.000 0.000,-17.000 0.000,17.000 0.000,-17.000 0.000,52.000 0.000,-17.000 0.000,-18.000 0.000,36.000 0.000,17.000 0.000,36.000 0.000,-1.000 0.000,0.000 0.000,36.000 53.000,0.000-35.000,-18.000-18.000,18.000 18.000,0.000-1.000,-36.000-17.000,1.000 0.000,-19.000 0.000,-16.000 0.000,-1.000 0.000,-18.000 0.000,19.000 0.000,-1.000 0.000,0.000 36.000,0.000-36.000,-53.000 0.000,18.000 0.000,-17.000 0.000,-19.000 0.000,1.000 0.000,-1.000 0.000,1.000 0.000,0.000 0.000,17.000 0.000,-35.000 0.000,18.000-18.000,17.000 18.000,-35.000 0.000,18.000 0.000,17.000 0.000,-35.000 0.000,53.000 0.000,-36.000 0.000,54.000-35.000,0.000 35.000,17.000 0.000,18.000 0.000,17.000 0.000,-35.000 0.000,71.000 0.000,-36.000 0.000,-34.000 0.000,16.000 0.000,-34.000-18.000,-18.000 18.000,0.000-18.000,-35.000 18.000,34.000 0.000,-34.000-17.000,0.000-1.000,-18.000 18.000,17.000 0.000,1.000 0.000,0.000-18.000,-1.000 1.000,1.000 17.000,-18.000-18.000,0.000 18.000,0.000-17.000,0.000-1.000,0.000 0.000,0.000 1.000,0.000-1.000,0.000 0.000,0.000 18.000,0.000-17.000,0.000-19.000,0.000 19.000,0.000-1.000,0.000 1.000,0.000-1.000,0.000 0.000,0.000 18.000,0.000-17.000,0.000-1.000,0.000 18.000,0.000-18.000,0.000-17.000,0.000 35.000,-18.000-35.000,18.000 17.000,0.000 0.000,0.000 1.000,-17.000 17.000,-1.000-35.000,0.000-18.000,18.000 53.000,-17.000-36.000,17.000 36.000,0.000-17.000,0.000-19.000,-18.000 19.000,0.000-1.000,18.000 1.000,0.000-1.000,0.000-17.000,0.000 35.000,0.000-18.000,0.000 18.000,-17.000-18.000,17.000-17.000,0.000 35.000,-35.000-35.000,35.000 0.000,0.000 35.000,0.000-36.000,0.000 36.000</inkml:trace>
  <inkml:trace contextRef="#ctx0" brushRef="#br0">14534.000 4763.000,'0.000'0.000,"0.000"17.000,0.000 1.000,0.000-1.000,0.000 1.000,0.000 0.000,0.000-1.000,0.000-17.000,0.000 18.000,0.000 17.000,0.000-17.000,0.000-18.000,0.000 18.000,0.000-1.000,0.000 1.000,0.000 17.000,0.000-35.000,0.000 18.000,-17.000-1.000,17.000 1.000,0.000 0.000,0.000-18.000,-18.000 17.000,18.000 1.000,0.000 0.000,-35.000 17.000,35.000 0.000,0.000-35.000,0.000 18.000,-18.000 17.000,18.000-35.000,0.000 35.000,0.000-35.000,0.000 18.000,0.000-18.000,0.000 35.000,0.000-17.000,0.000 17.000,0.000-35.000,0.000 18.000,0.000 17.000,0.000-17.000,0.000-1.000,0.000 1.000,0.000 0.000,0.000-18.000,0.000 35.000,0.000-17.000,0.000-1.000,0.000 1.000,0.000-1.000,18.000 1.000,-18.000 17.000,0.000-35.000,0.000 18.000,18.000 35.000</inkml:trace>
  <inkml:trace contextRef="#ctx0" brushRef="#br0">21325.000 8537.000,'18.000'18.000,"88.000"-18.000,17.000 0.000,1.000 0.000,-36.000 0.000,71.000 18.000,-89.000 17.000,19.000-18.000,-37.000-17.000,-34.000 0.000,0.000 0.000</inkml:trace>
  <inkml:trace contextRef="#ctx0" brushRef="#br0">3193.000 9613.000,'0.000'0.000,"35.000"-17.000,88.000-1.000,19.000 18.000,-1.000 0.000,35.000 0.000,18.000 0.000,-35.000 0.000,52.000 0.000,19.000 0.000,-71.000 0.000,87.000 0.000,-52.000 0.000,18.000 0.000,-18.000 0.000,0.000 0.000,-17.000 0.000,-1.000 0.000,0.000 0.000,-70.000 0.000,53.000 0.000,-71.000 0.000,53.000 0.000,-17.000 0.000,52.000 0.000,-52.000 0.000,34.000 0.000,19.000 0.000,-54.000 0.000,71.000 0.000,-53.000 0.000,-17.000 0.000,17.000 0.000,-18.000 0.000,19.000 0.000,-37.000 0.000,-16.000 0.000,-19.000 0.000,54.000 0.000,-36.000 0.000,-18.000 0.000,54.000 0.000,-36.000 0.000,35.000 0.000,-17.000 0.000,-18.000 0.000,-35.000 0.000,-17.000 0.000,-19.000 0.000,-17.000 0.000,36.000 0.000,-1.000-18.000,35.000-17.000,1.000 17.000,-18.000 18.000,-18.000-17.000,18.000 17.000,-35.000 0.000,17.000 0.000,-35.000 0.000,53.000 0.000,-35.000 0.000,17.000 0.000,0.000 0.000,-35.000 0.000,18.000 0.000,-1.000 0.000,1.000 0.000,-18.000 0.000,53.000 0.000,0.000 0.000,0.000 0.000,-36.000 0.000,36.000 0.000,0.000 0.000,0.000 0.000,0.000 0.000,-18.000 0.000,-17.000 0.000,0.000 0.000,-1.000-18.000,1.000 0.000,-18.000 18.000,18.000 0.000,-1.000 0.000,1.000 0.000,35.000 0.000,-36.000 0.000,19.000 0.000,-19.000 0.000,36.000 0.000,-17.000-17.000,-19.000 17.000,1.000 0.000,-1.000-35.000,1.000 35.000,17.000 0.000,-35.000 0.000,36.000 0.000,-36.000-18.000,17.000 18.000,-17.000 0.000,36.000 0.000,-19.000-18.000,-17.000 1.000,35.000 17.000,-35.000 0.000,18.000 0.000,0.000-18.000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6-11-09T01:40: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4674.000 4710.000,'53.000'0.000,"141.000"0.000,0.000 0.000,36.000 0.000,17.000 0.000,17.000 0.000,-52.000 0.000,-1.000 0.000,1.000 0.000,17.000 0.000,-70.000 0.000,35.000 0.000,-17.000 0.000,-36.000 0.000,-18.000 0.000,-35.000-18.000,53.000-17.000,-52.000 35.000,17.000 0.000,-18.000 0.000,35.000 0.000,18.000-18.000,-17.000 18.000,-1.000 0.000,-17.000 0.000,35.000 0.000,-70.000 0.000,-1.000 0.000,1.000 0.000,-18.000 0.000,0.000 0.000,17.000 0.000,-17.000 0.000,0.000 0.000,35.000 0.000,-17.000 0.000,-1.000 0.000,19.000 0.000,-19.000 0.000,1.000 0.000,-18.000 0.000,17.000 0.000,18.000 0.000,-17.000 0.000,-1.000 0.000,1.000 0.000,0.000 0.000,17.000 0.000,-35.000 0.000,17.000 0.000,-34.000 0.000,34.000 0.000,-17.000 0.000,18.000 0.000,17.000 0.000,0.000 0.000,-18.000 0.000,19.000 0.000,-19.000 0.000,-17.000 0.000,18.000 0.000,-18.000 0.000,0.000 18.000,17.000-18.000,18.000 17.000,0.000-17.000,18.000 0.000,-35.000 0.000,35.000 0.000,-36.000 0.000,-34.000 0.000,-19.000 0.000,36.000 0.000,-53.000 0.000,18.000 0.000,-1.000 0.000,1.000 0.000,0.000 0.000,17.000 0.000,-17.000 0.000,-18.000 0.000,17.000 0.000,1.000 0.000,-1.000 0.000,19.000 0.000,-36.000 0.000,17.000 0.000,19.000 0.000,-1.000 0.000,-17.000 0.000,17.000-17.000,18.000 17.000,0.000 0.000,-36.000 0.000,19.000 0.000,-1.000-18.000,18.000 18.000,-53.000 0.000,17.000 0.000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6-11-09T01:51: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4833.000 9860.000,'0.000'0.000,"53.000"0.000,18.000 0.000,34.000 0.000,-34.000 0.000,17.000 0.000,0.000 0.000,-17.000 0.000,-1.000 0.000,1.000 0.000,-18.000 0.000,0.000 0.000,35.000 0.000,-17.000 0.000,-1.000 0.000,36.000 0.000,-35.000 0.000,34.000-17.000,36.000-19.000,-35.000 19.000,35.000 17.000,-17.000-18.000,52.000 18.000,-17.000 0.000,17.000 0.000,18.000 0.000,-35.000 0.000,35.000 0.000,-53.000 0.000,36.000 0.000,-54.000 0.000,-35.000 0.000,36.000 0.000,-54.000 0.000,1.000 0.000,-18.000 0.000,17.000 0.000,1.000 0.000,-18.000 0.000,17.000 0.000,1.000 0.000,17.000 0.000,0.000 0.000,-17.000 0.000,88.000 0.000,-53.000 0.000,52.000 0.000,-70.000 0.000,54.000 0.000,-37.000 0.000,72.000 18.000,-54.000-1.000,54.000 1.000,-36.000 52.000,-35.000-70.000,17.000 0.000,-52.000 0.000,17.000 0.000,0.000 0.000,-35.000 0.000,0.000 0.000,0.000 0.000,-36.000 0.000,36.000 0.000,-35.000 0.000,17.000 0.000,-17.000 0.000,17.000-17.000,-17.000 17.000,-1.000 0.000,19.000 0.000,-19.000 0.000,-17.000 0.000,36.000-18.000,-19.000 18.000,1.000 0.000,35.000 0.000,35.000 0.000,-53.000-17.000,36.000 17.000,35.000-18.000,-53.000 18.000,0.000-18.000,-18.000 18.000,0.000 0.000,-17.000 0.000,17.000-17.000,-17.000 17.000,17.000 0.000,0.000 0.000,18.000 0.000,-35.000 0.000,17.000 0.000,0.000 0.000,1.000 0.000,-19.000 0.000,1.000 0.000,0.000 0.000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17-10-10T08:10: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1641.000 12559.000,'17.000'0.000,"54.000"0.000,17.000 0.000,-35.000 0.000,-18.000 0.000,18.000 0.000,-53.000 18.000,0.000 17.000,0.000-18.000,0.000 1.000,0.000 0.000,0.000-1.000,0.000 19.000,-17.000-19.000,-1.000 19.000,18.000-1.000,-35.000 0.000,17.000-17.000,0.000-1.000,18.000 19.000,-17.000-19.000,-1.000-17.000,1.000 36.000,-19.000-1.000,1.000 0.000,0.000 0.000,-36.000 1.000,36.000 17.000,-18.000-18.000,0.000 18.000,35.000-53.000,1.000 17.000,17.000 1.000,-18.000-18.000,-17.000 18.000,0.000-1.000,17.000 19.000,0.000-19.000</inkml:trace>
  <inkml:trace contextRef="#ctx0" brushRef="#br0">1605.000 12647.000,'18.000'18.000,"17.000"52.000,18.000 1.000,-17.000-1.000,17.000 19.000,-1.000-36.000,1.000-1.000,-17.000 19.000,17.000-18.000,-18.000-18.000,18.000 36.000,-36.000-36.000,19.000 0.000,-19.000-17.000,1.000 17.000,17.000-17.000,0.000 35.000,1.000-18.000,-1.000 0.000,36.000 18.000,-36.000-35.000,-35.000 17.000,35.000-35.000</inkml:trace>
  <inkml:trace contextRef="#ctx0" brushRef="#br0">3193.000 12294.000,'0.000'18.000,"0.000"17.000,-18.000 1.000,-17.000 16.000,0.000 37.000,17.000-1.000,-35.000 0.000,18.000 0.000,17.000-35.000,18.000 0.000,-17.000-18.000,17.000-17.000,0.000 17.000,0.000-17.000,-18.000-18.000,18.000 18.000,0.000-1.000,-18.000 18.000,18.000-17.000,-17.000 0.000,17.000 17.000,0.000-17.000,0.000 17.000,35.000 35.000,36.000 1.000,-18.000 17.000,17.000 36.000,36.000 17.000,0.000 53.000,17.000-35.000,-17.000-1.000,0.000-34.000,-18.000-54.000,-17.000-17.000,-54.000-17.000,1.000-19.000,-18.000 1.000,0.000-1.000,0.000-34.000,0.000-89.000,-18.000 0.000</inkml:trace>
  <inkml:trace contextRef="#ctx0" brushRef="#br0">3458.000 13106.000,'0.000'17.000,"0.000"19.000,-53.000 17.000,35.000-18.000,-35.000 35.000,18.000-17.000,17.000-17.000,-35.000 16.000,18.000 1.000,0.000-17.000,17.000-19.000,-17.000 1.000,0.000-18.000,17.000 53.000,0.000-53.000,1.000 0.000,-19.000 0.000,1.000 18.000,0.000 17.000,-1.000-35.000,19.000 0.000,-18.000 0.000</inkml:trace>
  <inkml:trace contextRef="#ctx0" brushRef="#br0">2752.000 12947.000,'18.000'-18.000,"35.000"18.000,17.000 0.000,-17.000 0.000,18.000 0.000,-18.000 0.000,17.000 0.000,18.000 0.000,-35.000 0.000,35.000 0.000,-35.000 0.000,0.000 0.000,-18.000 0.000,1.000 0.000</inkml:trace>
  <inkml:trace contextRef="#ctx0" brushRef="#br0">3740.000 12912.000,'0.000'53.000,"17.000"0.000,-17.000-1.000,0.000 1.000,18.000 36.000,0.000-37.000,17.000 72.000,0.000-36.000,-17.000-17.000,-18.000-18.000,0.000-18.000,0.000-17.000,0.000-1.000,0.000 1.000,0.000-1.000,0.000 1.000,18.000 17.000,-18.000-52.000,17.000-36.000,-17.000-18.000</inkml:trace>
  <inkml:trace contextRef="#ctx0" brushRef="#br0">3828.000 12965.000,'35.000'0.000,"18.000"0.000,18.000 0.000,35.000 0.000,17.000 0.000,-52.000 0.000,34.000 0.000,-16.000 0.000,-54.000 0.000,-17.000 0.000,-1.000 0.000,1.000 0.000,-1.000 0.000,1.000 0.000,17.000 0.000,1.000 0.000,-1.000 0.000,18.000 0.000,-18.000 0.000,-17.000 0.000,-18.000 35.000,-53.000 35.000,35.000-34.000,-17.000 17.000,17.000 0.000,-17.000-18.000,17.000 0.000,1.000 36.000,-19.000-54.000,19.000 19.000,-1.000-1.000,1.000 0.000,-1.000 0.000,-17.000 1.000,35.000-19.000,0.000 1.000,-18.000 0.000</inkml:trace>
  <inkml:trace contextRef="#ctx0" brushRef="#br0">4004.000 13617.000,'36.000'0.000,"-1.000"0.000,-17.000 0.000,-1.000 0.000,1.000-17.000,-1.000 17.000,1.000 0.000,17.000 0.000,-17.000 0.000,17.000 0.000,1.000-18.000,17.000 18.000,-36.000 0.000,36.000 0.000,-35.000 0.000,-1.000 0.000,1.000 0.000,0.000 0.000,-1.000 0.000,1.000 0.000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17-10-10T08:15: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5468.000 6809.000,'18.000'0.000,"35.000"0.000,53.000 0.000,70.000 0.000,-35.000 0.000,71.000 0.000,-36.000 0.000,36.000 0.000,-36.000 0.000,1.000 0.000,-36.000 0.000,18.000 35.000,-18.000-35.000,0.000 0.000,-35.000 0.000,0.000 0.000,-1.000 0.000,19.000 0.000,52.000 0.000,-35.000 0.000,36.000-18.000,-36.000 18.000,0.000 0.000,18.000 0.000,-89.000-17.000,18.000-1.000,18.000 0.000,18.000-17.000,17.000 17.000,53.000-34.000,-53.000 34.000,18.000-17.000,-53.000 17.000,17.000 0.000,18.000-17.000,-17.000 17.000,17.000 1.000,0.000-19.000,18.000 36.000,-18.000 0.000,35.000 0.000,-35.000-17.000,0.000 17.000,18.000 0.000,-18.000-35.000,36.000 17.000,-19.000-17.000,-17.000-1.000,18.000 1.000,-88.000 35.000,17.000-18.000,-17.000 18.000,-1.000-17.000,-52.000 17.000,52.000 0.000,-34.000 0.000,16.000 0.000,-16.000-18.000,17.000 18.000,0.000 0.000,-18.000 0.000,0.000 0.000,0.000 0.000,18.000-17.000,18.000 17.000,-18.000 0.000,0.000 0.000,0.000 0.000,35.000 0.000,-53.000 0.000,18.000-18.000,0.000 18.000,-18.000 0.000,18.000 0.000,0.000-18.000,-18.000 18.000,54.000-35.000,-54.000 35.000,35.000 0.000,1.000-18.000,-1.000 18.000,-17.000 0.000,36.000 0.000,-19.000 0.000,18.000 0.000,-17.000 0.000,17.000 0.000,-17.000 0.000,-1.000 0.000,1.000 0.000,-36.000 0.000,18.000 0.000,0.000 0.000,17.000 0.000,-52.000 0.000,53.000 0.000,-36.000 0.000,18.000 0.000,-18.000 0.000,18.000-17.000,-18.000 17.000,18.000 0.000,-18.000-18.000,1.000 18.000,-1.000 0.000,0.000-18.000,1.000 18.000,-1.000 0.000,0.000 0.000,0.000-17.000,18.000-1.000,36.000 1.000,16.000-1.000,-34.000 0.000,-18.000 18.000,-18.000-17.000,0.000 17.000,1.000 0.000,-19.000-18.000,19.000 18.000,34.000-53.000,-17.000 53.000,53.000-35.000,-18.000 17.000,18.000-17.000,-18.000 17.000,18.000 1.000,-18.000-1.000,-35.000 0.000,35.000 18.000,-35.000-53.000,0.000 36.000,-18.000 17.000,1.000-18.000,-1.000 0.000,-17.000 18.000,-18.000-17.000,17.000 17.000,1.000 0.000,17.000 0.000,-17.000 0.000,-1.000-18.000,-17.000 1.000,18.000 17.000,0.000-36.000,-1.000 36.000,19.000-17.000,-19.000-1.000,1.000 18.000,-1.000-18.000,1.000 1.000,0.000 17.000,-1.000 0.000,1.000 0.000,0.000 0.000,-1.000-18.000,1.000 0.000,0.000 1.000,52.000 17.000,-17.000-35.000,0.000 35.000,-18.000-18.000,36.000 0.000,-36.000-17.000,18.000 35.000,-18.000-18.000,1.000 1.000,-1.000 17.000,-18.000 0.000,1.000 0.000,0.000 0.000,-1.000-18.000,1.000 18.000,0.000 0.000,-1.000 0.000,-17.000-18.000,18.000 18.000,0.000 0.000,-1.000 0.000,19.000 0.000,-19.000 0.000,1.000 0.000,-1.000 0.000,1.000 0.000,0.000 0.000,-1.000 0.000,1.000 0.000,0.000 0.000,-1.000 0.000,1.000 0.000,35.000 0.000,-36.000 0.000,1.000 0.000,0.000 0.000,-1.000 0.000,1.000 0.000,0.000 0.000,-1.000 0.000,1.000 0.000,0.000 0.000,-1.000 0.000,1.000 0.000,-18.000 18.000,35.000-18.000,-17.000 0.000,-1.000 0.000,1.000 0.000,-18.000 18.000,18.000-18.000,-1.000 0.000,1.000 0.000,0.000 0.000,-1.000 0.000,1.000 0.000,17.000 0.000,-17.000 0.000,-1.000 0.000,1.000 0.000,0.000 0.000,-1.000 0.000,1.000 0.000,0.000 0.000,-1.000 0.000,1.000 0.000</inkml:trace>
  <inkml:trace contextRef="#ctx0" brushRef="#br0">5151.000 9948.000,'18.000'0.000,"52.000"0.000,1.000-17.000,-1.000 17.000,18.000 0.000,-17.000 0.000,17.000 0.000,-17.000 0.000,-18.000 0.000,0.000 0.000,17.000 0.000,-35.000 0.000,-17.000 0.000,17.000 0.000,1.000 0.000,-19.000 0.000,1.000 0.000,17.000 0.000,-17.000 0.000,-1.000 0.000,1.000-18.000,53.000 18.000,-18.000 0.000,-1.000 0.000,19.000 0.000,17.000 0.000,-17.000 0.000,-1.000 0.000,-17.000 0.000,0.000 0.000,0.000 0.000,35.000 0.000,-17.000 0.000,17.000 0.000,18.000 0.000,0.000 0.000,-1.000 0.000,-16.000-18.000,-19.000 18.000,-17.000 0.000,35.000 0.000,18.000-35.000,-18.000 35.000,18.000-17.000,0.000 17.000,-53.000 0.000,35.000-18.000,-17.000 0.000,-1.000 18.000,1.000-17.000,17.000-19.000,-17.000 19.000,17.000 17.000,18.000-18.000,-1.000 18.000,19.000-18.000,17.000-17.000,18.000 17.000,-53.000 1.000,35.000 17.000,-53.000-18.000,18.000 18.000,-18.000 0.000,-18.000-35.000,19.000 35.000,17.000 0.000,-1.000-18.000,1.000 18.000,-18.000-17.000,18.000 17.000,-18.000 0.000,-17.000 0.000,-36.000 0.000,1.000-18.000,-19.000 18.000,18.000 0.000,18.000 0.000,-17.000 0.000,-1.000 0.000,0.000 0.000,0.000 0.000,-35.000-18.000,36.000 18.000,-1.000 0.000,0.000 0.000,1.000 0.000,-1.000 0.000,18.000 0.000,0.000 0.000,-18.000 0.000,36.000 0.000,-19.000 0.000,1.000 0.000,0.000 0.000,-17.000 0.000,-1.000 0.000,0.000 0.000,18.000 0.000,-18.000 0.000,18.000 0.000,35.000 0.000,-35.000 0.000,18.000-17.000,-1.000 17.000,1.000-18.000,-18.000 18.000,17.000 0.000,-34.000 0.000,17.000 0.000,-18.000-18.000,0.000 18.000,18.000 0.000,0.000 0.000,-18.000 0.000,1.000 0.000,-1.000 0.000,18.000-17.000,-18.000 17.000,0.000 0.000,1.000 0.000,-1.000 0.000,0.000 0.000,0.000-18.000,18.000 18.000,-17.000 0.000,52.000-35.000,-53.000 17.000,18.000 18.000,0.000-17.000,0.000-1.000,17.000 0.000,1.000 18.000,0.000-17.000,-36.000-1.000,18.000-17.000,0.000 17.000,-18.000 1.000,0.000-1.000,0.000 18.000,1.000-18.000,-19.000 1.000,1.000 17.000,35.000 0.000,53.000 0.000,0.000 0.000,-53.000 0.000,-1.000 0.000,19.000 0.000,-36.000 0.000,1.000 0.000,-19.000 0.000,18.000 0.000,1.000 0.000,-19.000 0.000,19.000 0.000,-19.000 0.000,1.000 0.000,0.000 0.000,-1.000 0.000,36.000 0.000,35.000 0.000,-17.000 0.000,35.000 0.000,0.000 0.000,-54.000 0.000,-16.000 0.000,-19.000 0.000,1.000 0.000,0.000 0.000,-1.000-18.000,1.000 18.000,0.000 0.000,-18.000-18.000,35.000 1.000,-17.000 17.000,-18.000-18.000,17.000 18.000,1.000 0.000,-1.000 0.000,1.000-18.000,17.000 1.000,-17.000 17.000,0.000 0.000,17.000-18.000,0.000 18.000,0.000-18.000,1.000 18.000,-1.000-17.000,-17.000-1.000,-1.000 18.000,1.000-17.000,0.000-1.000,-1.000 18.000,1.000 0.000,-18.000-18.000,17.000 18.000,1.000 0.000,0.000-17.000,-1.000 17.000,1.000 0.000,17.000-18.000,1.000 0.000,-1.000 1.000,-17.000 17.000,-1.000 0.000,-17.000-18.000,18.000 18.000,-1.000 0.000,19.000-18.000,-19.000 1.000,19.000 17.000,-19.000-18.000,1.000 18.000,17.000-35.000,-17.000 35.000,-18.000-18.000,17.000 18.000,1.000 0.000,17.000 0.000,-35.000-17.000,18.000 17.000,0.000-18.000,-1.000 18.000,19.000 0.000,-19.000 0.000,1.000 0.000,17.000 0.000,-17.000 0.000,-18.000-18.000,35.000 18.000,0.000 0.000,1.000 0.000,-1.000 0.000,-17.000 0.000,-1.000 0.000,1.000 0.000,-1.000 0.000,72.000 0.000,-36.000 0.000,-1.000 0.000,-34.000 0.000,0.000 0.000,-1.000 0.000,1.000-17.000,0.000 17.000,17.000 0.000,-17.000 0.000,-1.000 0.000,1.000 0.000,-1.000 0.000,1.000 0.000,0.000 0.000,-1.000 0.000,19.000-18.000,-1.000 18.000,-17.000 0.000,-1.000-18.000,1.000 18.000</inkml:trace>
  <inkml:trace contextRef="#ctx0" brushRef="#br0">17128.000 8714.000,'35.000'0.000,"-17.000"0.000,17.000 0.000,-17.000 0.000,-1.000 0.000,1.000 0.000,-1.000 0.000,19.000 0.000,-19.000 0.000,1.000 0.000,17.000 0.000,1.000 0.000,-1.000-18.000,35.000 18.000,19.000 0.000,16.000-35.000,-34.000 35.000,17.000-18.000,-35.000 18.000,35.000 0.000,-35.000 0.000,18.000-18.000,-1.000 18.000,-52.000 0.000,53.000 0.000,-54.000 0.000,18.000-17.000,1.000 17.000,34.000-18.000,-34.000 18.000,16.000-17.000,-16.000-1.000,17.000 18.000,-18.000-18.000,53.000 1.000,-17.000 17.000,17.000 0.000,18.000-36.000,-36.000 36.000,36.000 0.000,18.000 0.000,-19.000 0.000,37.000 0.000,-72.000 0.000,18.000-17.000,-35.000 17.000,0.000 0.000,18.000 0.000,-36.000-18.000,18.000 0.000,-18.000 18.000,-17.000 0.000,-1.000-17.000,1.000 17.000,0.000-18.000,-1.000 18.000,1.000 0.000,17.000-18.000,1.000 1.000,-19.000 17.000,36.000-35.000,18.000-1.000,17.000 19.000,-35.000-19.000,35.000 19.000,0.000-36.000,-35.000 18.000,18.000-1.000,17.000-17.000,-35.000 18.000,0.000 17.000,-18.000 1.000,0.000-18.000,-17.000 17.000,-1.000 18.000,1.000 0.000,-18.000-18.000,18.000 1.000,-1.000-1.000,-17.000 0.000,18.000 1.000,-18.000-1.000,18.000 0.000,-18.000-17.000,17.000 17.000,-17.000 1.000,0.000-1.000,18.000 1.000,-18.000-1.000,18.000-17.000,-1.000-1.000,1.000 1.000,-18.000 0.000,17.000 0.000,-17.000 17.000,18.000 0.000,-18.000 1.000,0.000-1.000</inkml:trace>
  <inkml:trace contextRef="#ctx0" brushRef="#br0">16969.000 8731.000,'18.000'0.000,"-1.000"0.000,1.000 0.000,17.000 0.000,-17.000 0.000,-1.000 0.000,1.000 0.000,0.000 0.000,-1.000 0.000,19.000 0.000,-1.000 0.000,-17.000 0.000,-1.000 0.000,1.000 0.000,-1.000 0.000,1.000 0.000,17.000 0.000,1.000 0.000,-1.000 0.000,0.000 0.000,-17.000 0.000,17.000 0.000,-17.000 0.000,-1.000 0.000,19.000 0.000,-1.000 0.000,0.000 0.000,1.000 0.000,-19.000 0.000,1.000 0.000,-1.000 18.000,19.000-18.000,-1.000 18.000,-17.000-18.000,-1.000 0.000,1.000 0.000,0.000 0.000,17.000 17.000,53.000 1.000,-53.000-18.000,18.000 0.000,-35.000 17.000,-1.000-17.000,19.000 0.000,-1.000 0.000,0.000 18.000,1.000-18.000,17.000 0.000,-18.000 18.000,0.000-18.000,-17.000 0.000,-1.000 0.000,19.000 0.000,-1.000 0.000,-17.000 0.000,-1.000 0.000,1.000 0.000,-1.000 0.000,54.000 0.000,-36.000 17.000,1.000-17.000,-1.000 0.000,-18.000 0.000,-17.000 18.000,18.000-18.000,0.000 0.000,-1.000 0.000,1.000 0.000,17.000 0.000,1.000 0.000,-1.000 0.000,-17.000 0.000,17.000 0.000,-18.000 0.000,1.000 0.000,0.000 0.000,17.000 0.000,18.000 0.000,-18.000 0.000,0.000 0.000,-17.000 0.000,17.000 0.000,-17.000 0.000,0.000 0.000,-1.000 0.000,19.000 0.000,-19.000 0.000,1.000 0.000,-1.000 0.000,19.000 0.000,-19.000 0.000,1.000 0.000,17.000 0.000,-17.000 0.000,0.000 0.000,-1.000 0.000,1.000 0.000,0.000 0.000,-1.000 0.000,18.000 0.000,36.000 0.000,-53.000 0.000,17.000 0.000,0.000 0.000,-17.000 0.000,-1.000 0.000,1.000 0.000,0.000 0.000,-1.000 0.000,1.000 0.000,0.000 0.000,-1.000 18.000,36.000-18.000,0.000 0.000,35.000 17.000,-35.000 19.000,-17.000-19.000,-19.000-17.000,1.000 0.000,17.000 18.000,0.000-1.000,1.000-17.000</inkml:trace>
  <inkml:trace contextRef="#ctx0" brushRef="#br0">17869.000 8837.000,'17.000'0.000,"1.000"0.000,-1.000 0.000,19.000 0.000,-19.000 0.000,1.000 0.000,0.000 0.000,-1.000 0.000,19.000 0.000,-19.000 0.000,18.000 18.000,-17.000-18.000,-18.000 17.000,18.000-17.000,-1.000 18.000,1.000-18.000,-18.000 18.000,18.000-1.000,-1.000 1.000,19.000 17.000,-1.000-17.000,18.000 35.000,-18.000-18.000,18.000 0.000,-35.000-17.000,17.000 0.000,-17.000-1.000,-1.000-17.000,-17.000 18.000,18.000 0.000,-1.000-1.000,19.000 18.000,-1.000 1.000,0.000-19.000,-17.000 1.000,0.000 0.000,-18.000-1.000,17.000-17.000,-17.000 18.000,0.000 0.000,18.000-1.000,-18.000 1.000,17.000 17.000,1.000-17.000,0.000 17.000,-1.000-35.000,1.000 18.000,0.000-1.000,-1.000 19.000,1.000-1.000,-18.000-18.000,35.000-17.000,-35.000 36.000,0.000-19.000,0.000 1.000,18.000 0.000,17.000 35.000,18.000-18.000,-18.000 0.000,1.000 0.000,-1.000 1.000,-17.000-1.000,17.000-17.000,-18.000 17.000,19.000-17.000,-36.000-1.000,17.000 1.000,1.000-18.000,0.000 17.000,-1.000 1.000,-17.000 0.000,36.000 17.000,-1.000 0.000,18.000 18.000,-18.000-35.000,0.000 17.000,1.000 0.000,-19.000-35.000,-17.000 18.000,18.000 0.000,17.000-1.000,-17.000 19.000,17.000-19.000,-17.000 1.000,-18.000 0.000,17.000-18.000,1.000 52.000,53.000 19.000,-54.000-36.000,18.000 18.000,-17.000-18.000,0.000-35.000,-18.000 18.000,17.000 0.000,1.000 35.000,17.000-18.000,1.000 18.000,-1.000 17.000,0.000-34.000,-17.000-1.000,-1.000 0.000,1.000-17.000,-18.000 0.000,18.000-1.000,-1.000 1.000,19.000 35.000,-19.000-18.000,19.000 0.000,-19.000 1.000,1.000-19.000,-18.000 1.000,17.000 17.000,19.000 0.000,-19.000 1.000,-17.000-19.000,18.000 1.000,-18.000 0.000</inkml:trace>
  <inkml:trace contextRef="#ctx0" brushRef="#br0">5962.000 8537.000,'18.000'0.000,"0.000"0.000,17.000 0.000,53.000 0.000,18.000 0.000,35.000 0.000,35.000 18.000,36.000-18.000,35.000 18.000,35.000 17.000,0.000-18.000,18.000 19.000,-17.000-1.000,-1.000-17.000,-35.000-18.000,-36.000 35.000,36.000-35.000,36.000 0.000,-72.000 0.000,36.000 0.000,-35.000-18.000,-36.000 18.000,-35.000 0.000,18.000-17.000,-53.000 17.000,17.000-36.000,-17.000 36.000,0.000-17.000,17.000-1.000,-52.000 0.000,53.000-17.000,-19.000 18.000,19.000-1.000,-18.000-17.000,17.000 17.000,-17.000 0.000,17.000 1.000,1.000-19.000,-54.000 19.000,19.000 17.000,-19.000-18.000,18.000 0.000,-52.000 18.000,17.000 0.000,0.000-17.000,-18.000 17.000,35.000-18.000,-52.000 18.000,53.000 0.000,-36.000-17.000,18.000 17.000,17.000-36.000,18.000 19.000,1.000-1.000,-19.000 0.000,54.000 1.000,-36.000-1.000,-18.000-17.000,19.000 17.000,-19.000 1.000,18.000-19.000,36.000 1.000,-71.000 17.000,17.000-17.000,-52.000 35.000,35.000-18.000,-35.000 18.000,-1.000-17.000,1.000 17.000,-1.000-18.000,19.000 1.000,-1.000 17.000,18.000-18.000,0.000-17.000,35.000 17.000,0.000 0.000,-17.000-17.000,-1.000 0.000,1.000 17.000,-1.000 0.000,-17.000 1.000,0.000-1.000,0.000 18.000,18.000-35.000,-1.000 0.000,19.000 17.000,16.000 0.000,-16.000 1.000,-54.000-1.000,18.000 18.000,-18.000-18.000,-17.000 18.000,17.000-17.000,0.000 17.000,0.000 0.000,-17.000-18.000,17.000 18.000,1.000 0.000,-19.000 0.000,1.000-17.000,17.000 17.000,-17.000 0.000,0.000 0.000,-1.000 0.000,1.000 0.000,17.000-18.000,18.000 18.000,0.000-18.000,17.000 1.000,-17.000 17.000,18.000-18.000,-36.000 18.000,-17.000 0.000,-1.000-18.000,1.000 18.000,0.000 0.000,-18.000-17.000,17.000 17.000,1.000 0.000,0.000-18.000,17.000 18.000,-17.000 0.000,-1.000 0.000,1.000 0.000,-18.000-18.000,18.000 18.000,-1.000 0.000,1.000 0.000,17.000-17.000,18.000 17.000,-18.000-18.000,18.000 1.000,18.000-19.000,17.000 19.000,18.000-1.000,-36.000 0.000,-52.000 18.000,-18.000-17.000</inkml:trace>
  <inkml:trace contextRef="#ctx0" brushRef="#br0">5380.000 11324.000,'35.000'0.000,"36.000"0.000,0.000 18.000,87.000-1.000,19.000 36.000,17.000 0.000,-18.000-17.000,1.000 16.000,17.000-34.000,-18.000 17.000,-53.000-17.000,-17.000-18.000,-35.000 0.000,17.000 0.000,-17.000 0.000,17.000 18.000,-18.000-18.000,19.000 0.000,16.000 0.000,36.000 0.000,1.000 0.000,-1.000 0.000,17.000 17.000,-16.000-17.000,-1.000 0.000,-36.000 0.000,19.000 36.000,-53.000-36.000,34.000 0.000,1.000 0.000,-18.000 0.000,18.000 0.000,0.000 0.000,35.000 0.000,0.000-18.000,-17.000 18.000,17.000 0.000,0.000 0.000,-35.000 0.000,-18.000 0.000,18.000-18.000,-36.000 18.000,19.000 0.000,-54.000 0.000,18.000 0.000,0.000-17.000,-18.000 17.000,53.000 0.000,-35.000 0.000,53.000 0.000,0.000 0.000,35.000-18.000,-18.000 18.000,-52.000 0.000,-18.000 0.000,-18.000-18.000,0.000 18.000,-17.000 0.000,0.000 0.000,-1.000 0.000,1.000-17.000,0.000 17.000,17.000 0.000,0.000 0.000,0.000 0.000,18.000 0.000,18.000 0.000,-36.000 0.000,-17.000 0.000,17.000-18.000,36.000 18.000,-36.000 0.000,18.000 0.000,-18.000 0.000,-17.000 0.000,-1.000-18.000,19.000 18.000,-1.000 0.000,-17.000 0.000,17.000 0.000,0.000 0.000,-17.000 0.000,-1.000 0.000,1.000 0.000,17.000 0.000,-17.000 0.000,17.000 0.000,0.000 0.000,-17.000 0.000,17.000 0.000,-17.000-17.000,0.000 17.000,17.000 0.000,-17.000 0.000,-1.000 0.000,1.000 0.000,0.000 0.000,-1.000 0.000,18.000-18.000,1.000 18.000,-1.000 0.000,0.000 0.000,1.000-17.000,-1.000-1.000,18.000 18.000,-18.000-18.000,0.000 18.000,1.000 0.000,-19.000 0.000,1.000 0.000,-1.000 0.000,-17.000-17.000,36.000 17.000,-19.000-18.000,1.000 18.000,53.000 0.000,70.000-18.000,-35.000 1.000,-1.000 17.000,19.000-36.000,-36.000 19.000,-17.000-1.000,17.000 1.000,-18.000-1.000,1.000-35.000,-1.000 35.000,-34.000 1.000,34.000-1.000,-17.000 0.000,-18.000 18.000,18.000-17.000,0.000 17.000,36.000-18.000,-37.000 18.000,-16.000 0.000,17.000 0.000,17.000 0.000,-52.000 0.000,17.000 0.000,-17.000 0.000,17.000 0.000,-17.000 0.000,35.000 0.000,-18.000 0.000,18.000 0.000,17.000 0.000,1.000 0.000,-18.000 0.000,17.000 0.000,-34.000-17.000,-19.000 17.000,1.000 0.000,0.000 0.000,17.000 0.000,0.000 0.000,-35.000-18.000,35.000 18.000,-17.000 0.000,0.000 0.000,17.000 0.000,0.000 0.000,18.000 0.000,-18.000 0.000,18.000 0.000,-35.000 0.000,17.000 0.000,-17.000 0.000,0.000 0.000,17.000 0.000,0.000-18.000,0.000 18.000,18.000 0.000,-17.000 0.000,-19.000-17.000,1.000 17.000,-1.000 0.000,1.000 0.000,35.000 0.000,-18.000 0.000,18.000 0.000,0.000 0.000,-35.000 0.000,-1.000 0.000,1.000 0.000,0.000 0.000,17.000 0.000,0.000 0.000,1.000 0.000,-19.000 0.000,18.000 0.000,1.000 0.000,-1.000 0.000,-17.000 0.000,17.000 17.000,-17.000 1.000,-1.000 0.000,18.000-1.000,-17.000-17.000,0.000 18.000,-18.000-1.000,17.000-17.000,1.000 18.000,0.000-18.000,17.000 18.000,0.000-1.000,18.000 1.000,-18.000 0.000,18.000-18.000,-17.000 17.000,34.000-17.000,-17.000 0.000,53.000 18.000,-18.000-18.000,-17.000 18.000,-18.000-18.000,17.000 35.000,-35.000-35.000,1.000 17.000,-19.000-17.000,1.000 0.000,17.000 0.000,18.000 36.000,-18.000-19.000,1.000-17.000,-19.000 0.000,1.000 18.000,0.000 0.000,-1.000 17.000,1.000 0.000,0.000-17.000,-18.000-1.000,0.000 1.000,17.000-18.000,-17.000 18.000,18.000-1.000,-18.000 1.000,17.000-18.000,-17.000 18.000,18.000 17.000,0.000-17.000,-1.000-18.000,1.000 17.000,17.000 19.000,-17.000-36.000,0.000 17.000,-1.000 1.000,-17.000-1.000,0.000 1.000,0.000 0.000,0.000 17.000,0.000-17.000,0.000 17.000,0.000 0.000,0.000-17.000,0.000-1.000,0.000 1.000,0.000 0.000,0.000-1.000,18.000-34.000,-18.000-19.000,0.000 19.000,0.000-18.000,17.000 17.000,-17.000 0.000,0.000-17.000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663069C8-AD20-4B2F-B5E8-04BED8F2745B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4579FA98-F315-431F-8872-EA5CB4F3D253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类：足球运动员；篮球运动员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消息</a:t>
            </a:r>
            <a:r>
              <a:rPr lang="en-US" altLang="zh-CN"/>
              <a:t>/</a:t>
            </a:r>
            <a:r>
              <a:rPr lang="zh-CN" altLang="en-US"/>
              <a:t>方法</a:t>
            </a:r>
            <a:r>
              <a:rPr lang="en-US" altLang="zh-CN"/>
              <a:t>/</a:t>
            </a:r>
            <a:r>
              <a:rPr lang="zh-CN" altLang="en-US"/>
              <a:t>操作：接球动作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A</a:t>
            </a:r>
            <a:r>
              <a:rPr lang="zh-CN" altLang="en-US" dirty="0" smtClean="0"/>
              <a:t>是</a:t>
            </a:r>
            <a:r>
              <a:rPr lang="en-US" altLang="zh-CN" dirty="0" smtClean="0"/>
              <a:t>B</a:t>
            </a:r>
            <a:r>
              <a:rPr lang="zh-CN" altLang="en-US" dirty="0" smtClean="0"/>
              <a:t>的友元类。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9FA98-F315-431F-8872-EA5CB4F3D253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0A91E-744F-4267-A30D-E3F9CEB85B6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633F0-A0C1-4932-A7FB-620F2AA096B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909D1-5914-4F56-B0F4-4428D481B49A}" type="datetime1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72AD7-EFD7-4C37-8A84-5AEBA30CFE08}" type="datetime1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EC44D-D05B-4252-AB9B-DB210CEB0035}" type="datetime1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B27A-A220-4305-972B-FDC23073E3B3}" type="datetime1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E5016-F583-4446-BA69-DF8C074268F1}" type="datetime1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106B0-283E-473E-82AF-CBA1AACA44C2}" type="datetime1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6A1AD-9C6E-4819-8EE5-0B8EAAF3B9AD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E563-84C3-4A95-95D3-DDC0208ABDF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D8414BE5-36A9-4E13-87BD-64B9E9C6C25D}" type="datetime1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customXml" Target="../ink/ink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customXml" Target="../ink/ink2.xml"/><Relationship Id="rId1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1.png"/><Relationship Id="rId6" Type="http://schemas.openxmlformats.org/officeDocument/2006/relationships/customXml" Target="../ink/ink5.xml"/><Relationship Id="rId5" Type="http://schemas.openxmlformats.org/officeDocument/2006/relationships/image" Target="../media/image10.png"/><Relationship Id="rId4" Type="http://schemas.openxmlformats.org/officeDocument/2006/relationships/customXml" Target="../ink/ink4.xml"/><Relationship Id="rId3" Type="http://schemas.openxmlformats.org/officeDocument/2006/relationships/image" Target="../media/image9.png"/><Relationship Id="rId2" Type="http://schemas.openxmlformats.org/officeDocument/2006/relationships/customXml" Target="../ink/ink3.xml"/><Relationship Id="rId1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customXml" Target="../ink/ink6.xml"/><Relationship Id="rId1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customXml" Target="../ink/ink7.xml"/><Relationship Id="rId1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customXml" Target="../ink/ink8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customXml" Target="../ink/ink10.xml"/><Relationship Id="rId3" Type="http://schemas.openxmlformats.org/officeDocument/2006/relationships/image" Target="../media/image22.png"/><Relationship Id="rId2" Type="http://schemas.openxmlformats.org/officeDocument/2006/relationships/customXml" Target="../ink/ink9.xml"/><Relationship Id="rId1" Type="http://schemas.openxmlformats.org/officeDocument/2006/relationships/image" Target="../media/image2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customXml" Target="../ink/ink11.xml"/><Relationship Id="rId1" Type="http://schemas.openxmlformats.org/officeDocument/2006/relationships/image" Target="../media/image25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Revisiting what we learned last time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Q1: </a:t>
            </a:r>
            <a:r>
              <a:rPr lang="zh-CN" altLang="en-US" dirty="0" smtClean="0"/>
              <a:t>软件维护有哪几种类型？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软件维护的类型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ea"/>
              <a:buAutoNum type="circleNumDbPlain"/>
            </a:pPr>
            <a:r>
              <a:rPr lang="zh-CN" altLang="en-US" dirty="0" smtClean="0"/>
              <a:t>改正性维护</a:t>
            </a:r>
            <a:endParaRPr lang="en-US" altLang="zh-CN" dirty="0" smtClean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 smtClean="0"/>
              <a:t>适应性维护</a:t>
            </a:r>
            <a:endParaRPr lang="en-US" altLang="zh-CN" dirty="0" smtClean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/>
              <a:t>完善</a:t>
            </a:r>
            <a:r>
              <a:rPr lang="zh-CN" altLang="en-US" dirty="0" smtClean="0"/>
              <a:t>性维护</a:t>
            </a:r>
            <a:endParaRPr lang="en-US" altLang="zh-CN" dirty="0" smtClean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 smtClean="0"/>
              <a:t>预防性维护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Q2: MTTF</a:t>
            </a:r>
            <a:r>
              <a:rPr lang="zh-CN" altLang="en-US" dirty="0" smtClean="0"/>
              <a:t>是</a:t>
            </a:r>
            <a:r>
              <a:rPr lang="en-US" altLang="zh-CN" dirty="0" smtClean="0"/>
              <a:t>____________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MTTF (</a:t>
            </a:r>
            <a:r>
              <a:rPr lang="en-US" altLang="zh-CN" dirty="0"/>
              <a:t>Mean Time To Failures): 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平均无故障时间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901148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Q3</a:t>
            </a:r>
            <a:r>
              <a:rPr lang="zh-CN" altLang="en-US" dirty="0" smtClean="0"/>
              <a:t>：</a:t>
            </a:r>
            <a:r>
              <a:rPr lang="zh-CN" altLang="en-US" dirty="0"/>
              <a:t>请阐述估算测试前错误总数的植入错误法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942975"/>
            <a:ext cx="7715250" cy="497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9</a:t>
            </a:r>
            <a:r>
              <a:rPr lang="zh-CN" altLang="en-US" dirty="0" smtClean="0"/>
              <a:t>章 面向对象方法学引论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 smtClean="0"/>
              <a:t>吕国华</a:t>
            </a:r>
            <a:endParaRPr lang="en-US" altLang="zh-CN" dirty="0" smtClean="0"/>
          </a:p>
          <a:p>
            <a:r>
              <a:rPr lang="zh-CN" altLang="en-US" dirty="0" smtClean="0"/>
              <a:t>齐鲁工业大学（山东省科学院）</a:t>
            </a:r>
            <a:endParaRPr lang="en-US" altLang="zh-CN" dirty="0" smtClean="0"/>
          </a:p>
          <a:p>
            <a:r>
              <a:rPr lang="zh-CN" altLang="en-US" dirty="0" smtClean="0"/>
              <a:t>计算机科学与技术学部</a:t>
            </a:r>
            <a:endParaRPr lang="en-US" altLang="zh-CN" dirty="0" smtClean="0"/>
          </a:p>
          <a:p>
            <a:r>
              <a:rPr lang="en-US" altLang="zh-CN" dirty="0" smtClean="0"/>
              <a:t>Email: guohualv@qlu.edu.cn</a:t>
            </a:r>
            <a:endParaRPr lang="en-US" altLang="zh-CN" dirty="0" smtClean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引入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0405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 smtClean="0">
                <a:solidFill>
                  <a:srgbClr val="0000FF"/>
                </a:solidFill>
              </a:rPr>
              <a:t>面向对象</a:t>
            </a:r>
            <a:r>
              <a:rPr lang="en-US" altLang="zh-CN" dirty="0" smtClean="0">
                <a:solidFill>
                  <a:srgbClr val="0000FF"/>
                </a:solidFill>
              </a:rPr>
              <a:t>(OO: Object Oriented)</a:t>
            </a:r>
            <a:r>
              <a:rPr lang="zh-CN" altLang="en-US" dirty="0" smtClean="0"/>
              <a:t>技术</a:t>
            </a:r>
            <a:endParaRPr lang="en-US" altLang="zh-CN" dirty="0" smtClean="0"/>
          </a:p>
          <a:p>
            <a:r>
              <a:rPr lang="zh-CN" altLang="en-US" dirty="0" smtClean="0"/>
              <a:t>是当前最好的软件开发技术；</a:t>
            </a:r>
            <a:endParaRPr lang="en-US" altLang="zh-CN" dirty="0" smtClean="0"/>
          </a:p>
          <a:p>
            <a:r>
              <a:rPr lang="zh-CN" altLang="en-US" dirty="0" smtClean="0"/>
              <a:t>是一种</a:t>
            </a:r>
            <a:r>
              <a:rPr lang="zh-CN" altLang="en-US" u="sng" dirty="0" smtClean="0"/>
              <a:t>对真实世界的抽象思维</a:t>
            </a:r>
            <a:r>
              <a:rPr lang="zh-CN" altLang="en-US" dirty="0" smtClean="0"/>
              <a:t>方式。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例子：某软件公司</a:t>
            </a:r>
            <a:r>
              <a:rPr lang="en-US" altLang="zh-CN" dirty="0" smtClean="0"/>
              <a:t>HR</a:t>
            </a:r>
            <a:r>
              <a:rPr lang="zh-CN" altLang="en-US" dirty="0" smtClean="0"/>
              <a:t>招聘程序员，不太关心你学了哪些课程、英语几级</a:t>
            </a:r>
            <a:r>
              <a:rPr lang="en-US" altLang="zh-CN" dirty="0" smtClean="0"/>
              <a:t>…</a:t>
            </a:r>
            <a:r>
              <a:rPr lang="zh-CN" altLang="en-US" dirty="0" smtClean="0"/>
              <a:t>更关心你能做什么，给个任务你能完成就行。</a:t>
            </a:r>
            <a:endParaRPr lang="en-US" altLang="zh-CN" dirty="0" smtClean="0"/>
          </a:p>
          <a:p>
            <a:r>
              <a:rPr lang="zh-CN" altLang="en-US" dirty="0" smtClean="0"/>
              <a:t>应聘者就是一个</a:t>
            </a:r>
            <a:r>
              <a:rPr lang="zh-CN" altLang="en-US" dirty="0" smtClean="0">
                <a:solidFill>
                  <a:srgbClr val="0000FF"/>
                </a:solidFill>
              </a:rPr>
              <a:t>对象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0000FF"/>
                </a:solidFill>
              </a:rPr>
              <a:t>类</a:t>
            </a:r>
            <a:r>
              <a:rPr lang="zh-CN" altLang="en-US" dirty="0" smtClean="0"/>
              <a:t> </a:t>
            </a:r>
            <a:r>
              <a:rPr lang="en-US" altLang="zh-CN" dirty="0" smtClean="0"/>
              <a:t>= </a:t>
            </a:r>
            <a:r>
              <a:rPr lang="zh-CN" altLang="en-US" dirty="0" smtClean="0"/>
              <a:t>属性 </a:t>
            </a:r>
            <a:r>
              <a:rPr lang="en-US" altLang="zh-CN" dirty="0" smtClean="0"/>
              <a:t>+ </a:t>
            </a:r>
            <a:r>
              <a:rPr lang="zh-CN" altLang="en-US" u="sng" dirty="0" smtClean="0"/>
              <a:t>方法 （对象能做什么）</a:t>
            </a:r>
            <a:endParaRPr lang="en-US" altLang="zh-CN" u="sng" dirty="0" smtClean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Outline of this Chapter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9.1 </a:t>
            </a:r>
            <a:r>
              <a:rPr lang="zh-CN" altLang="en-US" dirty="0" smtClean="0"/>
              <a:t>面向对象方法学概述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9.2 </a:t>
            </a:r>
            <a:r>
              <a:rPr lang="zh-CN" altLang="en-US" dirty="0" smtClean="0"/>
              <a:t>面向对象的概念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9.3 </a:t>
            </a:r>
            <a:r>
              <a:rPr lang="zh-CN" altLang="en-US" dirty="0" smtClean="0"/>
              <a:t>面向对象建模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9.4 </a:t>
            </a:r>
            <a:r>
              <a:rPr lang="zh-CN" altLang="en-US" dirty="0" smtClean="0"/>
              <a:t>对象模型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9.5 </a:t>
            </a:r>
            <a:r>
              <a:rPr lang="zh-CN" altLang="en-US" dirty="0" smtClean="0"/>
              <a:t>动态模型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9.6 </a:t>
            </a:r>
            <a:r>
              <a:rPr lang="zh-CN" altLang="en-US" dirty="0" smtClean="0"/>
              <a:t>功能模型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9.7 3</a:t>
            </a:r>
            <a:r>
              <a:rPr lang="zh-CN" altLang="en-US" dirty="0" smtClean="0"/>
              <a:t>种模型之间的关系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69C77-6A8B-4AD6-BA2E-2E9BC6DC2C3C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9.1 </a:t>
            </a:r>
            <a:r>
              <a:rPr lang="zh-CN" altLang="en-US" dirty="0"/>
              <a:t>面向对象方法</a:t>
            </a:r>
            <a:r>
              <a:rPr lang="zh-CN" altLang="en-US" dirty="0" smtClean="0"/>
              <a:t>学</a:t>
            </a:r>
            <a:r>
              <a:rPr lang="zh-CN" altLang="en-US" dirty="0"/>
              <a:t>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68552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9.1.1 </a:t>
            </a:r>
            <a:r>
              <a:rPr lang="zh-CN" altLang="en-US" dirty="0" smtClean="0"/>
              <a:t>面向对象方法学的要点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/>
              <a:t>客观世界中的</a:t>
            </a:r>
            <a:r>
              <a:rPr lang="zh-CN" altLang="en-US" dirty="0" smtClean="0">
                <a:solidFill>
                  <a:srgbClr val="0000FF"/>
                </a:solidFill>
              </a:rPr>
              <a:t>任何事物都是对象</a:t>
            </a:r>
            <a:r>
              <a:rPr lang="zh-CN" altLang="en-US" dirty="0" smtClean="0"/>
              <a:t>，复杂的对象由简单的对象以某种方式组合而成；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>
                <a:solidFill>
                  <a:srgbClr val="0000FF"/>
                </a:solidFill>
              </a:rPr>
              <a:t>一类对象抽象为类</a:t>
            </a:r>
            <a:r>
              <a:rPr lang="en-US" altLang="zh-CN" dirty="0" smtClean="0">
                <a:solidFill>
                  <a:srgbClr val="0000FF"/>
                </a:solidFill>
              </a:rPr>
              <a:t>(class)</a:t>
            </a:r>
            <a:r>
              <a:rPr lang="zh-CN" altLang="en-US" dirty="0" smtClean="0"/>
              <a:t>，每个类定义了一组</a:t>
            </a:r>
            <a:r>
              <a:rPr lang="zh-CN" altLang="en-US" u="sng" dirty="0" smtClean="0"/>
              <a:t>数据</a:t>
            </a:r>
            <a:r>
              <a:rPr lang="zh-CN" altLang="en-US" dirty="0" smtClean="0"/>
              <a:t>和一组</a:t>
            </a:r>
            <a:r>
              <a:rPr lang="zh-CN" altLang="en-US" u="sng" dirty="0" smtClean="0"/>
              <a:t>方法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/>
              <a:t>按照</a:t>
            </a:r>
            <a:r>
              <a:rPr lang="zh-CN" altLang="en-US" dirty="0" smtClean="0">
                <a:solidFill>
                  <a:srgbClr val="0000FF"/>
                </a:solidFill>
              </a:rPr>
              <a:t>父类与子类</a:t>
            </a:r>
            <a:r>
              <a:rPr lang="zh-CN" altLang="en-US" dirty="0" smtClean="0"/>
              <a:t>的关系，把若干个对象组成一个层次结构的系统；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/>
              <a:t>对象彼此之间仅能通过传递</a:t>
            </a:r>
            <a:r>
              <a:rPr lang="zh-CN" altLang="en-US" dirty="0" smtClean="0">
                <a:solidFill>
                  <a:srgbClr val="0000FF"/>
                </a:solidFill>
              </a:rPr>
              <a:t>消息</a:t>
            </a:r>
            <a:r>
              <a:rPr lang="zh-CN" altLang="en-US" dirty="0" smtClean="0"/>
              <a:t>相互联系。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88841"/>
            <a:ext cx="8229600" cy="17281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600" dirty="0" smtClean="0"/>
              <a:t>OO = objects + classes + inheritance +    communication with messages</a:t>
            </a:r>
            <a:endParaRPr lang="zh-CN" altLang="en-US" sz="36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9.1.2 </a:t>
            </a:r>
            <a:r>
              <a:rPr lang="zh-CN" altLang="en-US" dirty="0" smtClean="0"/>
              <a:t>面向对象方法学的优点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/>
              <a:t>与人类习惯的思维方法一致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sz="2800" dirty="0" smtClean="0"/>
              <a:t>任何事物都是对象；将</a:t>
            </a:r>
            <a:r>
              <a:rPr lang="zh-CN" altLang="en-US" sz="2800" dirty="0" smtClean="0">
                <a:solidFill>
                  <a:srgbClr val="0000FF"/>
                </a:solidFill>
              </a:rPr>
              <a:t>描述对象属性的数据（静态属性）</a:t>
            </a:r>
            <a:r>
              <a:rPr lang="zh-CN" altLang="en-US" sz="2800" dirty="0" smtClean="0"/>
              <a:t>及</a:t>
            </a:r>
            <a:r>
              <a:rPr lang="zh-CN" altLang="en-US" sz="2800" dirty="0" smtClean="0">
                <a:solidFill>
                  <a:srgbClr val="0000FF"/>
                </a:solidFill>
              </a:rPr>
              <a:t>对这些数据的操作（动态行为）</a:t>
            </a:r>
            <a:r>
              <a:rPr lang="zh-CN" altLang="en-US" sz="2800" dirty="0" smtClean="0"/>
              <a:t>封装在一起。</a:t>
            </a:r>
            <a:endParaRPr lang="en-US" altLang="zh-CN" sz="2800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/>
              <a:t>稳定性好 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    </a:t>
            </a:r>
            <a:r>
              <a:rPr lang="zh-CN" altLang="en-US" sz="2800" dirty="0" smtClean="0"/>
              <a:t>传统：</a:t>
            </a:r>
            <a:r>
              <a:rPr lang="en-US" altLang="zh-CN" sz="2800" dirty="0" smtClean="0"/>
              <a:t>algorithm-centered</a:t>
            </a:r>
            <a:r>
              <a:rPr lang="zh-CN" altLang="en-US" sz="2800" dirty="0" smtClean="0"/>
              <a:t>，数据与对数据的操作分离；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  OO: object-centered</a:t>
            </a:r>
            <a:r>
              <a:rPr lang="zh-CN" altLang="en-US" sz="2800" dirty="0" smtClean="0"/>
              <a:t>，数据与对数据的操作绑定。</a:t>
            </a:r>
            <a:endParaRPr lang="en-US" altLang="zh-CN" sz="2800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/>
              <a:t>可重用性好（</a:t>
            </a:r>
            <a:r>
              <a:rPr lang="zh-CN" altLang="en-US" dirty="0"/>
              <a:t>模块</a:t>
            </a:r>
            <a:r>
              <a:rPr lang="zh-CN" altLang="en-US" dirty="0" smtClean="0"/>
              <a:t>独立性；父类与子类）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/>
              <a:t>较易开发大型软件产品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/>
              <a:t>可维护性好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endParaRPr lang="en-US" altLang="zh-CN" dirty="0" smtClean="0"/>
          </a:p>
          <a:p>
            <a:pPr marL="571500" indent="-571500">
              <a:buFont typeface="+mj-lt"/>
              <a:buAutoNum type="romanUcPeriod"/>
            </a:pPr>
            <a:endParaRPr lang="en-US" altLang="zh-CN" dirty="0" smtClean="0"/>
          </a:p>
          <a:p>
            <a:pPr marL="571500" indent="-571500">
              <a:buFont typeface="+mj-lt"/>
              <a:buAutoNum type="romanUcPeriod"/>
            </a:pPr>
            <a:endParaRPr lang="en-US" altLang="zh-CN" dirty="0" smtClean="0"/>
          </a:p>
          <a:p>
            <a:pPr marL="571500" indent="-571500">
              <a:buFont typeface="+mj-lt"/>
              <a:buAutoNum type="romanUcPeriod"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9.2 </a:t>
            </a:r>
            <a:r>
              <a:rPr lang="zh-CN" altLang="en-US" dirty="0" smtClean="0"/>
              <a:t>面向对象的概念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507288" cy="5112568"/>
          </a:xfrm>
        </p:spPr>
        <p:txBody>
          <a:bodyPr>
            <a:normAutofit lnSpcReduction="10000"/>
          </a:bodyPr>
          <a:lstStyle/>
          <a:p>
            <a:pPr marL="571500" indent="-571500">
              <a:buFont typeface="+mj-lt"/>
              <a:buAutoNum type="romanUcPeriod"/>
            </a:pPr>
            <a:r>
              <a:rPr lang="zh-CN" altLang="en-US" sz="2800" dirty="0" smtClean="0"/>
              <a:t>对象</a:t>
            </a:r>
            <a:r>
              <a:rPr lang="en-US" altLang="zh-CN" sz="2800" dirty="0" smtClean="0"/>
              <a:t>(object)</a:t>
            </a:r>
            <a:endParaRPr lang="en-US" altLang="zh-CN" sz="2800" dirty="0" smtClean="0"/>
          </a:p>
          <a:p>
            <a:pPr marL="571500" indent="-571500">
              <a:buFont typeface="+mj-lt"/>
              <a:buAutoNum type="romanUcPeriod"/>
            </a:pPr>
            <a:r>
              <a:rPr lang="zh-CN" altLang="en-US" sz="2800" dirty="0" smtClean="0"/>
              <a:t>类</a:t>
            </a:r>
            <a:r>
              <a:rPr lang="en-US" altLang="zh-CN" sz="2800" dirty="0" smtClean="0"/>
              <a:t>(class)</a:t>
            </a:r>
            <a:endParaRPr lang="en-US" altLang="zh-CN" sz="2800" dirty="0" smtClean="0"/>
          </a:p>
          <a:p>
            <a:pPr marL="571500" indent="-571500">
              <a:buFont typeface="+mj-lt"/>
              <a:buAutoNum type="romanUcPeriod"/>
            </a:pPr>
            <a:r>
              <a:rPr lang="zh-CN" altLang="en-US" sz="2800" dirty="0" smtClean="0"/>
              <a:t>类的实例</a:t>
            </a:r>
            <a:r>
              <a:rPr lang="en-US" altLang="zh-CN" sz="2800" dirty="0" smtClean="0"/>
              <a:t>(instance)</a:t>
            </a:r>
            <a:endParaRPr lang="en-US" altLang="zh-CN" sz="2800" dirty="0" smtClean="0"/>
          </a:p>
          <a:p>
            <a:pPr marL="571500" indent="-571500">
              <a:buFont typeface="+mj-lt"/>
              <a:buAutoNum type="romanUcPeriod"/>
            </a:pPr>
            <a:r>
              <a:rPr lang="zh-CN" altLang="en-US" sz="2800" dirty="0" smtClean="0"/>
              <a:t>消息</a:t>
            </a:r>
            <a:r>
              <a:rPr lang="en-US" altLang="zh-CN" sz="2800" dirty="0" smtClean="0"/>
              <a:t>(message)</a:t>
            </a:r>
            <a:endParaRPr lang="en-US" altLang="zh-CN" sz="2800" dirty="0" smtClean="0"/>
          </a:p>
          <a:p>
            <a:pPr marL="571500" indent="-571500">
              <a:buFont typeface="+mj-lt"/>
              <a:buAutoNum type="romanUcPeriod"/>
            </a:pPr>
            <a:r>
              <a:rPr lang="zh-CN" altLang="en-US" sz="2800" dirty="0"/>
              <a:t>属性</a:t>
            </a:r>
            <a:r>
              <a:rPr lang="en-US" altLang="zh-CN" sz="2800" dirty="0"/>
              <a:t>(attribute</a:t>
            </a:r>
            <a:r>
              <a:rPr lang="en-US" altLang="zh-CN" sz="2800" dirty="0" smtClean="0"/>
              <a:t>)</a:t>
            </a:r>
            <a:endParaRPr lang="en-US" altLang="zh-CN" sz="2800" dirty="0" smtClean="0"/>
          </a:p>
          <a:p>
            <a:pPr marL="571500" indent="-571500">
              <a:buFont typeface="+mj-lt"/>
              <a:buAutoNum type="romanUcPeriod"/>
            </a:pPr>
            <a:r>
              <a:rPr lang="zh-CN" altLang="en-US" sz="2800" dirty="0" smtClean="0"/>
              <a:t>方法</a:t>
            </a:r>
            <a:r>
              <a:rPr lang="en-US" altLang="zh-CN" sz="2800" dirty="0" smtClean="0"/>
              <a:t>(method)</a:t>
            </a:r>
            <a:endParaRPr lang="en-US" altLang="zh-CN" sz="2800" dirty="0" smtClean="0"/>
          </a:p>
          <a:p>
            <a:pPr marL="571500" indent="-571500">
              <a:buFont typeface="+mj-lt"/>
              <a:buAutoNum type="romanUcPeriod"/>
            </a:pPr>
            <a:r>
              <a:rPr lang="zh-CN" altLang="en-US" sz="2800" dirty="0" smtClean="0"/>
              <a:t>封装</a:t>
            </a:r>
            <a:r>
              <a:rPr lang="en-US" altLang="zh-CN" sz="2800" dirty="0" smtClean="0"/>
              <a:t>(encapsulation)</a:t>
            </a:r>
            <a:endParaRPr lang="en-US" altLang="zh-CN" sz="2800" dirty="0" smtClean="0"/>
          </a:p>
          <a:p>
            <a:pPr marL="571500" indent="-571500">
              <a:buFont typeface="+mj-lt"/>
              <a:buAutoNum type="romanUcPeriod"/>
            </a:pPr>
            <a:r>
              <a:rPr lang="zh-CN" altLang="en-US" sz="2800" dirty="0" smtClean="0"/>
              <a:t>继承</a:t>
            </a:r>
            <a:r>
              <a:rPr lang="en-US" altLang="zh-CN" sz="2800" dirty="0" smtClean="0"/>
              <a:t>(inheritance)</a:t>
            </a:r>
            <a:endParaRPr lang="en-US" altLang="zh-CN" sz="2800" dirty="0" smtClean="0"/>
          </a:p>
          <a:p>
            <a:pPr marL="571500" indent="-571500">
              <a:buFont typeface="+mj-lt"/>
              <a:buAutoNum type="romanUcPeriod"/>
            </a:pPr>
            <a:r>
              <a:rPr lang="zh-CN" altLang="en-US" sz="2800" dirty="0" smtClean="0"/>
              <a:t>多态性</a:t>
            </a:r>
            <a:r>
              <a:rPr lang="en-US" altLang="zh-CN" sz="2800" dirty="0" smtClean="0"/>
              <a:t>(polymorphism)</a:t>
            </a:r>
            <a:endParaRPr lang="en-US" altLang="zh-CN" sz="2800" dirty="0" smtClean="0"/>
          </a:p>
          <a:p>
            <a:pPr marL="571500" indent="-571500">
              <a:buFont typeface="+mj-lt"/>
              <a:buAutoNum type="romanUcPeriod"/>
            </a:pPr>
            <a:r>
              <a:rPr lang="zh-CN" altLang="en-US" sz="2800" dirty="0" smtClean="0"/>
              <a:t>重载</a:t>
            </a:r>
            <a:r>
              <a:rPr lang="en-US" altLang="zh-CN" sz="2800" dirty="0" smtClean="0"/>
              <a:t>(overloading)</a:t>
            </a:r>
            <a:endParaRPr lang="en-US" altLang="zh-CN" sz="2800" dirty="0" smtClean="0"/>
          </a:p>
          <a:p>
            <a:pPr marL="571500" indent="-571500">
              <a:buFont typeface="+mj-lt"/>
              <a:buAutoNum type="romanUcPeriod"/>
            </a:pPr>
            <a:endParaRPr lang="en-US" altLang="zh-CN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对象（</a:t>
            </a:r>
            <a:r>
              <a:rPr lang="en-US" altLang="zh-CN" dirty="0"/>
              <a:t>object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215" y="1485265"/>
            <a:ext cx="8646795" cy="470916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dirty="0"/>
              <a:t>客观世界中的实体既有</a:t>
            </a:r>
            <a:r>
              <a:rPr lang="zh-CN" altLang="en-US" dirty="0">
                <a:solidFill>
                  <a:srgbClr val="0000FF"/>
                </a:solidFill>
              </a:rPr>
              <a:t>静态属性</a:t>
            </a:r>
            <a:r>
              <a:rPr lang="zh-CN" altLang="en-US" dirty="0"/>
              <a:t>，又有</a:t>
            </a:r>
            <a:r>
              <a:rPr lang="zh-CN" altLang="en-US" dirty="0">
                <a:solidFill>
                  <a:srgbClr val="0000FF"/>
                </a:solidFill>
              </a:rPr>
              <a:t>动态行为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/>
              <a:t>对象包含描述该对象属性的</a:t>
            </a:r>
            <a:r>
              <a:rPr lang="zh-CN" altLang="en-US" dirty="0">
                <a:solidFill>
                  <a:srgbClr val="0000FF"/>
                </a:solidFill>
              </a:rPr>
              <a:t>数据以及对这些数据的操作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/>
              <a:t>对象的定义</a:t>
            </a:r>
            <a:r>
              <a:rPr lang="zh-CN" altLang="en-US" dirty="0"/>
              <a:t>：</a:t>
            </a:r>
            <a:endParaRPr lang="en-US" altLang="zh-CN" dirty="0"/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dirty="0"/>
              <a:t>对象是对</a:t>
            </a:r>
            <a:r>
              <a:rPr lang="zh-CN" altLang="en-US" dirty="0">
                <a:solidFill>
                  <a:srgbClr val="0000FF"/>
                </a:solidFill>
              </a:rPr>
              <a:t>属性值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操作</a:t>
            </a:r>
            <a:r>
              <a:rPr lang="zh-CN" altLang="en-US" dirty="0"/>
              <a:t>的封装。</a:t>
            </a:r>
            <a:endParaRPr lang="en-US" altLang="zh-CN" dirty="0"/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dirty="0">
                <a:latin typeface="Times New Roman" panose="02020603050405020304" pitchFamily="18" charset="0"/>
              </a:rPr>
              <a:t>对象 </a:t>
            </a:r>
            <a:r>
              <a:rPr lang="en-US" altLang="zh-CN" dirty="0">
                <a:latin typeface="Times New Roman" panose="02020603050405020304" pitchFamily="18" charset="0"/>
              </a:rPr>
              <a:t>:: </a:t>
            </a:r>
            <a:r>
              <a:rPr lang="zh-CN" altLang="en-US" dirty="0">
                <a:latin typeface="Times New Roman" panose="02020603050405020304" pitchFamily="18" charset="0"/>
              </a:rPr>
              <a:t>= &lt; </a:t>
            </a:r>
            <a:r>
              <a:rPr lang="en-US" altLang="zh-CN" dirty="0">
                <a:latin typeface="Times New Roman" panose="02020603050405020304" pitchFamily="18" charset="0"/>
              </a:rPr>
              <a:t>ID, MS, DS, MI &gt;  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</a:rPr>
              <a:t>    </a:t>
            </a:r>
            <a:r>
              <a:rPr lang="zh-CN" altLang="en-US" dirty="0" smtClean="0">
                <a:latin typeface="Times New Roman" panose="02020603050405020304" pitchFamily="18" charset="0"/>
              </a:rPr>
              <a:t>其中，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lvl="2"/>
            <a:r>
              <a:rPr lang="en-US" altLang="zh-CN" dirty="0" smtClean="0">
                <a:latin typeface="Times New Roman" panose="02020603050405020304" pitchFamily="18" charset="0"/>
              </a:rPr>
              <a:t>ID</a:t>
            </a:r>
            <a:r>
              <a:rPr lang="zh-CN" altLang="en-US" dirty="0">
                <a:latin typeface="Times New Roman" panose="02020603050405020304" pitchFamily="18" charset="0"/>
              </a:rPr>
              <a:t>是对象的名字</a:t>
            </a:r>
            <a:r>
              <a:rPr lang="zh-CN" altLang="en-US" dirty="0" smtClean="0">
                <a:latin typeface="Times New Roman" panose="02020603050405020304" pitchFamily="18" charset="0"/>
              </a:rPr>
              <a:t>；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lvl="2"/>
            <a:r>
              <a:rPr lang="en-US" altLang="zh-CN" dirty="0" smtClean="0">
                <a:latin typeface="Times New Roman" panose="02020603050405020304" pitchFamily="18" charset="0"/>
              </a:rPr>
              <a:t>MS</a:t>
            </a:r>
            <a:r>
              <a:rPr lang="zh-CN" altLang="en-US" dirty="0">
                <a:latin typeface="Times New Roman" panose="02020603050405020304" pitchFamily="18" charset="0"/>
              </a:rPr>
              <a:t>是对象中的操作集合</a:t>
            </a:r>
            <a:r>
              <a:rPr lang="zh-CN" altLang="en-US" dirty="0" smtClean="0">
                <a:latin typeface="Times New Roman" panose="02020603050405020304" pitchFamily="18" charset="0"/>
              </a:rPr>
              <a:t>；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lvl="2"/>
            <a:r>
              <a:rPr lang="en-US" altLang="zh-CN" dirty="0" smtClean="0">
                <a:latin typeface="Times New Roman" panose="02020603050405020304" pitchFamily="18" charset="0"/>
              </a:rPr>
              <a:t>DS</a:t>
            </a:r>
            <a:r>
              <a:rPr lang="zh-CN" altLang="en-US" dirty="0">
                <a:latin typeface="Times New Roman" panose="02020603050405020304" pitchFamily="18" charset="0"/>
              </a:rPr>
              <a:t>是对象的数据集合</a:t>
            </a:r>
            <a:r>
              <a:rPr lang="zh-CN" altLang="en-US" dirty="0" smtClean="0">
                <a:latin typeface="Times New Roman" panose="02020603050405020304" pitchFamily="18" charset="0"/>
              </a:rPr>
              <a:t>；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lvl="2"/>
            <a:r>
              <a:rPr lang="en-US" altLang="zh-CN" dirty="0" smtClean="0">
                <a:latin typeface="Times New Roman" panose="02020603050405020304" pitchFamily="18" charset="0"/>
              </a:rPr>
              <a:t>MI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对象受理的消息名集合（即对外接口）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对象的特点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zh-CN" altLang="en-US" sz="2800" dirty="0" smtClean="0"/>
              <a:t>以</a:t>
            </a:r>
            <a:r>
              <a:rPr lang="zh-CN" altLang="en-US" sz="2800" u="sng" dirty="0" smtClean="0"/>
              <a:t>数据</a:t>
            </a:r>
            <a:r>
              <a:rPr lang="zh-CN" altLang="en-US" sz="2800" dirty="0" smtClean="0"/>
              <a:t>为中心 （</a:t>
            </a:r>
            <a:r>
              <a:rPr lang="zh-CN" altLang="en-US" sz="2800" u="sng" dirty="0" smtClean="0"/>
              <a:t>数据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+ </a:t>
            </a:r>
            <a:r>
              <a:rPr lang="zh-CN" altLang="en-US" sz="2800" dirty="0" smtClean="0"/>
              <a:t>对</a:t>
            </a:r>
            <a:r>
              <a:rPr lang="zh-CN" altLang="en-US" sz="2800" u="sng" dirty="0" smtClean="0"/>
              <a:t>数据</a:t>
            </a:r>
            <a:r>
              <a:rPr lang="zh-CN" altLang="en-US" sz="2800" dirty="0" smtClean="0"/>
              <a:t>的操作）；</a:t>
            </a:r>
            <a:endParaRPr lang="en-US" altLang="zh-CN" sz="2800" dirty="0" smtClean="0"/>
          </a:p>
          <a:p>
            <a:pPr marL="571500" indent="-571500">
              <a:buFont typeface="+mj-lt"/>
              <a:buAutoNum type="romanUcPeriod"/>
            </a:pPr>
            <a:r>
              <a:rPr lang="zh-CN" altLang="en-US" sz="2800" dirty="0" smtClean="0"/>
              <a:t>对象是</a:t>
            </a:r>
            <a:r>
              <a:rPr lang="zh-CN" altLang="en-US" sz="2800" dirty="0" smtClean="0">
                <a:solidFill>
                  <a:srgbClr val="FF0000"/>
                </a:solidFill>
              </a:rPr>
              <a:t>主动的</a:t>
            </a:r>
            <a:r>
              <a:rPr lang="zh-CN" altLang="en-US" sz="2800" dirty="0" smtClean="0"/>
              <a:t>（通过公有接口向对象发消息）；</a:t>
            </a:r>
            <a:endParaRPr lang="en-US" altLang="zh-CN" sz="2800" dirty="0" smtClean="0"/>
          </a:p>
          <a:p>
            <a:pPr marL="571500" indent="-571500">
              <a:buFont typeface="+mj-lt"/>
              <a:buAutoNum type="romanUcPeriod"/>
            </a:pPr>
            <a:r>
              <a:rPr lang="zh-CN" altLang="en-US" sz="2800" dirty="0" smtClean="0"/>
              <a:t>实现了数据封装（私有数据对外是隐藏的）；</a:t>
            </a:r>
            <a:endParaRPr lang="en-US" altLang="zh-CN" sz="2800" dirty="0" smtClean="0"/>
          </a:p>
          <a:p>
            <a:pPr marL="571500" indent="-571500">
              <a:buFont typeface="+mj-lt"/>
              <a:buAutoNum type="romanUcPeriod"/>
            </a:pPr>
            <a:r>
              <a:rPr lang="zh-CN" altLang="en-US" sz="2800" dirty="0"/>
              <a:t>本质</a:t>
            </a:r>
            <a:r>
              <a:rPr lang="zh-CN" altLang="en-US" sz="2800" dirty="0" smtClean="0"/>
              <a:t>上是</a:t>
            </a:r>
            <a:r>
              <a:rPr lang="zh-CN" altLang="en-US" sz="2800" dirty="0" smtClean="0">
                <a:solidFill>
                  <a:srgbClr val="FF0000"/>
                </a:solidFill>
              </a:rPr>
              <a:t>并行的</a:t>
            </a:r>
            <a:r>
              <a:rPr lang="zh-CN" altLang="en-US" sz="2800" dirty="0" smtClean="0"/>
              <a:t>（每个对象是独立的；对象间通过</a:t>
            </a:r>
            <a:r>
              <a:rPr lang="en-US" altLang="zh-CN" sz="2800" dirty="0" smtClean="0"/>
              <a:t>message</a:t>
            </a:r>
            <a:r>
              <a:rPr lang="zh-CN" altLang="en-US" sz="2800" dirty="0" smtClean="0"/>
              <a:t>完成通信）；</a:t>
            </a:r>
            <a:endParaRPr lang="en-US" altLang="zh-CN" sz="2800" dirty="0" smtClean="0"/>
          </a:p>
          <a:p>
            <a:pPr marL="571500" indent="-571500">
              <a:buFont typeface="+mj-lt"/>
              <a:buAutoNum type="romanUcPeriod"/>
            </a:pPr>
            <a:r>
              <a:rPr lang="zh-CN" altLang="en-US" sz="2800" dirty="0" smtClean="0"/>
              <a:t>模块独立性好（强内聚 </a:t>
            </a:r>
            <a:r>
              <a:rPr lang="en-US" altLang="zh-CN" sz="2800" dirty="0" smtClean="0"/>
              <a:t>&amp; </a:t>
            </a:r>
            <a:r>
              <a:rPr lang="zh-CN" altLang="en-US" sz="2800" dirty="0" smtClean="0"/>
              <a:t>弱耦合）。</a:t>
            </a:r>
            <a:endParaRPr lang="en-US" altLang="zh-CN" sz="2800" dirty="0" smtClean="0"/>
          </a:p>
          <a:p>
            <a:pPr marL="571500" indent="-571500">
              <a:buFont typeface="+mj-lt"/>
              <a:buAutoNum type="romanUcPeriod"/>
            </a:pPr>
            <a:endParaRPr lang="en-US" altLang="zh-CN" sz="2800" dirty="0" smtClean="0"/>
          </a:p>
          <a:p>
            <a:pPr marL="571500" indent="-571500">
              <a:buFont typeface="+mj-lt"/>
              <a:buAutoNum type="romanUcPeriod"/>
            </a:pPr>
            <a:endParaRPr lang="en-US" altLang="zh-CN" sz="2800" dirty="0" smtClean="0"/>
          </a:p>
          <a:p>
            <a:pPr marL="571500" indent="-571500">
              <a:buFont typeface="+mj-lt"/>
              <a:buAutoNum type="romanUcPeriod"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类（</a:t>
            </a:r>
            <a:r>
              <a:rPr lang="en-US" altLang="zh-CN" dirty="0" smtClean="0"/>
              <a:t>class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“</a:t>
            </a:r>
            <a:r>
              <a:rPr lang="zh-CN" altLang="en-US" dirty="0" smtClean="0">
                <a:highlight>
                  <a:srgbClr val="FFFF00"/>
                </a:highlight>
              </a:rPr>
              <a:t>物以类聚，人以群分</a:t>
            </a:r>
            <a:r>
              <a:rPr lang="zh-CN" altLang="en-US" dirty="0" smtClean="0"/>
              <a:t>”；</a:t>
            </a:r>
            <a:endParaRPr lang="en-US" altLang="zh-CN" dirty="0" smtClean="0"/>
          </a:p>
          <a:p>
            <a:r>
              <a:rPr lang="zh-CN" altLang="en-US" dirty="0" smtClean="0"/>
              <a:t>将对象抽象（归纳）为类；</a:t>
            </a:r>
            <a:endParaRPr lang="en-US" altLang="zh-CN" dirty="0" smtClean="0"/>
          </a:p>
          <a:p>
            <a:r>
              <a:rPr lang="zh-CN" altLang="en-US" dirty="0" smtClean="0"/>
              <a:t>定义：类是对具有相同</a:t>
            </a:r>
            <a:r>
              <a:rPr lang="en-US" altLang="zh-CN" dirty="0" smtClean="0"/>
              <a:t>/</a:t>
            </a:r>
            <a:r>
              <a:rPr lang="zh-CN" altLang="en-US" dirty="0" smtClean="0"/>
              <a:t>相似属性和行为的一个或多个对象的描述；</a:t>
            </a:r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9" y="3921984"/>
            <a:ext cx="5112567" cy="2910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/>
            <a:r>
              <a:rPr lang="zh-CN" altLang="en-US" dirty="0"/>
              <a:t>类的实例</a:t>
            </a:r>
            <a:r>
              <a:rPr lang="en-US" altLang="zh-CN" dirty="0"/>
              <a:t>(instance)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 lang="zh-CN" altLang="en-US" dirty="0" smtClean="0"/>
              <a:t>类的实例：某个类的一个具体对象</a:t>
            </a:r>
            <a:endParaRPr lang="zh-CN" altLang="en-US" dirty="0" smtClean="0"/>
          </a:p>
          <a:p>
            <a:endParaRPr lang="zh-CN" altLang="en-US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能否举一个例子：类及其属性、操作？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2800" dirty="0" smtClean="0"/>
              <a:t>类：大学教师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zh-CN" altLang="en-US" sz="2800" dirty="0" smtClean="0"/>
              <a:t>属性：姓名，年龄，学历，学位，职称，</a:t>
            </a:r>
            <a:r>
              <a:rPr lang="en-US" altLang="zh-CN" sz="2800" dirty="0" smtClean="0"/>
              <a:t>…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zh-CN" altLang="en-US" sz="2800" dirty="0" smtClean="0"/>
              <a:t>操作：</a:t>
            </a:r>
            <a:r>
              <a:rPr lang="zh-CN" altLang="en-US" sz="2800" dirty="0"/>
              <a:t>上课</a:t>
            </a:r>
            <a:r>
              <a:rPr lang="zh-CN" altLang="en-US" sz="2800" dirty="0" smtClean="0"/>
              <a:t>，批阅试卷，写论文，做项目，企业交流合作，</a:t>
            </a:r>
            <a:r>
              <a:rPr lang="en-US" altLang="zh-CN" sz="2800" dirty="0" smtClean="0"/>
              <a:t>...</a:t>
            </a:r>
            <a:endParaRPr lang="en-US" altLang="zh-CN" sz="2800" dirty="0" smtClean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 smtClean="0"/>
              <a:t>实例：吕国华</a:t>
            </a: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消息</a:t>
            </a:r>
            <a:r>
              <a:rPr lang="en-US" altLang="zh-CN" dirty="0"/>
              <a:t>(message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消息：向对象发出的服务请求。</a:t>
            </a:r>
            <a:endParaRPr lang="en-US" altLang="zh-CN" dirty="0" smtClean="0"/>
          </a:p>
          <a:p>
            <a:r>
              <a:rPr lang="zh-CN" altLang="en-US" dirty="0"/>
              <a:t>一</a:t>
            </a:r>
            <a:r>
              <a:rPr lang="zh-CN" altLang="en-US" dirty="0" smtClean="0"/>
              <a:t>个消息由</a:t>
            </a:r>
            <a:r>
              <a:rPr lang="en-US" altLang="zh-CN" dirty="0" smtClean="0"/>
              <a:t>3</a:t>
            </a:r>
            <a:r>
              <a:rPr lang="zh-CN" altLang="en-US" dirty="0" smtClean="0"/>
              <a:t>部分组成：</a:t>
            </a:r>
            <a:endParaRPr lang="en-US" altLang="zh-CN" dirty="0" smtClean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 smtClean="0"/>
              <a:t>接收消息的对象；</a:t>
            </a:r>
            <a:endParaRPr lang="en-US" altLang="zh-CN" dirty="0" smtClean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 smtClean="0"/>
              <a:t>消息选择符（消息名）；</a:t>
            </a:r>
            <a:endParaRPr lang="en-US" altLang="zh-CN" dirty="0" smtClean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 smtClean="0"/>
              <a:t>消息的变元（</a:t>
            </a:r>
            <a:r>
              <a:rPr lang="en-US" altLang="zh-CN" dirty="0" smtClean="0"/>
              <a:t>&gt;=0</a:t>
            </a:r>
            <a:r>
              <a:rPr lang="zh-CN" altLang="en-US" dirty="0" smtClean="0"/>
              <a:t>）。</a:t>
            </a:r>
            <a:endParaRPr lang="en-US" altLang="zh-CN" dirty="0" smtClean="0"/>
          </a:p>
          <a:p>
            <a:pPr marL="514350" indent="-514350">
              <a:buFont typeface="+mj-ea"/>
              <a:buAutoNum type="circleNumDbPlain"/>
            </a:pPr>
            <a:endParaRPr lang="en-US" altLang="zh-CN" dirty="0"/>
          </a:p>
          <a:p>
            <a:r>
              <a:rPr lang="en-US" altLang="zh-CN" dirty="0" smtClean="0"/>
              <a:t>Example:</a:t>
            </a:r>
            <a:r>
              <a:rPr lang="en-US" altLang="zh-CN" dirty="0" smtClean="0">
                <a:solidFill>
                  <a:srgbClr val="0000FF"/>
                </a:solidFill>
              </a:rPr>
              <a:t>   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dirty="0" smtClean="0">
                <a:solidFill>
                  <a:srgbClr val="0000FF"/>
                </a:solidFill>
              </a:rPr>
              <a:t>student1</a:t>
            </a:r>
            <a:r>
              <a:rPr lang="en-US" altLang="zh-CN" dirty="0" smtClean="0"/>
              <a:t>.average_score(</a:t>
            </a:r>
            <a:r>
              <a:rPr lang="en-US" altLang="zh-CN" dirty="0" smtClean="0">
                <a:solidFill>
                  <a:srgbClr val="FF0000"/>
                </a:solidFill>
              </a:rPr>
              <a:t>subject1</a:t>
            </a:r>
            <a:r>
              <a:rPr lang="en-US" altLang="zh-CN" dirty="0" smtClean="0"/>
              <a:t>,</a:t>
            </a:r>
            <a:r>
              <a:rPr lang="en-US" altLang="zh-CN" dirty="0" smtClean="0">
                <a:solidFill>
                  <a:srgbClr val="FF0000"/>
                </a:solidFill>
              </a:rPr>
              <a:t>subject2</a:t>
            </a:r>
            <a:r>
              <a:rPr lang="en-US" altLang="zh-CN" dirty="0" smtClean="0"/>
              <a:t>,</a:t>
            </a:r>
            <a:r>
              <a:rPr lang="en-US" altLang="zh-CN" dirty="0" smtClean="0">
                <a:solidFill>
                  <a:srgbClr val="FF0000"/>
                </a:solidFill>
              </a:rPr>
              <a:t>subject3</a:t>
            </a:r>
            <a:r>
              <a:rPr lang="en-US" altLang="zh-CN" dirty="0" smtClean="0"/>
              <a:t>);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6" name="墨迹 5"/>
              <p14:cNvContentPartPr/>
              <p14:nvPr/>
            </p14:nvContentPartPr>
            <p14:xfrm>
              <a:off x="82800" y="3041640"/>
              <a:ext cx="7785360" cy="257832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2"/>
            </p:blipFill>
            <p:spPr>
              <a:xfrm>
                <a:off x="82800" y="3041640"/>
                <a:ext cx="7785360" cy="257832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属性</a:t>
            </a:r>
            <a:r>
              <a:rPr lang="en-US" altLang="zh-CN" dirty="0" smtClean="0"/>
              <a:t>(attribute)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类中的数据；</a:t>
            </a:r>
            <a:endParaRPr lang="en-US" altLang="zh-CN" dirty="0" smtClean="0"/>
          </a:p>
          <a:p>
            <a:r>
              <a:rPr lang="en-US" altLang="zh-CN" dirty="0" smtClean="0"/>
              <a:t>C++</a:t>
            </a:r>
            <a:r>
              <a:rPr lang="zh-CN" altLang="en-US" dirty="0" smtClean="0"/>
              <a:t>中，属性称为</a:t>
            </a:r>
            <a:r>
              <a:rPr lang="zh-CN" altLang="en-US" dirty="0" smtClean="0">
                <a:solidFill>
                  <a:srgbClr val="0000FF"/>
                </a:solidFill>
              </a:rPr>
              <a:t>数据成员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思考</a:t>
            </a:r>
            <a:r>
              <a:rPr lang="en-US" altLang="zh-CN" dirty="0">
                <a:solidFill>
                  <a:srgbClr val="FF0000"/>
                </a:solidFill>
              </a:rPr>
              <a:t>&amp;</a:t>
            </a:r>
            <a:r>
              <a:rPr lang="zh-CN" altLang="en-US" dirty="0">
                <a:solidFill>
                  <a:srgbClr val="FF0000"/>
                </a:solidFill>
              </a:rPr>
              <a:t>提问：</a:t>
            </a:r>
            <a:r>
              <a:rPr lang="en-US" altLang="zh-CN" dirty="0">
                <a:solidFill>
                  <a:srgbClr val="FF0000"/>
                </a:solidFill>
              </a:rPr>
              <a:t>Student</a:t>
            </a:r>
            <a:r>
              <a:rPr lang="zh-CN" altLang="en-US" dirty="0">
                <a:solidFill>
                  <a:srgbClr val="FF0000"/>
                </a:solidFill>
              </a:rPr>
              <a:t>类可以定义</a:t>
            </a:r>
            <a:r>
              <a:rPr lang="zh-CN" altLang="en-US" dirty="0" smtClean="0">
                <a:solidFill>
                  <a:srgbClr val="FF0000"/>
                </a:solidFill>
              </a:rPr>
              <a:t>哪些</a:t>
            </a:r>
            <a:r>
              <a:rPr lang="zh-CN" altLang="en-US" dirty="0">
                <a:solidFill>
                  <a:srgbClr val="FF0000"/>
                </a:solidFill>
              </a:rPr>
              <a:t>属性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方法</a:t>
            </a:r>
            <a:r>
              <a:rPr lang="en-US" altLang="zh-CN" dirty="0"/>
              <a:t>(method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方法也称为</a:t>
            </a:r>
            <a:r>
              <a:rPr lang="zh-CN" altLang="en-US" dirty="0" smtClean="0">
                <a:solidFill>
                  <a:srgbClr val="0000FF"/>
                </a:solidFill>
              </a:rPr>
              <a:t>行为</a:t>
            </a:r>
            <a:r>
              <a:rPr lang="en-US" altLang="zh-CN" dirty="0" smtClean="0">
                <a:solidFill>
                  <a:srgbClr val="0000FF"/>
                </a:solidFill>
              </a:rPr>
              <a:t>(behavior)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r>
              <a:rPr lang="zh-CN" altLang="en-US" dirty="0" smtClean="0"/>
              <a:t>方法：某一类中，对数据的若干</a:t>
            </a:r>
            <a:r>
              <a:rPr lang="zh-CN" altLang="en-US" dirty="0" smtClean="0">
                <a:solidFill>
                  <a:srgbClr val="0000FF"/>
                </a:solidFill>
              </a:rPr>
              <a:t>操作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C++</a:t>
            </a:r>
            <a:r>
              <a:rPr lang="zh-CN" altLang="en-US" dirty="0" smtClean="0"/>
              <a:t>中，称为</a:t>
            </a:r>
            <a:r>
              <a:rPr lang="zh-CN" altLang="en-US" dirty="0" smtClean="0">
                <a:solidFill>
                  <a:srgbClr val="0000FF"/>
                </a:solidFill>
              </a:rPr>
              <a:t>成员函数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 smtClean="0">
                <a:solidFill>
                  <a:srgbClr val="FF0000"/>
                </a:solidFill>
              </a:rPr>
              <a:t>思考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&amp;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提问</a:t>
            </a:r>
            <a:r>
              <a:rPr lang="zh-CN" altLang="en-US" dirty="0" smtClean="0">
                <a:solidFill>
                  <a:srgbClr val="FF0000"/>
                </a:solidFill>
              </a:rPr>
              <a:t>：</a:t>
            </a:r>
            <a:r>
              <a:rPr lang="en-US" altLang="zh-CN" dirty="0" smtClean="0">
                <a:solidFill>
                  <a:srgbClr val="FF0000"/>
                </a:solidFill>
              </a:rPr>
              <a:t>Student</a:t>
            </a:r>
            <a:r>
              <a:rPr lang="zh-CN" altLang="en-US" dirty="0" smtClean="0">
                <a:solidFill>
                  <a:srgbClr val="FF0000"/>
                </a:solidFill>
              </a:rPr>
              <a:t>类可以定义哪些方法？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封装</a:t>
            </a:r>
            <a:r>
              <a:rPr lang="en-US" altLang="zh-CN" dirty="0" smtClean="0"/>
              <a:t>(encapsulation     </a:t>
            </a:r>
            <a:r>
              <a:rPr lang="en-US" altLang="zh-CN" dirty="0" smtClean="0">
                <a:solidFill>
                  <a:srgbClr val="FF0000"/>
                </a:solidFill>
              </a:rPr>
              <a:t>capsule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封装的两层含义：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dirty="0"/>
              <a:t> </a:t>
            </a:r>
            <a:r>
              <a:rPr lang="zh-CN" altLang="en-US" dirty="0" smtClean="0"/>
              <a:t>把对象的全部属性和方法结合在一起，形成一个</a:t>
            </a:r>
            <a:r>
              <a:rPr lang="zh-CN" altLang="en-US" dirty="0" smtClean="0">
                <a:solidFill>
                  <a:srgbClr val="0000FF"/>
                </a:solidFill>
              </a:rPr>
              <a:t>不可分割的独立单位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dirty="0"/>
              <a:t> </a:t>
            </a:r>
            <a:r>
              <a:rPr lang="zh-CN" altLang="en-US" dirty="0" smtClean="0">
                <a:solidFill>
                  <a:srgbClr val="0000FF"/>
                </a:solidFill>
              </a:rPr>
              <a:t>信息隐蔽</a:t>
            </a:r>
            <a:r>
              <a:rPr lang="zh-CN" altLang="en-US" dirty="0" smtClean="0"/>
              <a:t>，即尽可能隐蔽对象的内部细节，只保留有限的接口与外部发生联系。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6" name="左箭头 5"/>
          <p:cNvSpPr/>
          <p:nvPr/>
        </p:nvSpPr>
        <p:spPr>
          <a:xfrm>
            <a:off x="5580380" y="764540"/>
            <a:ext cx="504190" cy="28765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继承</a:t>
            </a:r>
            <a:r>
              <a:rPr lang="en-US" altLang="zh-CN" dirty="0" smtClean="0"/>
              <a:t>(inheritance)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363390" cy="2908920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继承：直接获得已有的</a:t>
            </a:r>
            <a:r>
              <a:rPr lang="zh-CN" altLang="en-US" u="sng" dirty="0" smtClean="0"/>
              <a:t>性质（数据）</a:t>
            </a:r>
            <a:r>
              <a:rPr lang="zh-CN" altLang="en-US" dirty="0" smtClean="0"/>
              <a:t>和</a:t>
            </a:r>
            <a:r>
              <a:rPr lang="zh-CN" altLang="en-US" u="sng" dirty="0" smtClean="0"/>
              <a:t>特征（对数据的操作）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r>
              <a:rPr lang="zh-CN" altLang="en-US" dirty="0" smtClean="0"/>
              <a:t>继承的过程中</a:t>
            </a:r>
            <a:r>
              <a:rPr lang="zh-CN" altLang="en-US" dirty="0" smtClean="0">
                <a:solidFill>
                  <a:srgbClr val="0000FF"/>
                </a:solidFill>
              </a:rPr>
              <a:t>求同存异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sz="2800" dirty="0"/>
              <a:t>父</a:t>
            </a:r>
            <a:r>
              <a:rPr lang="zh-CN" altLang="en-US" sz="2800" dirty="0" smtClean="0"/>
              <a:t>类（基类）</a:t>
            </a:r>
            <a:r>
              <a:rPr lang="en-US" altLang="zh-CN" sz="2800" dirty="0" smtClean="0"/>
              <a:t>vs </a:t>
            </a:r>
            <a:r>
              <a:rPr lang="zh-CN" altLang="en-US" sz="2800" dirty="0" smtClean="0"/>
              <a:t>子类（派生类）</a:t>
            </a:r>
            <a:endParaRPr lang="en-US" altLang="zh-CN" sz="2800" dirty="0" smtClean="0"/>
          </a:p>
          <a:p>
            <a:r>
              <a:rPr lang="zh-CN" altLang="en-US" sz="2800" dirty="0" smtClean="0"/>
              <a:t>一般化（</a:t>
            </a:r>
            <a:r>
              <a:rPr lang="en-US" altLang="zh-CN" sz="2800" dirty="0" smtClean="0"/>
              <a:t>generalization</a:t>
            </a:r>
            <a:r>
              <a:rPr lang="zh-CN" altLang="en-US" sz="2800" dirty="0" smtClean="0"/>
              <a:t>）</a:t>
            </a:r>
            <a:r>
              <a:rPr lang="en-US" altLang="zh-CN" sz="2800" dirty="0" smtClean="0"/>
              <a:t>vs </a:t>
            </a:r>
            <a:r>
              <a:rPr lang="zh-CN" altLang="en-US" sz="2800" dirty="0" smtClean="0"/>
              <a:t>具体化（</a:t>
            </a:r>
            <a:r>
              <a:rPr lang="en-US" altLang="zh-CN" sz="2800" dirty="0" smtClean="0"/>
              <a:t>specialization</a:t>
            </a:r>
            <a:r>
              <a:rPr lang="zh-CN" altLang="en-US" sz="2800" dirty="0" smtClean="0"/>
              <a:t>）</a:t>
            </a: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293096"/>
            <a:ext cx="2752725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多态性</a:t>
            </a:r>
            <a:r>
              <a:rPr lang="en-US" altLang="zh-CN" dirty="0" smtClean="0"/>
              <a:t>(polymorphism)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收到消息时，对象要予以响应，</a:t>
            </a:r>
            <a:r>
              <a:rPr lang="zh-CN" altLang="en-US" smtClean="0">
                <a:solidFill>
                  <a:srgbClr val="0000FF"/>
                </a:solidFill>
              </a:rPr>
              <a:t>不同类的</a:t>
            </a:r>
            <a:r>
              <a:rPr lang="zh-CN" altLang="en-US" dirty="0" smtClean="0">
                <a:solidFill>
                  <a:srgbClr val="0000FF"/>
                </a:solidFill>
              </a:rPr>
              <a:t>对象收到同一消息</a:t>
            </a:r>
            <a:r>
              <a:rPr lang="zh-CN" altLang="en-US" dirty="0" smtClean="0"/>
              <a:t>可以产生</a:t>
            </a:r>
            <a:r>
              <a:rPr lang="zh-CN" altLang="en-US" dirty="0" smtClean="0">
                <a:solidFill>
                  <a:srgbClr val="0000FF"/>
                </a:solidFill>
              </a:rPr>
              <a:t>完全不同的结果</a:t>
            </a:r>
            <a:r>
              <a:rPr lang="zh-CN" altLang="en-US" dirty="0" smtClean="0"/>
              <a:t>，这一现象叫做</a:t>
            </a:r>
            <a:r>
              <a:rPr lang="zh-CN" altLang="en-US" dirty="0" smtClean="0">
                <a:solidFill>
                  <a:srgbClr val="0000FF"/>
                </a:solidFill>
              </a:rPr>
              <a:t>多态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endParaRPr lang="zh-CN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能否举个例子？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重载</a:t>
            </a:r>
            <a:r>
              <a:rPr lang="en-US" altLang="zh-CN" dirty="0" smtClean="0"/>
              <a:t>(overloading)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两种重载：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）函数重载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</a:t>
            </a:r>
            <a:r>
              <a:rPr lang="zh-CN" altLang="en-US" dirty="0" smtClean="0"/>
              <a:t>在同一作用域内的若干个</a:t>
            </a:r>
            <a:r>
              <a:rPr lang="zh-CN" altLang="en-US" dirty="0" smtClean="0">
                <a:solidFill>
                  <a:srgbClr val="0000FF"/>
                </a:solidFill>
              </a:rPr>
              <a:t>参数特征不同的函数</a:t>
            </a:r>
            <a:r>
              <a:rPr lang="zh-CN" altLang="en-US" dirty="0" smtClean="0"/>
              <a:t>可以使用</a:t>
            </a:r>
            <a:r>
              <a:rPr lang="zh-CN" altLang="en-US" dirty="0" smtClean="0">
                <a:solidFill>
                  <a:srgbClr val="0000FF"/>
                </a:solidFill>
              </a:rPr>
              <a:t>相同的函数名</a:t>
            </a:r>
            <a:r>
              <a:rPr lang="zh-CN" altLang="en-US" dirty="0" smtClean="0"/>
              <a:t>。如：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average(float score1, float score2, float score3)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>
                <a:sym typeface="+mn-ea"/>
              </a:rPr>
              <a:t>average</a:t>
            </a:r>
            <a:r>
              <a:rPr lang="en-US" altLang="zh-CN" dirty="0" smtClean="0">
                <a:sym typeface="+mn-ea"/>
              </a:rPr>
              <a:t>(int score1, int score2, int score3)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>
                <a:sym typeface="+mn-ea"/>
              </a:rPr>
              <a:t>average</a:t>
            </a:r>
            <a:r>
              <a:rPr lang="en-US" altLang="zh-CN" dirty="0" smtClean="0"/>
              <a:t>(float </a:t>
            </a:r>
            <a:r>
              <a:rPr lang="en-US" altLang="zh-CN" dirty="0" err="1" smtClean="0"/>
              <a:t>ave_score</a:t>
            </a:r>
            <a:r>
              <a:rPr lang="en-US" altLang="zh-CN" dirty="0" smtClean="0"/>
              <a:t>)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）运算符重载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同</a:t>
            </a:r>
            <a:r>
              <a:rPr lang="zh-CN" altLang="en-US" dirty="0" smtClean="0">
                <a:solidFill>
                  <a:srgbClr val="0000FF"/>
                </a:solidFill>
              </a:rPr>
              <a:t>一运算符</a:t>
            </a:r>
            <a:r>
              <a:rPr lang="zh-CN" altLang="en-US" dirty="0" smtClean="0"/>
              <a:t>施加于</a:t>
            </a:r>
            <a:r>
              <a:rPr lang="zh-CN" altLang="en-US" dirty="0" smtClean="0">
                <a:solidFill>
                  <a:srgbClr val="0000FF"/>
                </a:solidFill>
              </a:rPr>
              <a:t>不同类型的操作数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r>
              <a:rPr lang="zh-CN" altLang="en-US" dirty="0" smtClean="0"/>
              <a:t>被操作数类型不同时，</a:t>
            </a:r>
            <a:r>
              <a:rPr lang="zh-CN" altLang="en-US" dirty="0" smtClean="0">
                <a:solidFill>
                  <a:srgbClr val="0000FF"/>
                </a:solidFill>
              </a:rPr>
              <a:t>运算符的语义</a:t>
            </a:r>
            <a:r>
              <a:rPr lang="zh-CN" altLang="en-US" dirty="0" smtClean="0"/>
              <a:t>不同。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Q: Can you give such an example?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 smtClean="0"/>
              <a:t>如：实数相乘 </a:t>
            </a:r>
            <a:r>
              <a:rPr lang="en-US" altLang="zh-CN" dirty="0" err="1" smtClean="0"/>
              <a:t>vs</a:t>
            </a:r>
            <a:r>
              <a:rPr lang="en-US" altLang="zh-CN" dirty="0" smtClean="0"/>
              <a:t> </a:t>
            </a:r>
            <a:r>
              <a:rPr lang="zh-CN" altLang="en-US" dirty="0" smtClean="0"/>
              <a:t>虚数相乘</a:t>
            </a:r>
            <a:endParaRPr lang="en-US" altLang="zh-CN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 </a:t>
            </a:r>
            <a:r>
              <a:rPr lang="zh-CN" altLang="en-US" dirty="0" smtClean="0"/>
              <a:t>面向对象建模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19256" cy="4525963"/>
          </a:xfrm>
        </p:spPr>
        <p:txBody>
          <a:bodyPr>
            <a:normAutofit fontScale="92500"/>
          </a:bodyPr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模型</a:t>
            </a:r>
            <a:r>
              <a:rPr lang="zh-CN" altLang="en-US" dirty="0" smtClean="0"/>
              <a:t>：为了理解事物而</a:t>
            </a:r>
            <a:r>
              <a:rPr lang="zh-CN" altLang="en-US" dirty="0" smtClean="0">
                <a:solidFill>
                  <a:srgbClr val="0000FF"/>
                </a:solidFill>
              </a:rPr>
              <a:t>对事物做出的一种抽象</a:t>
            </a:r>
            <a:r>
              <a:rPr lang="zh-CN" altLang="en-US" dirty="0" smtClean="0"/>
              <a:t>，是</a:t>
            </a:r>
            <a:r>
              <a:rPr lang="zh-CN" altLang="en-US" dirty="0" smtClean="0">
                <a:solidFill>
                  <a:srgbClr val="0000FF"/>
                </a:solidFill>
              </a:rPr>
              <a:t>对事物的一种无歧义的书面描述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用面向对象方法开发软件，需要建立三种模型：</a:t>
            </a:r>
            <a:endParaRPr lang="en-US" altLang="zh-CN" dirty="0" smtClean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 smtClean="0">
                <a:solidFill>
                  <a:srgbClr val="0000FF"/>
                </a:solidFill>
              </a:rPr>
              <a:t>对象模型</a:t>
            </a:r>
            <a:r>
              <a:rPr lang="zh-CN" altLang="en-US" dirty="0" smtClean="0"/>
              <a:t>：描述系统的</a:t>
            </a:r>
            <a:r>
              <a:rPr lang="zh-CN" altLang="en-US" dirty="0" smtClean="0">
                <a:solidFill>
                  <a:srgbClr val="0000FF"/>
                </a:solidFill>
              </a:rPr>
              <a:t>数据结构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 smtClean="0">
                <a:solidFill>
                  <a:srgbClr val="0000FF"/>
                </a:solidFill>
              </a:rPr>
              <a:t>动态模型</a:t>
            </a:r>
            <a:r>
              <a:rPr lang="zh-CN" altLang="en-US" dirty="0" smtClean="0"/>
              <a:t>：描述系统的</a:t>
            </a:r>
            <a:r>
              <a:rPr lang="zh-CN" altLang="en-US" dirty="0" smtClean="0">
                <a:solidFill>
                  <a:srgbClr val="0000FF"/>
                </a:solidFill>
              </a:rPr>
              <a:t>控制结构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 smtClean="0">
                <a:solidFill>
                  <a:srgbClr val="0000FF"/>
                </a:solidFill>
              </a:rPr>
              <a:t>功能模型</a:t>
            </a:r>
            <a:r>
              <a:rPr lang="zh-CN" altLang="en-US" dirty="0" smtClean="0"/>
              <a:t>：描述系统的</a:t>
            </a:r>
            <a:r>
              <a:rPr lang="zh-CN" altLang="en-US" dirty="0" smtClean="0">
                <a:solidFill>
                  <a:srgbClr val="0000FF"/>
                </a:solidFill>
              </a:rPr>
              <a:t>功能</a:t>
            </a:r>
            <a:r>
              <a:rPr lang="zh-CN" altLang="en-US" dirty="0" smtClean="0"/>
              <a:t>。</a:t>
            </a:r>
            <a:r>
              <a:rPr lang="en-US" altLang="zh-CN" dirty="0" smtClean="0"/>
              <a:t>    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3</a:t>
            </a:r>
            <a:r>
              <a:rPr lang="zh-CN" altLang="en-US" dirty="0" smtClean="0"/>
              <a:t>种模型必不可少。其中，对象模型是最基本、最重要的。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9.4 </a:t>
            </a:r>
            <a:r>
              <a:rPr lang="zh-CN" altLang="en-US" dirty="0" smtClean="0"/>
              <a:t>对象模型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 smtClean="0"/>
              <a:t>对象模型表示静态的、结构化的系统的“数据”性质；</a:t>
            </a:r>
            <a:endParaRPr lang="en-US" altLang="zh-CN" sz="2800" dirty="0" smtClean="0"/>
          </a:p>
          <a:p>
            <a:r>
              <a:rPr lang="zh-CN" altLang="en-US" sz="2800" dirty="0" smtClean="0"/>
              <a:t>对象模型用来模拟</a:t>
            </a:r>
            <a:r>
              <a:rPr lang="zh-CN" altLang="en-US" sz="2800" dirty="0" smtClean="0">
                <a:solidFill>
                  <a:srgbClr val="0000FF"/>
                </a:solidFill>
              </a:rPr>
              <a:t>对象及对象彼此间关系</a:t>
            </a:r>
            <a:r>
              <a:rPr lang="zh-CN" altLang="en-US" sz="2800" dirty="0" smtClean="0"/>
              <a:t>的映射；</a:t>
            </a:r>
            <a:endParaRPr lang="en-US" altLang="zh-CN" sz="2800" dirty="0" smtClean="0"/>
          </a:p>
          <a:p>
            <a:r>
              <a:rPr lang="zh-CN" altLang="en-US" sz="2800" dirty="0" smtClean="0"/>
              <a:t>为了建立对象模型，需要定义一组</a:t>
            </a:r>
            <a:r>
              <a:rPr lang="zh-CN" altLang="en-US" sz="2800" dirty="0" smtClean="0">
                <a:solidFill>
                  <a:srgbClr val="0000FF"/>
                </a:solidFill>
              </a:rPr>
              <a:t>图形符号</a:t>
            </a:r>
            <a:r>
              <a:rPr lang="zh-CN" altLang="en-US" sz="2800" dirty="0" smtClean="0"/>
              <a:t>，用来规定一组</a:t>
            </a:r>
            <a:r>
              <a:rPr lang="zh-CN" altLang="en-US" sz="2800" dirty="0" smtClean="0">
                <a:solidFill>
                  <a:srgbClr val="0000FF"/>
                </a:solidFill>
              </a:rPr>
              <a:t>表示特定语义的规则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9.4.1 </a:t>
            </a:r>
            <a:r>
              <a:rPr lang="zh-CN" altLang="en-US" dirty="0" smtClean="0"/>
              <a:t>类图的基本符号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类图是一种静态模型，是创建</a:t>
            </a:r>
            <a:r>
              <a:rPr lang="en-US" altLang="zh-CN" dirty="0" smtClean="0">
                <a:solidFill>
                  <a:srgbClr val="0000FF"/>
                </a:solidFill>
              </a:rPr>
              <a:t>UML(Unified Modeling Language</a:t>
            </a:r>
            <a:r>
              <a:rPr lang="zh-CN" altLang="en-US" dirty="0" smtClean="0">
                <a:solidFill>
                  <a:srgbClr val="0000FF"/>
                </a:solidFill>
              </a:rPr>
              <a:t>：统一建模语言</a:t>
            </a:r>
            <a:r>
              <a:rPr lang="en-US" altLang="zh-CN" dirty="0" smtClean="0">
                <a:solidFill>
                  <a:srgbClr val="0000FF"/>
                </a:solidFill>
              </a:rPr>
              <a:t>)</a:t>
            </a:r>
            <a:r>
              <a:rPr lang="zh-CN" altLang="en-US" dirty="0" smtClean="0"/>
              <a:t>图的基础。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）定义类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     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    类命名：富于描述性、简洁、无二义性。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284984"/>
            <a:ext cx="1552575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）定义属性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2800" dirty="0" smtClean="0"/>
              <a:t>UML</a:t>
            </a:r>
            <a:r>
              <a:rPr lang="zh-CN" altLang="en-US" sz="2800" dirty="0" smtClean="0"/>
              <a:t>描述</a:t>
            </a:r>
            <a:r>
              <a:rPr lang="zh-CN" altLang="en-US" sz="2800" dirty="0"/>
              <a:t>属性</a:t>
            </a:r>
            <a:r>
              <a:rPr lang="zh-CN" altLang="en-US" sz="2800" dirty="0" smtClean="0"/>
              <a:t>的语法格式：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 </a:t>
            </a:r>
            <a:r>
              <a:rPr lang="zh-CN" altLang="en-US" sz="2800" dirty="0" smtClean="0">
                <a:solidFill>
                  <a:srgbClr val="0000FF"/>
                </a:solidFill>
              </a:rPr>
              <a:t>可见性   属性名：类型名</a:t>
            </a:r>
            <a:r>
              <a:rPr lang="en-US" altLang="zh-CN" sz="2800" dirty="0" smtClean="0">
                <a:solidFill>
                  <a:srgbClr val="0000FF"/>
                </a:solidFill>
              </a:rPr>
              <a:t>=</a:t>
            </a:r>
            <a:r>
              <a:rPr lang="zh-CN" altLang="en-US" sz="2800" dirty="0" smtClean="0">
                <a:solidFill>
                  <a:srgbClr val="0000FF"/>
                </a:solidFill>
              </a:rPr>
              <a:t>初值 </a:t>
            </a:r>
            <a:r>
              <a:rPr lang="en-US" altLang="zh-CN" sz="2800" dirty="0" smtClean="0">
                <a:solidFill>
                  <a:srgbClr val="0000FF"/>
                </a:solidFill>
              </a:rPr>
              <a:t>{</a:t>
            </a:r>
            <a:r>
              <a:rPr lang="zh-CN" altLang="en-US" sz="2800" dirty="0" smtClean="0">
                <a:solidFill>
                  <a:srgbClr val="0000FF"/>
                </a:solidFill>
              </a:rPr>
              <a:t>性质串</a:t>
            </a:r>
            <a:r>
              <a:rPr lang="en-US" altLang="zh-CN" sz="2800" dirty="0" smtClean="0">
                <a:solidFill>
                  <a:srgbClr val="0000FF"/>
                </a:solidFill>
              </a:rPr>
              <a:t>}</a:t>
            </a:r>
            <a:endParaRPr lang="en-US" altLang="zh-CN" sz="2800" dirty="0" smtClean="0">
              <a:solidFill>
                <a:srgbClr val="0000FF"/>
              </a:solidFill>
            </a:endParaRPr>
          </a:p>
          <a:p>
            <a:r>
              <a:rPr lang="zh-CN" altLang="en-US" sz="2800" dirty="0" smtClean="0"/>
              <a:t>属性的可见性 </a:t>
            </a:r>
            <a:r>
              <a:rPr lang="en-US" altLang="zh-CN" sz="2800" dirty="0" smtClean="0"/>
              <a:t>(visibility)</a:t>
            </a:r>
            <a:endParaRPr lang="en-US" altLang="zh-CN" sz="28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 smtClean="0"/>
              <a:t> </a:t>
            </a:r>
            <a:r>
              <a:rPr lang="zh-CN" altLang="en-US" sz="2400" dirty="0" smtClean="0"/>
              <a:t>公有的（</a:t>
            </a:r>
            <a:r>
              <a:rPr lang="en-US" altLang="zh-CN" sz="2400" dirty="0" smtClean="0"/>
              <a:t>public</a:t>
            </a:r>
            <a:r>
              <a:rPr lang="zh-CN" altLang="en-US" sz="2400" dirty="0" smtClean="0"/>
              <a:t>）</a:t>
            </a:r>
            <a:r>
              <a:rPr lang="en-US" altLang="zh-CN" sz="2400" dirty="0" smtClean="0"/>
              <a:t>:   +</a:t>
            </a:r>
            <a:endParaRPr lang="en-US" altLang="zh-CN" sz="24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私有的（</a:t>
            </a:r>
            <a:r>
              <a:rPr lang="en-US" altLang="zh-CN" sz="2400" dirty="0" smtClean="0"/>
              <a:t>private</a:t>
            </a:r>
            <a:r>
              <a:rPr lang="zh-CN" altLang="en-US" sz="2400" dirty="0" smtClean="0"/>
              <a:t>）</a:t>
            </a:r>
            <a:r>
              <a:rPr lang="en-US" altLang="zh-CN" sz="2400" dirty="0" smtClean="0"/>
              <a:t>:   -</a:t>
            </a:r>
            <a:endParaRPr lang="en-US" altLang="zh-CN" sz="24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保护的（</a:t>
            </a:r>
            <a:r>
              <a:rPr lang="en-US" altLang="zh-CN" sz="2400" dirty="0" smtClean="0"/>
              <a:t>protected</a:t>
            </a:r>
            <a:r>
              <a:rPr lang="zh-CN" altLang="en-US" sz="2400" dirty="0" smtClean="0"/>
              <a:t>）</a:t>
            </a:r>
            <a:r>
              <a:rPr lang="en-US" altLang="zh-CN" sz="2400" dirty="0" smtClean="0"/>
              <a:t>: #</a:t>
            </a:r>
            <a:endParaRPr lang="en-US" altLang="zh-CN" sz="2400" dirty="0" smtClean="0"/>
          </a:p>
          <a:p>
            <a:r>
              <a:rPr lang="en-US" altLang="zh-CN" sz="2800" dirty="0" smtClean="0">
                <a:solidFill>
                  <a:srgbClr val="FF0000"/>
                </a:solidFill>
              </a:rPr>
              <a:t>UML</a:t>
            </a:r>
            <a:r>
              <a:rPr lang="zh-CN" altLang="en-US" sz="2800" dirty="0" smtClean="0">
                <a:solidFill>
                  <a:srgbClr val="FF0000"/>
                </a:solidFill>
              </a:rPr>
              <a:t>中，没有默认的可见性。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r>
              <a:rPr lang="zh-CN" altLang="en-US" sz="2800" dirty="0" smtClean="0">
                <a:solidFill>
                  <a:srgbClr val="0000FF"/>
                </a:solidFill>
              </a:rPr>
              <a:t>性质串</a:t>
            </a:r>
            <a:r>
              <a:rPr lang="zh-CN" altLang="en-US" sz="2800" dirty="0" smtClean="0"/>
              <a:t>：明确列出该属性所有可能的取值，可有可无。</a:t>
            </a:r>
            <a:endParaRPr lang="en-US" altLang="zh-CN" sz="2800" dirty="0" smtClean="0"/>
          </a:p>
          <a:p>
            <a:r>
              <a:rPr lang="en-US" altLang="zh-CN" sz="2800" dirty="0" smtClean="0"/>
              <a:t>Example: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    + </a:t>
            </a:r>
            <a:r>
              <a:rPr lang="zh-CN" altLang="en-US" sz="2800" dirty="0" smtClean="0"/>
              <a:t>婚否：布尔</a:t>
            </a:r>
            <a:r>
              <a:rPr lang="en-US" altLang="zh-CN" sz="2800" dirty="0" smtClean="0"/>
              <a:t>=</a:t>
            </a:r>
            <a:r>
              <a:rPr lang="zh-CN" altLang="en-US" sz="2800" dirty="0"/>
              <a:t>真</a:t>
            </a:r>
            <a:r>
              <a:rPr lang="en-US" altLang="zh-CN" sz="2800" dirty="0" smtClean="0"/>
              <a:t>{</a:t>
            </a:r>
            <a:r>
              <a:rPr lang="zh-CN" altLang="en-US" sz="2800" dirty="0" smtClean="0"/>
              <a:t>真，假</a:t>
            </a:r>
            <a:r>
              <a:rPr lang="en-US" altLang="zh-CN" sz="2800" dirty="0" smtClean="0"/>
              <a:t>}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）定义服务（对数据的操作）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2800" dirty="0" smtClean="0"/>
              <a:t>UML</a:t>
            </a:r>
            <a:r>
              <a:rPr lang="zh-CN" altLang="en-US" sz="2800" dirty="0" smtClean="0"/>
              <a:t>描述操作的</a:t>
            </a:r>
            <a:r>
              <a:rPr lang="zh-CN" altLang="en-US" sz="2800" dirty="0"/>
              <a:t>语法</a:t>
            </a:r>
            <a:r>
              <a:rPr lang="zh-CN" altLang="en-US" sz="2800" dirty="0" smtClean="0"/>
              <a:t>格式：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 </a:t>
            </a:r>
            <a:r>
              <a:rPr lang="zh-CN" altLang="en-US" sz="2800" dirty="0" smtClean="0">
                <a:solidFill>
                  <a:srgbClr val="0000FF"/>
                </a:solidFill>
              </a:rPr>
              <a:t>可见性   操作名（参数表）：返回值类型</a:t>
            </a:r>
            <a:r>
              <a:rPr lang="en-US" altLang="zh-CN" sz="2800" dirty="0" smtClean="0">
                <a:solidFill>
                  <a:srgbClr val="FF0000"/>
                </a:solidFill>
              </a:rPr>
              <a:t>{</a:t>
            </a:r>
            <a:r>
              <a:rPr lang="zh-CN" altLang="en-US" sz="2800" dirty="0" smtClean="0">
                <a:solidFill>
                  <a:srgbClr val="FF0000"/>
                </a:solidFill>
              </a:rPr>
              <a:t>性质串</a:t>
            </a:r>
            <a:r>
              <a:rPr lang="en-US" altLang="zh-CN" sz="2800" dirty="0" smtClean="0">
                <a:solidFill>
                  <a:srgbClr val="FF0000"/>
                </a:solidFill>
              </a:rPr>
              <a:t>}</a:t>
            </a:r>
            <a:endParaRPr lang="en-US" altLang="zh-CN" sz="2800" dirty="0" smtClean="0">
              <a:solidFill>
                <a:srgbClr val="0000FF"/>
              </a:solidFill>
            </a:endParaRPr>
          </a:p>
          <a:p>
            <a:r>
              <a:rPr lang="zh-CN" altLang="en-US" sz="2800" dirty="0" smtClean="0"/>
              <a:t>参数的语法：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    </a:t>
            </a:r>
            <a:r>
              <a:rPr lang="zh-CN" altLang="en-US" sz="2800" dirty="0" smtClean="0">
                <a:solidFill>
                  <a:srgbClr val="FF0000"/>
                </a:solidFill>
              </a:rPr>
              <a:t>参数名：类型名</a:t>
            </a:r>
            <a:r>
              <a:rPr lang="en-US" altLang="zh-CN" sz="2800" dirty="0" smtClean="0">
                <a:solidFill>
                  <a:srgbClr val="FF0000"/>
                </a:solidFill>
              </a:rPr>
              <a:t>[= </a:t>
            </a:r>
            <a:r>
              <a:rPr lang="zh-CN" altLang="en-US" sz="2800" dirty="0" smtClean="0">
                <a:solidFill>
                  <a:srgbClr val="FF0000"/>
                </a:solidFill>
              </a:rPr>
              <a:t>默认值</a:t>
            </a:r>
            <a:r>
              <a:rPr lang="en-US" altLang="zh-CN" sz="2800" dirty="0" smtClean="0">
                <a:solidFill>
                  <a:srgbClr val="FF0000"/>
                </a:solidFill>
              </a:rPr>
              <a:t>]</a:t>
            </a:r>
            <a:endParaRPr lang="en-US" altLang="zh-CN" sz="2800" dirty="0" smtClean="0">
              <a:solidFill>
                <a:srgbClr val="0000FF"/>
              </a:solidFill>
            </a:endParaRPr>
          </a:p>
          <a:p>
            <a:endParaRPr lang="en-US" altLang="zh-CN" sz="2800" dirty="0" smtClean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altLang="zh-CN" sz="2800" dirty="0"/>
          </a:p>
          <a:p>
            <a:r>
              <a:rPr lang="en-US" altLang="zh-CN" sz="2800" dirty="0"/>
              <a:t>E</a:t>
            </a:r>
            <a:r>
              <a:rPr lang="en-US" altLang="zh-CN" sz="2800" dirty="0" smtClean="0"/>
              <a:t>xample:</a:t>
            </a:r>
            <a:endParaRPr lang="en-US" altLang="zh-CN" sz="2800" dirty="0" smtClean="0"/>
          </a:p>
          <a:p>
            <a:pPr marL="0" indent="0">
              <a:buNone/>
            </a:pP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 -show(</a:t>
            </a:r>
            <a:r>
              <a:rPr lang="en-US" altLang="zh-CN" sz="2800" dirty="0" err="1" smtClean="0">
                <a:solidFill>
                  <a:srgbClr val="FF0000"/>
                </a:solidFill>
              </a:rPr>
              <a:t>x:integer</a:t>
            </a:r>
            <a:r>
              <a:rPr lang="en-US" altLang="zh-CN" sz="2800" dirty="0" smtClean="0">
                <a:solidFill>
                  <a:srgbClr val="FF0000"/>
                </a:solidFill>
              </a:rPr>
              <a:t>=0, y:integer, z:integer</a:t>
            </a:r>
            <a:r>
              <a:rPr lang="en-US" altLang="zh-CN" sz="2800" dirty="0" smtClean="0"/>
              <a:t>):integer;</a:t>
            </a:r>
            <a:endParaRPr lang="en-US" altLang="zh-CN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9.4.2 </a:t>
            </a:r>
            <a:r>
              <a:rPr lang="zh-CN" altLang="en-US" dirty="0" smtClean="0"/>
              <a:t>表示关系的符号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类与类之间的</a:t>
            </a:r>
            <a:r>
              <a:rPr lang="en-US" altLang="zh-CN" dirty="0" smtClean="0"/>
              <a:t>4</a:t>
            </a:r>
            <a:r>
              <a:rPr lang="zh-CN" altLang="en-US" dirty="0" smtClean="0"/>
              <a:t>种关系：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/>
              <a:t>关联</a:t>
            </a:r>
            <a:endParaRPr lang="en-US" altLang="zh-CN" dirty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/>
              <a:t>聚集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/>
              <a:t>泛化（继承）</a:t>
            </a:r>
            <a:endParaRPr lang="en-US" altLang="zh-CN" dirty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/>
              <a:t>依赖</a:t>
            </a:r>
            <a:r>
              <a:rPr lang="zh-CN" altLang="en-US" dirty="0"/>
              <a:t>和</a:t>
            </a:r>
            <a:r>
              <a:rPr lang="zh-CN" altLang="en-US" dirty="0" smtClean="0"/>
              <a:t>细化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a) </a:t>
            </a:r>
            <a:r>
              <a:rPr lang="zh-CN" altLang="en-US" dirty="0" smtClean="0"/>
              <a:t>关联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42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 smtClean="0"/>
              <a:t>关联表示两个类的对象之间存在某种语义上的联系。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1</a:t>
            </a:r>
            <a:r>
              <a:rPr lang="zh-CN" altLang="en-US" sz="2800" dirty="0" smtClean="0"/>
              <a:t>）</a:t>
            </a:r>
            <a:r>
              <a:rPr lang="zh-CN" altLang="en-US" sz="2800" dirty="0" smtClean="0">
                <a:solidFill>
                  <a:srgbClr val="0000FF"/>
                </a:solidFill>
              </a:rPr>
              <a:t>普通关联</a:t>
            </a:r>
            <a:endParaRPr lang="en-US" altLang="zh-CN" sz="2800" dirty="0" smtClean="0">
              <a:solidFill>
                <a:srgbClr val="0000FF"/>
              </a:solidFill>
            </a:endParaRPr>
          </a:p>
          <a:p>
            <a:r>
              <a:rPr lang="zh-CN" altLang="en-US" sz="2800" dirty="0"/>
              <a:t>最</a:t>
            </a:r>
            <a:r>
              <a:rPr lang="zh-CN" altLang="en-US" sz="2800" dirty="0" smtClean="0"/>
              <a:t>常见的关联关系</a:t>
            </a:r>
            <a:endParaRPr lang="en-US" altLang="zh-CN" sz="2800" dirty="0" smtClean="0"/>
          </a:p>
          <a:p>
            <a:r>
              <a:rPr lang="zh-CN" altLang="en-US" sz="2800" dirty="0" smtClean="0"/>
              <a:t>只要类与类之间存在连接关系，就可以用普通关联表示。</a:t>
            </a:r>
            <a:endParaRPr lang="en-US" altLang="zh-CN" sz="2800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071402"/>
            <a:ext cx="6840760" cy="2454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6" name="墨迹 5"/>
              <p14:cNvContentPartPr/>
              <p14:nvPr/>
            </p14:nvContentPartPr>
            <p14:xfrm>
              <a:off x="1111320" y="5013220"/>
              <a:ext cx="6629760" cy="35568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3"/>
            </p:blipFill>
            <p:spPr>
              <a:xfrm>
                <a:off x="1111320" y="5013220"/>
                <a:ext cx="6629760" cy="35568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340768"/>
            <a:ext cx="7484984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5130720" y="1052670"/>
              <a:ext cx="2908800" cy="79211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5130720" y="1052670"/>
                <a:ext cx="2908800" cy="7921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" name="墨迹 2"/>
              <p14:cNvContentPartPr/>
              <p14:nvPr/>
            </p14:nvContentPartPr>
            <p14:xfrm>
              <a:off x="1784520" y="3282840"/>
              <a:ext cx="5702400" cy="172764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5"/>
            </p:blipFill>
            <p:spPr>
              <a:xfrm>
                <a:off x="1784520" y="3282840"/>
                <a:ext cx="5702400" cy="17276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6" name="墨迹 5"/>
              <p14:cNvContentPartPr/>
              <p14:nvPr/>
            </p14:nvContentPartPr>
            <p14:xfrm>
              <a:off x="1708200" y="2070000"/>
              <a:ext cx="5080320" cy="5112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7"/>
            </p:blipFill>
            <p:spPr>
              <a:xfrm>
                <a:off x="1708200" y="2070000"/>
                <a:ext cx="5080320" cy="5112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）关联的角色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84784"/>
            <a:ext cx="7187708" cy="439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" name="墨迹 2"/>
              <p14:cNvContentPartPr/>
              <p14:nvPr/>
            </p14:nvContentPartPr>
            <p14:xfrm>
              <a:off x="4940280" y="2146320"/>
              <a:ext cx="1206720" cy="44496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3"/>
            </p:blipFill>
            <p:spPr>
              <a:xfrm>
                <a:off x="4940280" y="2146320"/>
                <a:ext cx="1206720" cy="4449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）限定关联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412776"/>
            <a:ext cx="4755976" cy="232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3861048"/>
            <a:ext cx="8229600" cy="2265115"/>
          </a:xfrm>
        </p:spPr>
        <p:txBody>
          <a:bodyPr/>
          <a:lstStyle/>
          <a:p>
            <a:r>
              <a:rPr lang="zh-CN" altLang="en-US" dirty="0" smtClean="0"/>
              <a:t>利用</a:t>
            </a:r>
            <a:r>
              <a:rPr lang="zh-CN" altLang="en-US" dirty="0" smtClean="0">
                <a:solidFill>
                  <a:srgbClr val="0000FF"/>
                </a:solidFill>
              </a:rPr>
              <a:t>限定词</a:t>
            </a:r>
            <a:r>
              <a:rPr lang="en-US" altLang="zh-CN" dirty="0" smtClean="0">
                <a:solidFill>
                  <a:srgbClr val="0000FF"/>
                </a:solidFill>
              </a:rPr>
              <a:t>(</a:t>
            </a:r>
            <a:r>
              <a:rPr lang="zh-CN" altLang="en-US" dirty="0" smtClean="0">
                <a:solidFill>
                  <a:srgbClr val="0000FF"/>
                </a:solidFill>
              </a:rPr>
              <a:t>如本例中的“文件名”</a:t>
            </a:r>
            <a:r>
              <a:rPr lang="en-US" altLang="zh-CN" dirty="0" smtClean="0">
                <a:solidFill>
                  <a:srgbClr val="0000FF"/>
                </a:solidFill>
              </a:rPr>
              <a:t>)</a:t>
            </a:r>
            <a:r>
              <a:rPr lang="zh-CN" altLang="en-US" dirty="0" smtClean="0"/>
              <a:t>把一对多关系简化成了一对一关系。</a:t>
            </a:r>
            <a:endParaRPr lang="en-US" altLang="zh-CN" dirty="0" smtClean="0"/>
          </a:p>
          <a:p>
            <a:r>
              <a:rPr lang="zh-CN" altLang="en-US" dirty="0" smtClean="0"/>
              <a:t>限定词放在关联关系末端的一个小方框内。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）关联类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 smtClean="0"/>
              <a:t>为了说明</a:t>
            </a:r>
            <a:r>
              <a:rPr lang="zh-CN" altLang="en-US" sz="2800" dirty="0" smtClean="0">
                <a:solidFill>
                  <a:srgbClr val="0000FF"/>
                </a:solidFill>
              </a:rPr>
              <a:t>关联的性质</a:t>
            </a:r>
            <a:r>
              <a:rPr lang="zh-CN" altLang="en-US" sz="2800" dirty="0" smtClean="0"/>
              <a:t>，可能需要一些</a:t>
            </a:r>
            <a:r>
              <a:rPr lang="zh-CN" altLang="en-US" sz="2800" dirty="0" smtClean="0">
                <a:solidFill>
                  <a:srgbClr val="0000FF"/>
                </a:solidFill>
              </a:rPr>
              <a:t>附加信息</a:t>
            </a:r>
            <a:r>
              <a:rPr lang="zh-CN" altLang="en-US" sz="2800" dirty="0" smtClean="0"/>
              <a:t>。因此，引入关联类来记录这些信息。</a:t>
            </a:r>
            <a:endParaRPr lang="en-US" altLang="zh-CN" sz="2800" dirty="0" smtClean="0"/>
          </a:p>
          <a:p>
            <a:endParaRPr lang="en-US" altLang="zh-CN" sz="2800" dirty="0"/>
          </a:p>
          <a:p>
            <a:endParaRPr lang="en-US" altLang="zh-CN" sz="2800" dirty="0" smtClean="0"/>
          </a:p>
          <a:p>
            <a:endParaRPr lang="en-US" altLang="zh-CN" sz="2800" dirty="0"/>
          </a:p>
          <a:p>
            <a:endParaRPr lang="en-US" altLang="zh-CN" sz="2800" dirty="0" smtClean="0"/>
          </a:p>
          <a:p>
            <a:endParaRPr lang="en-US" altLang="zh-CN" sz="2800" dirty="0"/>
          </a:p>
          <a:p>
            <a:r>
              <a:rPr lang="zh-CN" altLang="en-US" sz="2800" dirty="0" smtClean="0">
                <a:solidFill>
                  <a:srgbClr val="0000FF"/>
                </a:solidFill>
              </a:rPr>
              <a:t>每一个队列（关联类）</a:t>
            </a:r>
            <a:r>
              <a:rPr lang="zh-CN" altLang="en-US" sz="2800" dirty="0" smtClean="0"/>
              <a:t>存储着电梯控制器和每一个电梯之间的</a:t>
            </a:r>
            <a:r>
              <a:rPr lang="zh-CN" altLang="en-US" sz="2800" dirty="0" smtClean="0">
                <a:solidFill>
                  <a:srgbClr val="0000FF"/>
                </a:solidFill>
              </a:rPr>
              <a:t>请求服务信息</a:t>
            </a:r>
            <a:r>
              <a:rPr lang="zh-CN" altLang="en-US" sz="2800" dirty="0" smtClean="0"/>
              <a:t>。</a:t>
            </a: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564904"/>
            <a:ext cx="4733925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b) </a:t>
            </a:r>
            <a:r>
              <a:rPr lang="zh-CN" altLang="en-US" dirty="0" smtClean="0"/>
              <a:t>聚集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也称为</a:t>
            </a:r>
            <a:r>
              <a:rPr lang="zh-CN" altLang="en-US" dirty="0" smtClean="0">
                <a:solidFill>
                  <a:srgbClr val="0000FF"/>
                </a:solidFill>
              </a:rPr>
              <a:t>聚合</a:t>
            </a:r>
            <a:r>
              <a:rPr lang="zh-CN" altLang="en-US" dirty="0" smtClean="0"/>
              <a:t>，是关联的特例；</a:t>
            </a:r>
            <a:endParaRPr lang="en-US" altLang="zh-CN" dirty="0" smtClean="0"/>
          </a:p>
          <a:p>
            <a:r>
              <a:rPr lang="zh-CN" altLang="en-US" dirty="0" smtClean="0"/>
              <a:t>表示类与类之间是</a:t>
            </a:r>
            <a:r>
              <a:rPr lang="zh-CN" altLang="en-US" dirty="0" smtClean="0">
                <a:solidFill>
                  <a:srgbClr val="0000FF"/>
                </a:solidFill>
              </a:rPr>
              <a:t>整体与部分的关系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r>
              <a:rPr lang="zh-CN" altLang="en-US" dirty="0" smtClean="0"/>
              <a:t>两种特殊的聚集关系：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 smtClean="0"/>
              <a:t> </a:t>
            </a:r>
            <a:r>
              <a:rPr lang="zh-CN" altLang="en-US" dirty="0" smtClean="0"/>
              <a:t>共享聚集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/>
              <a:t> </a:t>
            </a:r>
            <a:r>
              <a:rPr lang="zh-CN" altLang="en-US" dirty="0" smtClean="0"/>
              <a:t>组合聚集</a:t>
            </a:r>
            <a:r>
              <a:rPr lang="en-US" altLang="zh-CN" dirty="0" smtClean="0"/>
              <a:t>   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共享聚集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510" y="1412720"/>
            <a:ext cx="7060243" cy="4032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" name="墨迹 2"/>
              <p14:cNvContentPartPr/>
              <p14:nvPr/>
            </p14:nvContentPartPr>
            <p14:xfrm>
              <a:off x="1117440" y="1670040"/>
              <a:ext cx="6871320" cy="179100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3"/>
            </p:blipFill>
            <p:spPr>
              <a:xfrm>
                <a:off x="1117440" y="1670040"/>
                <a:ext cx="6871320" cy="179100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组合聚集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520" y="1340710"/>
            <a:ext cx="6696930" cy="207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660" y="3573020"/>
            <a:ext cx="3960550" cy="2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" name="墨迹 2"/>
              <p14:cNvContentPartPr/>
              <p14:nvPr/>
            </p14:nvContentPartPr>
            <p14:xfrm>
              <a:off x="1682640" y="1670040"/>
              <a:ext cx="2864160" cy="2592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4"/>
            </p:blipFill>
            <p:spPr>
              <a:xfrm>
                <a:off x="1682640" y="1670040"/>
                <a:ext cx="2864160" cy="2592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c) </a:t>
            </a:r>
            <a:r>
              <a:rPr lang="zh-CN" altLang="en-US" dirty="0" smtClean="0"/>
              <a:t>泛化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泛化即</a:t>
            </a:r>
            <a:r>
              <a:rPr lang="zh-CN" altLang="en-US" dirty="0" smtClean="0">
                <a:solidFill>
                  <a:srgbClr val="FF0000"/>
                </a:solidFill>
              </a:rPr>
              <a:t>继承</a:t>
            </a:r>
            <a:r>
              <a:rPr lang="zh-CN" altLang="en-US" dirty="0" smtClean="0"/>
              <a:t>关系；</a:t>
            </a:r>
            <a:endParaRPr lang="en-US" altLang="zh-CN" dirty="0" smtClean="0"/>
          </a:p>
          <a:p>
            <a:r>
              <a:rPr lang="zh-CN" altLang="en-US" dirty="0"/>
              <a:t>表示</a:t>
            </a:r>
            <a:r>
              <a:rPr lang="zh-CN" altLang="en-US" dirty="0" smtClean="0">
                <a:solidFill>
                  <a:srgbClr val="0000FF"/>
                </a:solidFill>
              </a:rPr>
              <a:t>通用元素</a:t>
            </a:r>
            <a:r>
              <a:rPr lang="zh-CN" altLang="en-US" dirty="0" smtClean="0"/>
              <a:t>与</a:t>
            </a:r>
            <a:r>
              <a:rPr lang="zh-CN" altLang="en-US" dirty="0" smtClean="0">
                <a:solidFill>
                  <a:srgbClr val="0000FF"/>
                </a:solidFill>
              </a:rPr>
              <a:t>具体元素</a:t>
            </a:r>
            <a:r>
              <a:rPr lang="zh-CN" altLang="en-US" dirty="0" smtClean="0"/>
              <a:t>之间的一种关系。 </a:t>
            </a:r>
            <a:endParaRPr lang="en-US" altLang="zh-CN" dirty="0" smtClean="0"/>
          </a:p>
          <a:p>
            <a:r>
              <a:rPr lang="zh-CN" altLang="en-US" dirty="0" smtClean="0"/>
              <a:t>具体元素完全拥有通用元素的信息，还可有一些</a:t>
            </a:r>
            <a:r>
              <a:rPr lang="zh-CN" altLang="en-US" dirty="0" smtClean="0">
                <a:solidFill>
                  <a:srgbClr val="0000FF"/>
                </a:solidFill>
              </a:rPr>
              <a:t>附加信息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d) </a:t>
            </a:r>
            <a:r>
              <a:rPr lang="zh-CN" altLang="en-US" dirty="0" smtClean="0"/>
              <a:t>依赖和细化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依赖关系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70" y="2492870"/>
            <a:ext cx="8583112" cy="2633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6" name="墨迹 5"/>
              <p14:cNvContentPartPr/>
              <p14:nvPr/>
            </p14:nvContentPartPr>
            <p14:xfrm>
              <a:off x="1739880" y="3517920"/>
              <a:ext cx="2718360" cy="4464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3"/>
            </p:blipFill>
            <p:spPr>
              <a:xfrm>
                <a:off x="1739880" y="3517920"/>
                <a:ext cx="2718360" cy="446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7" name="墨迹 6"/>
              <p14:cNvContentPartPr/>
              <p14:nvPr/>
            </p14:nvContentPartPr>
            <p14:xfrm>
              <a:off x="476280" y="4425840"/>
              <a:ext cx="1257840" cy="80676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5"/>
            </p:blipFill>
            <p:spPr>
              <a:xfrm>
                <a:off x="476280" y="4425840"/>
                <a:ext cx="1257840" cy="8067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细化关系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350895"/>
          </a:xfrm>
        </p:spPr>
        <p:txBody>
          <a:bodyPr>
            <a:normAutofit lnSpcReduction="10000"/>
          </a:bodyPr>
          <a:lstStyle/>
          <a:p>
            <a:r>
              <a:rPr lang="zh-CN" altLang="en-US" sz="2800" dirty="0" smtClean="0"/>
              <a:t>对同一个事物在</a:t>
            </a:r>
            <a:r>
              <a:rPr lang="zh-CN" altLang="en-US" sz="2800" dirty="0" smtClean="0">
                <a:solidFill>
                  <a:srgbClr val="0000FF"/>
                </a:solidFill>
              </a:rPr>
              <a:t>不同抽象层次上描述</a:t>
            </a:r>
            <a:r>
              <a:rPr lang="zh-CN" altLang="en-US" sz="2800" dirty="0" smtClean="0"/>
              <a:t>时，这些描述之间具有细化关系；</a:t>
            </a:r>
            <a:endParaRPr lang="en-US" altLang="zh-CN" sz="2800" dirty="0" smtClean="0"/>
          </a:p>
          <a:p>
            <a:r>
              <a:rPr lang="en-US" altLang="zh-CN" sz="2800" dirty="0" smtClean="0"/>
              <a:t>B</a:t>
            </a:r>
            <a:r>
              <a:rPr lang="zh-CN" altLang="en-US" sz="2800" dirty="0" smtClean="0"/>
              <a:t>细化了</a:t>
            </a:r>
            <a:r>
              <a:rPr lang="en-US" altLang="zh-CN" sz="2800" dirty="0" smtClean="0"/>
              <a:t>A</a:t>
            </a:r>
            <a:r>
              <a:rPr lang="zh-CN" altLang="en-US" sz="2800" dirty="0" smtClean="0"/>
              <a:t>，图示符号：</a:t>
            </a:r>
            <a:endParaRPr lang="en-US" altLang="zh-CN" sz="28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 smtClean="0"/>
              <a:t>B</a:t>
            </a:r>
            <a:r>
              <a:rPr lang="zh-CN" altLang="en-US" sz="2400" dirty="0" smtClean="0"/>
              <a:t>指向</a:t>
            </a:r>
            <a:r>
              <a:rPr lang="en-US" altLang="zh-CN" sz="2400" dirty="0" smtClean="0"/>
              <a:t>A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末端为空心三角形的虚线</a:t>
            </a:r>
            <a:endParaRPr lang="zh-CN" altLang="en-US" sz="2400" dirty="0" smtClean="0"/>
          </a:p>
          <a:p>
            <a:pPr marL="457200" lvl="1" indent="0">
              <a:buFont typeface="Wingdings" panose="05000000000000000000" pitchFamily="2" charset="2"/>
              <a:buNone/>
            </a:pPr>
            <a:endParaRPr lang="zh-CN" altLang="en-US" sz="2400" dirty="0"/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zh-CN" altLang="en-US" sz="2400" dirty="0"/>
              <a:t>思考</a:t>
            </a:r>
            <a:r>
              <a:rPr lang="en-US" altLang="zh-CN" sz="2400" dirty="0"/>
              <a:t>&amp;</a:t>
            </a:r>
            <a:r>
              <a:rPr lang="zh-CN" altLang="en-US" sz="2400" dirty="0"/>
              <a:t>提问：能否举个细化关系的例子？</a:t>
            </a:r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665" y="5156715"/>
            <a:ext cx="43910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9.5 </a:t>
            </a:r>
            <a:r>
              <a:rPr lang="zh-CN" altLang="en-US" dirty="0" smtClean="0"/>
              <a:t>动态模型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400" cy="4525963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事件</a:t>
            </a:r>
            <a:r>
              <a:rPr lang="zh-CN" altLang="en-US" dirty="0" smtClean="0"/>
              <a:t>：某个特定时刻发生的事情，是引起对象状态转换的</a:t>
            </a:r>
            <a:r>
              <a:rPr lang="zh-CN" altLang="en-US" u="sng" dirty="0" smtClean="0"/>
              <a:t>控制</a:t>
            </a:r>
            <a:r>
              <a:rPr lang="zh-CN" altLang="en-US" dirty="0" smtClean="0"/>
              <a:t>信息。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0000FF"/>
                </a:solidFill>
              </a:rPr>
              <a:t>状态</a:t>
            </a:r>
            <a:r>
              <a:rPr lang="zh-CN" altLang="en-US" dirty="0" smtClean="0"/>
              <a:t>：对象在某个特定阶段所处的某种情形。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0000FF"/>
                </a:solidFill>
              </a:rPr>
              <a:t>行为</a:t>
            </a:r>
            <a:r>
              <a:rPr lang="zh-CN" altLang="en-US" dirty="0" smtClean="0"/>
              <a:t>：对象达到某种状态（或在某种状态下）所做的一系列处理操作。</a:t>
            </a:r>
            <a:endParaRPr lang="en-US" altLang="zh-CN" dirty="0" smtClean="0"/>
          </a:p>
          <a:p>
            <a:r>
              <a:rPr lang="zh-CN" altLang="en-US" dirty="0" smtClean="0"/>
              <a:t>每个类的动态行为用一张</a:t>
            </a:r>
            <a:r>
              <a:rPr lang="zh-CN" altLang="en-US" dirty="0" smtClean="0">
                <a:solidFill>
                  <a:srgbClr val="0000FF"/>
                </a:solidFill>
              </a:rPr>
              <a:t>状态图</a:t>
            </a:r>
            <a:r>
              <a:rPr lang="zh-CN" altLang="en-US" dirty="0" smtClean="0"/>
              <a:t>来描绘。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zh-CN" altLang="en-US" dirty="0" smtClean="0"/>
              <a:t>（即需求分析中学过的</a:t>
            </a:r>
            <a:r>
              <a:rPr lang="zh-CN" altLang="en-US" dirty="0" smtClean="0">
                <a:solidFill>
                  <a:srgbClr val="0000FF"/>
                </a:solidFill>
              </a:rPr>
              <a:t>状态转换图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9.6 </a:t>
            </a:r>
            <a:r>
              <a:rPr lang="zh-CN" altLang="en-US" dirty="0" smtClean="0"/>
              <a:t>功能模型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功能模型指明</a:t>
            </a:r>
            <a:r>
              <a:rPr lang="zh-CN" altLang="en-US" dirty="0" smtClean="0">
                <a:solidFill>
                  <a:srgbClr val="0000FF"/>
                </a:solidFill>
              </a:rPr>
              <a:t>系统应该做什么</a:t>
            </a:r>
            <a:r>
              <a:rPr lang="zh-CN" altLang="en-US" dirty="0" smtClean="0"/>
              <a:t>，直接反映了用户对目标系统的需求；</a:t>
            </a:r>
            <a:endParaRPr lang="en-US" altLang="zh-CN" dirty="0" smtClean="0"/>
          </a:p>
          <a:p>
            <a:r>
              <a:rPr lang="zh-CN" altLang="en-US" dirty="0" smtClean="0"/>
              <a:t>前面，功能模型</a:t>
            </a:r>
            <a:r>
              <a:rPr lang="zh-CN" altLang="en-US" dirty="0"/>
              <a:t>用</a:t>
            </a:r>
            <a:r>
              <a:rPr lang="zh-CN" altLang="en-US" dirty="0" smtClean="0">
                <a:solidFill>
                  <a:srgbClr val="0000FF"/>
                </a:solidFill>
              </a:rPr>
              <a:t>数据流图</a:t>
            </a:r>
            <a:r>
              <a:rPr lang="zh-CN" altLang="en-US" dirty="0"/>
              <a:t>表示</a:t>
            </a:r>
            <a:r>
              <a:rPr lang="zh-CN" altLang="en-US" dirty="0" smtClean="0"/>
              <a:t>（第</a:t>
            </a:r>
            <a:r>
              <a:rPr lang="en-US" altLang="zh-CN" dirty="0" smtClean="0"/>
              <a:t>2</a:t>
            </a:r>
            <a:r>
              <a:rPr lang="zh-CN" altLang="en-US" dirty="0" smtClean="0"/>
              <a:t>章）；</a:t>
            </a:r>
            <a:endParaRPr lang="en-US" altLang="zh-CN" dirty="0" smtClean="0"/>
          </a:p>
          <a:p>
            <a:r>
              <a:rPr lang="en-US" altLang="zh-CN" dirty="0" smtClean="0"/>
              <a:t>UML</a:t>
            </a:r>
            <a:r>
              <a:rPr lang="zh-CN" altLang="en-US" dirty="0" smtClean="0"/>
              <a:t>提供的</a:t>
            </a:r>
            <a:r>
              <a:rPr lang="zh-CN" altLang="en-US" dirty="0" smtClean="0">
                <a:solidFill>
                  <a:srgbClr val="0000FF"/>
                </a:solidFill>
              </a:rPr>
              <a:t>用例图</a:t>
            </a:r>
            <a:r>
              <a:rPr lang="zh-CN" altLang="en-US" dirty="0" smtClean="0"/>
              <a:t>也是进行需求分析和建立功能模型的强有力工具；</a:t>
            </a:r>
            <a:endParaRPr lang="en-US" altLang="zh-CN" dirty="0" smtClean="0"/>
          </a:p>
          <a:p>
            <a:r>
              <a:rPr lang="zh-CN" altLang="en-US" dirty="0" smtClean="0"/>
              <a:t>在</a:t>
            </a:r>
            <a:r>
              <a:rPr lang="en-US" altLang="zh-CN" dirty="0" smtClean="0"/>
              <a:t>UML</a:t>
            </a:r>
            <a:r>
              <a:rPr lang="zh-CN" altLang="en-US" dirty="0" smtClean="0"/>
              <a:t>中，把用  </a:t>
            </a:r>
            <a:r>
              <a:rPr lang="zh-CN" altLang="en-US" i="1" dirty="0" smtClean="0"/>
              <a:t>用例图</a:t>
            </a:r>
            <a:r>
              <a:rPr lang="zh-CN" altLang="en-US" dirty="0" smtClean="0"/>
              <a:t>建立起来的系统模型称为</a:t>
            </a:r>
            <a:r>
              <a:rPr lang="zh-CN" altLang="en-US" dirty="0" smtClean="0">
                <a:solidFill>
                  <a:srgbClr val="FF0000"/>
                </a:solidFill>
              </a:rPr>
              <a:t>用例模型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用例图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906910" cy="4525963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用例图包含的模型元素：</a:t>
            </a:r>
            <a:endParaRPr lang="en-US" altLang="zh-CN" dirty="0" smtClean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 smtClean="0"/>
              <a:t>系统</a:t>
            </a:r>
            <a:endParaRPr lang="en-US" altLang="zh-CN" dirty="0" smtClean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/>
              <a:t>行为</a:t>
            </a:r>
            <a:r>
              <a:rPr lang="zh-CN" altLang="en-US" dirty="0" smtClean="0"/>
              <a:t>者</a:t>
            </a:r>
            <a:endParaRPr lang="en-US" altLang="zh-CN" dirty="0" smtClean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 smtClean="0"/>
              <a:t>用例</a:t>
            </a:r>
            <a:endParaRPr lang="en-US" altLang="zh-CN" dirty="0" smtClean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 smtClean="0"/>
              <a:t>关系</a:t>
            </a:r>
            <a:endParaRPr lang="en-US" altLang="zh-CN" dirty="0" smtClean="0"/>
          </a:p>
          <a:p>
            <a:pPr marL="514350" indent="-514350">
              <a:buFont typeface="+mj-ea"/>
              <a:buAutoNum type="circleNumDbPlain"/>
            </a:pPr>
            <a:endParaRPr lang="en-US" altLang="zh-CN" dirty="0"/>
          </a:p>
          <a:p>
            <a:r>
              <a:rPr lang="en-US" altLang="zh-CN" dirty="0" smtClean="0">
                <a:solidFill>
                  <a:srgbClr val="FF0000"/>
                </a:solidFill>
              </a:rPr>
              <a:t>9.6 </a:t>
            </a:r>
            <a:r>
              <a:rPr lang="zh-CN" altLang="en-US" dirty="0" smtClean="0">
                <a:solidFill>
                  <a:srgbClr val="FF0000"/>
                </a:solidFill>
              </a:rPr>
              <a:t>功能模型中的其余部分 （仅作了解）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80" y="1772770"/>
            <a:ext cx="2438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6" name="墨迹 5"/>
              <p14:cNvContentPartPr/>
              <p14:nvPr/>
            </p14:nvContentPartPr>
            <p14:xfrm>
              <a:off x="1854360" y="1892160"/>
              <a:ext cx="5816880" cy="244512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3"/>
            </p:blipFill>
            <p:spPr>
              <a:xfrm>
                <a:off x="1854360" y="1892160"/>
                <a:ext cx="5816880" cy="244512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9.7      3</a:t>
            </a:r>
            <a:r>
              <a:rPr lang="zh-CN" altLang="en-US" dirty="0" smtClean="0"/>
              <a:t>种模型之间的关系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zh-CN" dirty="0" smtClean="0"/>
              <a:t> </a:t>
            </a:r>
            <a:r>
              <a:rPr lang="zh-CN" altLang="en-US" dirty="0" smtClean="0"/>
              <a:t>针对每个类建立的动态模型，</a:t>
            </a:r>
            <a:r>
              <a:rPr lang="zh-CN" altLang="en-US" smtClean="0"/>
              <a:t>描述了（类的）实例</a:t>
            </a:r>
            <a:r>
              <a:rPr lang="zh-CN" altLang="en-US" dirty="0" smtClean="0"/>
              <a:t>的生命周期或运行周期；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/>
              <a:t>状态转换驱使</a:t>
            </a:r>
            <a:r>
              <a:rPr lang="zh-CN" altLang="en-US" dirty="0" smtClean="0">
                <a:solidFill>
                  <a:srgbClr val="0000FF"/>
                </a:solidFill>
              </a:rPr>
              <a:t>行为</a:t>
            </a:r>
            <a:r>
              <a:rPr lang="zh-CN" altLang="en-US" dirty="0" smtClean="0"/>
              <a:t>发生，这些行为在数据流图中被映射成</a:t>
            </a:r>
            <a:r>
              <a:rPr lang="zh-CN" altLang="en-US" dirty="0" smtClean="0">
                <a:solidFill>
                  <a:srgbClr val="0000FF"/>
                </a:solidFill>
              </a:rPr>
              <a:t>处理</a:t>
            </a:r>
            <a:r>
              <a:rPr lang="zh-CN" altLang="en-US" dirty="0" smtClean="0"/>
              <a:t>，在用例图中被映射成</a:t>
            </a:r>
            <a:r>
              <a:rPr lang="zh-CN" altLang="en-US" dirty="0" smtClean="0">
                <a:solidFill>
                  <a:srgbClr val="0000FF"/>
                </a:solidFill>
              </a:rPr>
              <a:t>用例</a:t>
            </a:r>
            <a:r>
              <a:rPr lang="zh-CN" altLang="en-US" dirty="0" smtClean="0"/>
              <a:t>，它们与类图中的</a:t>
            </a:r>
            <a:r>
              <a:rPr lang="zh-CN" altLang="en-US" dirty="0" smtClean="0">
                <a:solidFill>
                  <a:srgbClr val="0000FF"/>
                </a:solidFill>
              </a:rPr>
              <a:t>服务</a:t>
            </a:r>
            <a:r>
              <a:rPr lang="zh-CN" altLang="en-US" dirty="0" smtClean="0"/>
              <a:t>相对应；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>
                <a:solidFill>
                  <a:srgbClr val="0000FF"/>
                </a:solidFill>
              </a:rPr>
              <a:t>功能模型中的</a:t>
            </a:r>
            <a:r>
              <a:rPr lang="zh-CN" altLang="en-US" dirty="0" smtClean="0"/>
              <a:t>处理（或</a:t>
            </a:r>
            <a:r>
              <a:rPr lang="zh-CN" altLang="en-US" dirty="0" smtClean="0">
                <a:solidFill>
                  <a:srgbClr val="0000FF"/>
                </a:solidFill>
              </a:rPr>
              <a:t>用例</a:t>
            </a:r>
            <a:r>
              <a:rPr lang="zh-CN" altLang="en-US" dirty="0" smtClean="0"/>
              <a:t>）对应于</a:t>
            </a:r>
            <a:r>
              <a:rPr lang="zh-CN" altLang="en-US" dirty="0" smtClean="0">
                <a:solidFill>
                  <a:srgbClr val="0000FF"/>
                </a:solidFill>
              </a:rPr>
              <a:t>对象模型中的</a:t>
            </a:r>
            <a:r>
              <a:rPr lang="zh-CN" altLang="en-US" dirty="0" smtClean="0"/>
              <a:t>类所提供的</a:t>
            </a:r>
            <a:r>
              <a:rPr lang="zh-CN" altLang="en-US" dirty="0" smtClean="0">
                <a:solidFill>
                  <a:srgbClr val="0000FF"/>
                </a:solidFill>
              </a:rPr>
              <a:t>服务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>
                <a:solidFill>
                  <a:srgbClr val="0000FF"/>
                </a:solidFill>
              </a:rPr>
              <a:t>数据流图中的数据存储以及数据的源点</a:t>
            </a:r>
            <a:r>
              <a:rPr lang="en-US" altLang="zh-CN" dirty="0" smtClean="0">
                <a:solidFill>
                  <a:srgbClr val="0000FF"/>
                </a:solidFill>
              </a:rPr>
              <a:t>/</a:t>
            </a:r>
            <a:r>
              <a:rPr lang="zh-CN" altLang="en-US" dirty="0" smtClean="0">
                <a:solidFill>
                  <a:srgbClr val="0000FF"/>
                </a:solidFill>
              </a:rPr>
              <a:t>终点</a:t>
            </a:r>
            <a:r>
              <a:rPr lang="zh-CN" altLang="en-US" dirty="0" smtClean="0"/>
              <a:t>，通常是</a:t>
            </a:r>
            <a:r>
              <a:rPr lang="zh-CN" altLang="en-US" dirty="0" smtClean="0">
                <a:solidFill>
                  <a:srgbClr val="0000FF"/>
                </a:solidFill>
              </a:rPr>
              <a:t>对象模型中的对象</a:t>
            </a:r>
            <a:r>
              <a:rPr lang="zh-CN" altLang="en-US" dirty="0"/>
              <a:t>；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64630"/>
            <a:ext cx="8229600" cy="5361533"/>
          </a:xfrm>
        </p:spPr>
        <p:txBody>
          <a:bodyPr/>
          <a:lstStyle/>
          <a:p>
            <a:r>
              <a:rPr lang="zh-CN" altLang="en-US" dirty="0" smtClean="0"/>
              <a:t>数据流图中的</a:t>
            </a:r>
            <a:r>
              <a:rPr lang="zh-CN" altLang="en-US" dirty="0" smtClean="0">
                <a:solidFill>
                  <a:srgbClr val="0000FF"/>
                </a:solidFill>
              </a:rPr>
              <a:t>数据流</a:t>
            </a:r>
            <a:r>
              <a:rPr lang="zh-CN" altLang="en-US" dirty="0" smtClean="0"/>
              <a:t>，往往是</a:t>
            </a:r>
            <a:r>
              <a:rPr lang="zh-CN" altLang="en-US" dirty="0" smtClean="0">
                <a:solidFill>
                  <a:srgbClr val="0000FF"/>
                </a:solidFill>
              </a:rPr>
              <a:t>对象模型中对象的属性值</a:t>
            </a:r>
            <a:r>
              <a:rPr lang="zh-CN" altLang="en-US" dirty="0" smtClean="0"/>
              <a:t>，也可能是整个对象；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0000FF"/>
                </a:solidFill>
              </a:rPr>
              <a:t>用</a:t>
            </a:r>
            <a:r>
              <a:rPr lang="zh-CN" altLang="en-US" dirty="0" smtClean="0">
                <a:solidFill>
                  <a:srgbClr val="0000FF"/>
                </a:solidFill>
              </a:rPr>
              <a:t>例图中的行为者</a:t>
            </a:r>
            <a:r>
              <a:rPr lang="zh-CN" altLang="en-US" dirty="0" smtClean="0"/>
              <a:t>，可能是</a:t>
            </a:r>
            <a:r>
              <a:rPr lang="zh-CN" altLang="en-US" dirty="0" smtClean="0">
                <a:solidFill>
                  <a:srgbClr val="0000FF"/>
                </a:solidFill>
              </a:rPr>
              <a:t>对象模型中的对象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r>
              <a:rPr lang="zh-CN" altLang="en-US" dirty="0" smtClean="0"/>
              <a:t>功能模型中的处理（或用例）可能产生动态模型中的事件；</a:t>
            </a:r>
            <a:endParaRPr lang="en-US" altLang="zh-CN" dirty="0" smtClean="0"/>
          </a:p>
          <a:p>
            <a:r>
              <a:rPr lang="zh-CN" altLang="en-US" dirty="0" smtClean="0"/>
              <a:t>对象模型描述了数据流图中的数据流、数据存储以及数据源点</a:t>
            </a:r>
            <a:r>
              <a:rPr lang="en-US" altLang="zh-CN" dirty="0" smtClean="0"/>
              <a:t>/</a:t>
            </a:r>
            <a:r>
              <a:rPr lang="zh-CN" altLang="en-US" dirty="0" smtClean="0"/>
              <a:t>终点的结构。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95" y="1484630"/>
            <a:ext cx="8229600" cy="2631440"/>
          </a:xfrm>
        </p:spPr>
        <p:txBody>
          <a:bodyPr/>
          <a:p>
            <a:r>
              <a:rPr lang="zh-CN" altLang="en-US" sz="6000" b="1">
                <a:solidFill>
                  <a:srgbClr val="FF0000"/>
                </a:solidFill>
                <a:highlight>
                  <a:srgbClr val="FFFF00"/>
                </a:highlight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第</a:t>
            </a:r>
            <a:r>
              <a:rPr lang="en-US" altLang="zh-CN" sz="6000" b="1">
                <a:solidFill>
                  <a:srgbClr val="FF0000"/>
                </a:solidFill>
                <a:highlight>
                  <a:srgbClr val="FFFF00"/>
                </a:highlight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7</a:t>
            </a:r>
            <a:r>
              <a:rPr lang="zh-CN" altLang="en-US" sz="6000" b="1">
                <a:solidFill>
                  <a:srgbClr val="FF0000"/>
                </a:solidFill>
                <a:highlight>
                  <a:srgbClr val="FFFF00"/>
                </a:highlight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章实现的联系讲了？</a:t>
            </a:r>
            <a:br>
              <a:rPr lang="zh-CN" altLang="en-US" sz="6000" b="1">
                <a:solidFill>
                  <a:srgbClr val="FF0000"/>
                </a:solidFill>
                <a:highlight>
                  <a:srgbClr val="FFFF00"/>
                </a:highlight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</a:br>
            <a:r>
              <a:rPr lang="zh-CN" altLang="en-US" sz="6000" b="1">
                <a:solidFill>
                  <a:srgbClr val="FF0000"/>
                </a:solidFill>
                <a:highlight>
                  <a:srgbClr val="FFFF00"/>
                </a:highlight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彻底理解了？</a:t>
            </a:r>
            <a:endParaRPr lang="zh-CN" altLang="en-US" sz="6000" b="1">
              <a:solidFill>
                <a:srgbClr val="FF0000"/>
              </a:solidFill>
              <a:highlight>
                <a:srgbClr val="FFFF00"/>
              </a:highlight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93C41B9-85F7-4869-9AE4-EF77937F722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RkYWM2NTk3YTg3N2JkZWYxNzVkMWE0MDlhMjU5MD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4078</Words>
  <Application>WPS 演示</Application>
  <PresentationFormat>全屏显示(4:3)</PresentationFormat>
  <Paragraphs>553</Paragraphs>
  <Slides>48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7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仿宋</vt:lpstr>
      <vt:lpstr>Office 主题</vt:lpstr>
      <vt:lpstr>Revisiting what we learned last time</vt:lpstr>
      <vt:lpstr>软件维护的类型</vt:lpstr>
      <vt:lpstr>PowerPoint 演示文稿</vt:lpstr>
      <vt:lpstr>PowerPoint 演示文稿</vt:lpstr>
      <vt:lpstr>PowerPoint 演示文稿</vt:lpstr>
      <vt:lpstr>PowerPoint 演示文稿</vt:lpstr>
      <vt:lpstr>第9章 面向对象方法学引论</vt:lpstr>
      <vt:lpstr>引入</vt:lpstr>
      <vt:lpstr>Outline of this Chapter</vt:lpstr>
      <vt:lpstr>9.1 面向对象方法学概述</vt:lpstr>
      <vt:lpstr>PowerPoint 演示文稿</vt:lpstr>
      <vt:lpstr>9.1.2 面向对象方法学的优点</vt:lpstr>
      <vt:lpstr>9.2 面向对象的概念</vt:lpstr>
      <vt:lpstr>对象（object）</vt:lpstr>
      <vt:lpstr>对象的特点</vt:lpstr>
      <vt:lpstr>类（class）</vt:lpstr>
      <vt:lpstr>类的实例(instance)</vt:lpstr>
      <vt:lpstr>消息(message)</vt:lpstr>
      <vt:lpstr>属性(attribute)</vt:lpstr>
      <vt:lpstr>方法(method)</vt:lpstr>
      <vt:lpstr>封装(encapsulation-&gt;capsule)</vt:lpstr>
      <vt:lpstr>继承(inheritance)</vt:lpstr>
      <vt:lpstr>多态性(polymorphism)</vt:lpstr>
      <vt:lpstr>重载(overloading)</vt:lpstr>
      <vt:lpstr>2）运算符重载</vt:lpstr>
      <vt:lpstr>9.3 面向对象建模</vt:lpstr>
      <vt:lpstr>9.4 对象模型</vt:lpstr>
      <vt:lpstr>9.4.1 类图的基本符号</vt:lpstr>
      <vt:lpstr>2）定义属性</vt:lpstr>
      <vt:lpstr>3）定义服务（对数据的操作）</vt:lpstr>
      <vt:lpstr>9.4.2 表示关系的符号</vt:lpstr>
      <vt:lpstr>a) 关联</vt:lpstr>
      <vt:lpstr>PowerPoint 演示文稿</vt:lpstr>
      <vt:lpstr>2）关联的角色</vt:lpstr>
      <vt:lpstr>3）限定关联</vt:lpstr>
      <vt:lpstr>4）关联类</vt:lpstr>
      <vt:lpstr>b) 聚集</vt:lpstr>
      <vt:lpstr>共享聚集</vt:lpstr>
      <vt:lpstr>组合聚集</vt:lpstr>
      <vt:lpstr>c) 泛化</vt:lpstr>
      <vt:lpstr>d) 依赖和细化</vt:lpstr>
      <vt:lpstr>细化关系</vt:lpstr>
      <vt:lpstr>9.5 动态模型</vt:lpstr>
      <vt:lpstr>9.6 功能模型</vt:lpstr>
      <vt:lpstr>用例图</vt:lpstr>
      <vt:lpstr>9.7 3种模型之间的关系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第9章 面向对象方法学引论</dc:title>
  <dc:creator>Guohua</dc:creator>
  <cp:lastModifiedBy>LV</cp:lastModifiedBy>
  <cp:revision>452</cp:revision>
  <dcterms:created xsi:type="dcterms:W3CDTF">2016-11-07T10:48:00Z</dcterms:created>
  <dcterms:modified xsi:type="dcterms:W3CDTF">2025-10-31T15:14:30Z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131CC860F8984330ACF1617291F428E7_12</vt:lpwstr>
  </property>
  <property fmtid="{D5CDD505-2E9C-101B-9397-08002B2CF9AE}" pid="3" name="KSOProductBuildVer">
    <vt:lpwstr>2052-12.1.0.23125</vt:lpwstr>
  </property>
</Properties>
</file>