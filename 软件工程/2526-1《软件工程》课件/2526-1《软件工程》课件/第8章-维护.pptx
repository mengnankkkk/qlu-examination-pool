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58" r:id="rId5"/>
    <p:sldId id="299" r:id="rId6"/>
    <p:sldId id="259" r:id="rId7"/>
    <p:sldId id="260" r:id="rId8"/>
    <p:sldId id="261" r:id="rId9"/>
    <p:sldId id="262" r:id="rId10"/>
    <p:sldId id="263" r:id="rId11"/>
    <p:sldId id="294" r:id="rId12"/>
    <p:sldId id="301" r:id="rId13"/>
    <p:sldId id="264" r:id="rId14"/>
    <p:sldId id="266" r:id="rId15"/>
    <p:sldId id="265" r:id="rId16"/>
    <p:sldId id="267" r:id="rId17"/>
    <p:sldId id="268" r:id="rId19"/>
    <p:sldId id="269" r:id="rId20"/>
    <p:sldId id="270" r:id="rId21"/>
    <p:sldId id="271" r:id="rId22"/>
    <p:sldId id="295" r:id="rId23"/>
    <p:sldId id="272" r:id="rId24"/>
    <p:sldId id="273" r:id="rId25"/>
    <p:sldId id="274" r:id="rId26"/>
    <p:sldId id="296" r:id="rId27"/>
    <p:sldId id="341" r:id="rId28"/>
    <p:sldId id="275" r:id="rId29"/>
    <p:sldId id="276" r:id="rId30"/>
    <p:sldId id="277" r:id="rId31"/>
    <p:sldId id="278" r:id="rId32"/>
    <p:sldId id="297" r:id="rId33"/>
    <p:sldId id="280" r:id="rId34"/>
    <p:sldId id="281" r:id="rId35"/>
    <p:sldId id="282" r:id="rId36"/>
    <p:sldId id="283" r:id="rId37"/>
    <p:sldId id="302" r:id="rId38"/>
    <p:sldId id="303" r:id="rId39"/>
    <p:sldId id="285" r:id="rId40"/>
    <p:sldId id="286" r:id="rId41"/>
    <p:sldId id="300" r:id="rId42"/>
    <p:sldId id="287" r:id="rId43"/>
    <p:sldId id="288" r:id="rId44"/>
    <p:sldId id="342" r:id="rId45"/>
    <p:sldId id="289" r:id="rId46"/>
    <p:sldId id="290" r:id="rId47"/>
    <p:sldId id="291" r:id="rId48"/>
    <p:sldId id="292" r:id="rId49"/>
    <p:sldId id="340" r:id="rId50"/>
  </p:sldIdLst>
  <p:sldSz cx="9144000" cy="6858000" type="screen4x3"/>
  <p:notesSz cx="6858000" cy="9144000"/>
  <p:custDataLst>
    <p:tags r:id="rId5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809" autoAdjust="0"/>
  </p:normalViewPr>
  <p:slideViewPr>
    <p:cSldViewPr showGuides="1">
      <p:cViewPr varScale="1">
        <p:scale>
          <a:sx n="54" d="100"/>
          <a:sy n="54" d="100"/>
        </p:scale>
        <p:origin x="-161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4" Type="http://schemas.openxmlformats.org/officeDocument/2006/relationships/tags" Target="tags/tag3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7-10-09T05:38: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7832.000 16475.000,'35.000'0.000,"1.000"0.000,34.000 0.000,-52.000 0.000,52.000 0.000,-17.000 0.000,-17.000 0.000,-1.000 0.000,18.000 0.000,-18.000 0.000,18.000 0.000,0.000 0.000,0.000 0.000,17.000 0.000,-17.000 0.000,0.000 0.000,0.000 0.000,-18.000 0.000,18.000 0.000,-17.000 0.000,16.000 0.000,-16.000 0.000,34.000 0.000,-17.000 0.000,18.000 0.000,17.000 0.000,-35.000 0.000,0.000 0.000,35.000 0.000,-17.000 0.000,17.000 0.000,-35.000 0.000,17.000 0.000,18.000 0.000,-35.000 0.000,0.000 0.000,-18.000 0.000,18.000 0.000,-17.000 0.000,-19.000 0.000,1.000 0.000,17.000 0.000,-17.000 0.000,35.000 0.000,0.000 0.000,53.000 0.000,-1.000 0.000,-34.000 0.000,17.000 0.000,-35.000 0.000,0.000 0.000,0.000 0.000,-35.000 0.000,-1.000 0.000,1.000 0.000,-1.000 0.000,1.000 0.000,17.000 0.000,-17.000 0.000,0.000 0.000,-1.000 0.000,19.000 0.000,-19.000 0.000</inkml:trace>
  <inkml:trace contextRef="#ctx0" brushRef="#br0">12753.000 16492.000,'53.000'0.000,"18.000"0.000,52.000 0.000,-17.000 0.000,53.000 0.000,-18.000 0.000,0.000-35.000,0.000 35.000,-53.000 0.000,-17.000 0.000,-18.000 0.000,-36.000 0.000,1.000-18.000,0.000 18.000,-1.000 0.000,19.000 0.000,-1.000 0.000,-17.000 0.000,17.000 0.000,-18.000 0.000,1.000 0.000,0.000 0.000,-1.000 0.000,19.000 0.000,17.000 0.000,-1.000 0.000,1.000 0.000,-17.000 0.000,17.000 0.000,-18.000 0.000,0.000-17.000,53.000 17.000,-35.000 0.000,0.000 0.000,35.000 0.000,-35.000 0.000,0.000 0.000,0.000 0.000,18.000 0.000,-1.000 0.000,1.000 0.000,17.000 0.000,-35.000 17.000,35.000-17.000,-35.000 0.000,18.000 0.000,-36.000 0.000,0.000 0.000,0.000 0.000,-17.000 0.000,17.000 0.000,18.000 18.000,35.000-18.000,-35.000 0.000,18.000 0.000,-36.000 18.000,-17.000-18.000,-1.000 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7-10-09T07:28: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17198.000 3351.000,'0.000'36.000,"0.000"-1.000,0.000 0.000,-35.000 36.000,35.000 17.000,0.000-17.000,0.000 34.000,0.000-16.000,-18.000-19.000,18.000 18.000,0.000-17.000,0.000-18.000,0.000 35.000,0.000 18.000,0.000-53.000,0.000 35.000,0.000-35.000,0.000 0.000,0.000 17.000,0.000 36.000,0.000 18.000,0.000-19.000,-17.000 1.000,17.000-35.000,0.000-18.000,0.000-18.000,0.000 0.000,0.000-17.000,0.000 0.000,0.000 17.000,0.000 0.000,0.000 0.000,0.000 18.000,0.000-17.000,0.000-1.000,0.000 0.000,0.000 0.000,0.000 1.000,0.000-1.000,0.000 0.000,0.000 1.000,0.000-1.000,0.000 0.000,0.000 0.000,0.000 1.000,0.000-19.000,0.000 1.000,0.000 17.000,0.000 36.000,0.000-18.000,0.000 17.000,17.000-34.000,-17.000 16.000,0.000-16.000,0.000-19.000,0.000 19.000,0.000-19.000,0.000 1.000,0.000 0.000,0.000 17.000,0.000-18.000,0.000 1.000,0.000 0.000,0.000-1.000,18.000-17.000,0.000 0.000</inkml:trace>
  <inkml:trace contextRef="#ctx0" brushRef="#br0">16740.000 6227.000,'0.000'52.000,"53.000"1.000,35.000 18.000,18.000 35.000,-36.000-18.000,18.000-17.000,-17.000 17.000,-18.000-35.000,17.000 0.000,-34.000-1.000,-1.000 1.000,0.000 0.000,-17.000-53.000,-1.000 18.000,36.000-89.000,0.000-17.000,-17.000 0.000,17.000-35.000,17.000-1.000,-17.000 1.000,18.000-36.000,-19.000 18.000,1.000-18.000,-17.000 71.000,-1.000 0.000,-17.000 35.000,-1.000 35.000,-17.000 0.000</inkml:trace>
  <inkml:trace contextRef="#ctx0" brushRef="#br0">6227.000 3034.000,'0.000'18.000,"0.000"17.000,0.000 18.000,0.000 0.000,0.000 35.000,-18.000-35.000,1.000 53.000,17.000-18.000,0.000 18.000,-18.000-36.000,18.000-17.000,0.000 18.000,0.000-18.000,0.000-18.000,0.000 18.000,0.000-36.000,0.000 19.000,-18.000-1.000,18.000 0.000,0.000 18.000,0.000 18.000,0.000-1.000,0.000-17.000,0.000 18.000,0.000-54.000,0.000 54.000,0.000-18.000,0.000-18.000,0.000 0.000,0.000 1.000,0.000-1.000,0.000-17.000,0.000 52.000,0.000-35.000,0.000-17.000,0.000 17.000,0.000 1.000,0.000-1.000,0.000 18.000,0.000-18.000,0.000-17.000,0.000 17.000,0.000 0.000,0.000-17.000,0.000 35.000,0.000-18.000,0.000 0.000,0.000 18.000,0.000 0.000,0.000 0.000,0.000 0.000,0.000 18.000,0.000-54.000,0.000 19.000,0.000-1.000,0.000 0.000,0.000 0.000,0.000 1.000,0.000-1.000,0.000-17.000,-17.000-1.000,17.000 18.000,0.000-17.000,0.000 0.000,0.000-1.000,0.000 1.000,0.000 0.000,0.000-1.000,0.000 1.000,0.000 0.000,0.000-1.000,0.000 1.000,35.000-18.000,36.000 18.000,-19.000-18.000</inkml:trace>
  <inkml:trace contextRef="#ctx0" brushRef="#br0">5504.000 5786.000,'17.000'17.000,"19.000"18.000,17.000-17.000,-53.000 0.000,17.000-1.000,1.000-17.000,-1.000 18.000,1.000 0.000,0.000-1.000,-18.000 1.000,0.000 0.000,17.000-1.000,19.000 1.000,-19.000-18.000,-17.000 18.000,18.000-18.000,0.000 17.000,-1.000 1.000,1.000-1.000,-1.000 1.000,1.000 0.000,0.000-1.000,-1.000-17.000,1.000 0.000,0.000 0.000,17.000 18.000,0.000 17.000,0.000-17.000,18.000 17.000,-17.000-17.000,-19.000-18.000,19.000 0.000,-1.000-71.000,-17.000 36.000,17.000-36.000,0.000 19.000,-17.000 16.000,17.000-17.000,-17.000 18.000,17.000-53.000,-17.000 17.000,-1.000 18.000,1.000 18.000,-1.000 17.000,-17.000 1.000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8-10-16T08:10: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16599.000 10866.000,'17.000'0.000,"1.000"0.000,35.000 0.000,-18.000 0.000,0.000-18.000,1.000 18.000,-1.000 0.000,-18.000 0.000,36.000 0.000,-35.000 0.000,17.000 0.000,-17.000 0.000,0.000 0.000,-1.000 0.000,1.000 0.000,0.000 0.000,17.000 0.000,-18.000 0.000,1.000 0.000,17.000 0.000,1.000 0.000,-1.000 0.000,-17.000 0.000,17.000 0.000,-18.000 0.000,-52.000 0.000,18.000 0.000,-36.000 0.000,35.000 0.000,0.000 0.000,1.000 0.000,-1.000 0.000,0.000 0.000,-17.000 0.000,0.000 0.000,17.000 0.000,1.000 0.000,-1.000 0.000,0.000 0.000,1.000 0.000,-1.000 0.000,-35.000 0.000,35.000 0.000,-17.000 0.000,18.000 0.000,-1.000 0.000,0.000 0.000,1.000 0.000,-1.000 0.000,-17.000 0.000,17.000 0.000,0.000 0.000,1.000 0.000,-1.000 0.000,1.000 0.000,-1.000 0.000,0.000 0.000,1.000 0.000,70.000 0.000,-1.000 0.000,37.000 0.000,-36.000 0.000,-1.000 0.000,-16.000 0.000,-1.000 0.000,18.000 0.000,-18.000 0.000,-17.000 0.000,0.000 0.000,-1.000 0.000,1.000 0.000,-1.000-18.000,1.000 18.000,17.000 0.000,-17.000 0.000,0.000 0.000,-18.000-17.000,17.000 17.000,1.000 0.000,0.000 0.000,-1.000 0.000,1.000 0.000,-1.000 0.000,19.000 0.000,-54.000 0.000,-17.000 0.000,-18.000 0.000,0.000 0.000,-35.000 0.000,35.000 0.000,0.000 0.000,0.000 0.000,0.000 0.000,35.000 0.000,-34.000 0.000,16.000 0.000,1.000 0.000,17.000 0.000,-35.000 0.000,36.000 0.000,-1.000 0.000,1.000 0.000,-19.000 0.000,19.000 0.000,-1.000 0.000,-17.000 0.000,-1.000 0.000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27T23:15:5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347.000 529.000,'0.009'0.000,"0.013"0.000,0.015 0.000,0.015 0.000,0.013 0.000,0.011 0.000,0.009 0.000,0.007 0.000,0.005 0.000,0.003 0.000,0.002 0.000,0.001 0.000,0.000 0.000,0.000 0.000,-0.000 0.000,-0.000 0.000,-0.000 0.000,-0.000 0.000,-0.000 0.000,-0.000 0.000,-0.000 0.000,-0.000 0.000,-0.000 0.000,-0.000 0.000,-0.000 0.000,-0.000 0.000,0.000 0.000,0.000 0.000,0.000 0.000,0.000 0.000,0.000 0.000,0.000 0.000,0.000 0.000,0.000 0.000,0.000 0.000,0.000 0.000,0.000 0.000,0.000 0.000,0.000 0.000,0.000 0.000,0.036 0.000,0.088 0.000,0.076 0.000,0.063 0.000,-0.085 0.000,0.047 0.000,0.129 0.000,0.076 0.000,0.347 0.000,0.004 0.000,-0.054 0.000,-0.086 0.000,-0.099 0.000,-0.100 0.000,-0.067 0.000,-0.064 0.000,-0.046 0.000,-0.085 0.000,0.004 0.000,0.014 0.000,0.021 0.000,-0.082 0.000,0.016 0.000,0.131 0.000,0.010 0.000,-0.001 0.000,-0.008 0.000,0.106 0.000,0.024 0.000,0.014 0.000,-0.088 0.000,-0.016 0.000,-0.021 0.000,-0.023 0.000,0.069 0.000,-0.028 0.000,-0.025 0.000,-0.043 0.000,-0.014 0.000,-0.009 0.000,-0.028 0.000,-0.002 0.000,0.001 0.000,-0.104 0.000,0.012 0.000,1.672 0.000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27T23:15:5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455.000 514.000,'0.004'0.012,"0.006"0.019,0.007 0.021,0.007 0.021,0.006 0.019,0.005 0.016,0.004 0.013,0.003 0.010,0.002 0.007,0.002 0.005,0.001 0.003,0.001 0.002,0.000 0.001,0.000 0.000,-0.000-0.000,-0.000-0.001,-0.000-0.001,-0.000-0.001,-0.000-0.001,-0.000-0.001,-0.000-0.000,-0.005 0.042,-0.006 0.067,-0.007 0.076,0.016-0.028,0.040 0.038,0.049 0.035,0.054 0.031,-0.015-0.053,0.008 0.019,0.080 0.137,0.033 0.021,-0.096-0.170,-0.004 0.008,0.022 0.074,-0.016 0.012,0.004 0.079,-0.028 0.009,0.009 0.160,-0.046-0.057,-0.040-0.075,-0.033-0.080,-0.026-0.076,-0.020-0.067,0.000-0.064,0.014-0.011,0.020 0.002,0.023 0.010,0.023 0.015,-0.005-0.029,-0.001 0.003,-0.006 0.001,-0.009-0.000,0.000 0.042,-0.015-0.012,-0.015-0.015,-0.013-0.016,-0.011-0.015,-0.003-0.009,-0.001-0.042,0.003-0.044,0.004-0.040,0.005-0.035,0.005-0.028,0.005-0.022,0.004-0.016,0.003-0.011,0.002-0.007,0.002-0.004,0.001-0.002,0.001-0.000,0.000 0.001,0.000 0.001,0.000 0.001,-0.000 0.001,-0.000 0.001,-0.000 0.001,-0.000 0.001,-0.000 0.001,-0.000 0.000,-0.000 0.000,-0.000 0.000,-0.000 0.000,-0.000 0.000,-0.000 0.000,0.000 0.000,-0.000 0.000,0.000-0.000,0.000-0.000,0.000 0.000,0.000-0.000,0.000 0.000,0.000 0.000,0.049-0.000,0.078 0.000,0.089 0.000,0.020 0.000,0.120 0.000,-0.027-0.013,0.090-0.023,0.552-0.072,0.148-0.023,-0.441 0.051,0.030 0.001,0.308-0.022,0.034 0.008,0.348-0.013,-0.107 0.020,-0.151 0.020,-0.295 0.023,-0.097 0.011,-0.054 0.009,-0.022 0.008,0.083 0.006,-0.022 0.006,-0.035 0.004,-0.005 0.003,-0.164 0.000,-0.014 0.000,0.055 0.001,-0.019-0.000,-0.083-0.001,-0.012-0.000,-0.053-0.001,0.028-0.000,0.240 0.000,-0.009-0.001,-0.034-0.000,-0.036-0.000,-0.034-0.000,-0.199-0.000,-0.008-0.000,0.055-0.000,-0.001-0.000,0.228-0.000,0.058-0.000,0.019 0.000,-0.135 0.000,0.031 0.000,0.101-0.030,-0.004-0.048,-0.180 0.000,-0.011-0.010,-0.011-0.004,-0.010 0.000,0.066-0.009,-0.014 0.008,0.160-0.013,-0.061 0.020,-0.068 0.019,-0.067 0.017,-0.061 0.015,-0.052 0.012,-0.168 0.011,-0.001 0.003,0.112 0.003,0.004 0.004,0.003 0.002,0.002 0.002,0.001 0.001,-0.149-0.001,0.009 0.000,0.191 0.001,0.072-0.000,0.002-0.001,0.065-0.000,0.042-0.000,0.023-0.000,-0.058-0.000,0.033-0.000,0.365 0.000,-0.036-0.000,-0.075-0.000,-0.244-0.000,-0.065-0.000,-0.063-0.000,-0.058 0.000,0.027-0.000,-0.106 0.000,-0.096 0.000,-0.082 0.000,-0.066 0.000,-0.050 0.000,-0.037 0.000,-0.025 0.000,-0.016 0.000,-0.009 0.000,-0.004 0.000,-0.000 0.000,0.002 0.000,0.003 0.000,0.003 0.000,0.003 0.000,0.003 0.000,0.002 0.000,0.002 0.000,0.001 0.000,0.001 0.000,0.001 0.000,0.000 0.000,0.000 0.000,0.000 0.000,0.000 0.000,-0.000 0.000,-0.000 0.000,-0.000 0.000,-0.000 0.000,-0.000 0.000,-0.000 0.000,-0.000 0.000,-0.000 0.000,0.000 0.000,0.000 0.000,-0.000 0.000,0.000 0.000,0.000 0.000,0.000 0.000,0.000 0.000,0.000 0.000,0.000 0.000,0.000 0.000,-0.000 0.000,0.000 0.000,-0.000 0.000,0.000 0.000,-0.000 0.000,0.000 0.000,0.000 0.000,-0.000 0.000,0.000 0.000,-0.000 0.000,0.022 0.012,0.036 0.019,0.042 0.022,0.043 0.023,0.040 0.021,0.035 0.019,0.036 0.012,0.003-0.008,-0.007-0.015,-0.013-0.018,-0.015-0.018,-0.016-0.017,-0.043 0.001,-0.028 0.017,-0.029 0.024,-0.028 0.027,-0.025 0.026,-0.021 0.024,-0.017 0.021,-0.014 0.018,0.003 0.028,0.012-0.012,0.018-0.021,0.020-0.024,0.019-0.023,0.017-0.021,0.014-0.018,0.011-0.015,0.009-0.011,0.006-0.008,0.004-0.006,0.003-0.003,0.001-0.002,0.033 0.037,0.047 0.057,0.052 0.064,0.050 0.063,-0.105-0.084,0.023 0.027,0.106 0.123,-0.014 0.018,-0.033 0.003,-0.042-0.007,-0.106-0.137,0.005 0.008,0.056 0.106,-0.012 0.023,-0.023-0.048,0.014-0.012,0.074 0.090,-0.015-0.015,-0.027-0.014,-0.016-0.011,-0.023-0.032,-0.019-0.034,-0.015-0.033,-0.011-0.030,-0.008-0.026,-0.006-0.022,0.004-0.000,0.010 0.012,0.013 0.020,0.014 0.024,0.014 0.025,0.013 0.023,0.011 0.021,0.009 0.018,0.004-0.006,0.030 0.024,0.109 0.180,-0.018 0.019,-0.008 0.045,-0.059-0.046,-0.028 0.012,-0.070-0.137,0.004 0.005,0.156 0.329,-0.032-0.083,-0.046-0.110,-0.050-0.117,-0.049-0.110,-0.043-0.096,-0.036-0.080,-0.029-0.062,-0.021-0.047,-0.015-0.033,-0.010-0.021,-0.006-0.013,-0.003-0.006,-0.001-0.002,0.000 0.001,0.001 0.003,0.001 0.003,0.002 0.003,0.001 0.003,0.001 0.003,0.001 0.002,0.001 0.002,0.001 0.001,0.000 0.001,0.000 0.001,0.000 0.000,0.000 0.000,0.000 0.000,-0.000-0.000,0.000-0.000,-0.000-0.000,-0.000-0.000,0.000-0.000,-0.000-0.000,0.000-0.000,-0.000-0.000,0.000 0.000,0.000-0.000,-0.000 0.000,0.000 0.000,0.000 0.000,0.000 0.000,0.000 0.000,0.000 0.000,0.000 0.000,0.000 0.000,0.000 0.000,-0.000 0.000,0.000 0.000,0.000 0.000,0.000 0.000,0.000 0.000,0.000 0.000,0.000 0.000,-0.000 0.000,0.000 0.000,0.000 0.000,0.026-0.056,0.041-0.086,0.046-0.097,0.022-0.021,0.049-0.054,-0.044 0.083,0.027-0.024,0.158-0.183,0.054-0.042,0.013-0.030,-0.016-0.020,-0.034-0.012,-0.044-0.005,-0.114 0.194,0.001 0.019,0.121-0.142,0.024 0.015,0.033-0.079,-0.011-0.039,-0.053 0.018,-0.059 0.030,-0.030 0.035,-0.010 0.035,0.004 0.032,-0.028 0.051,-0.023 0.018,-0.027 0.014,-0.012 0.012,-0.008 0.027,-0.001 0.028,0.003 0.026,0.005 0.023,0.006 0.019,-0.002 0.012,0.010-0.016,0.010-0.023,0.010-0.026,0.009-0.027,0.029-0.045,0.012-0.004,0.011 0.004,0.009 0.009,-0.104 0.122,0.073-0.153,-0.003-0.011,-0.002 0.004,-0.001 0.014,-0.000 0.019,-0.060 0.089,-0.010-0.009,0.016-0.097,-0.022-0.027,-0.005-0.076,-0.026 0.039,-0.021 0.057,-0.016 0.063,-0.012 0.061,-0.008 0.055,-0.005 0.046,-0.003 0.037,-0.001 0.028,-0.000 0.020,0.000 0.013,0.001 0.008,0.001 0.004,0.001 0.002,0.001-0.000,0.001-0.001,0.001-0.002,0.000-0.002,0.000-0.002,0.000-0.002,0.000-0.001,0.000-0.001,0.000-0.001,0.000-0.001,0.000-0.000,-0.000-0.000,0.000-0.000,0.000-0.000,-0.000 0.000,0.000 0.000,-0.000 0.000,0.000 0.000,0.000 0.000,0.000 0.000,0.000 0.000,0.000 0.000,0.000 0.000,0.012 0.003,0.021 0.003,0.024 0.004,0.024 0.004,0.022 0.003,0.019 0.003,0.016 0.002,0.013 0.002,0.009 0.001,0.007 0.001,0.005 0.001,0.003 0.000,0.001 0.000,0.000 0.000,-0.000-0.000,-0.010-0.000,0.065-0.000,0.104 0.023,0.128 0.039,0.139 0.025,0.140 0.014,0.134 0.005,0.123-0.002,-0.026-0.018,0.113-0.007,0.480 0.010,0.104-0.014,-0.342-0.026,0.032-0.008,0.234-0.004,0.020-0.009,-0.200-0.010,0.006-0.005,0.025-0.004,0.037-0.004,0.448-0.003,-0.047-0.004,0.070-0.003,-0.201-0.002,-0.112-0.001,-0.435 0.001,-0.107 0.000,0.154-0.001,-0.103 0.001,-0.513 0.002,-0.037 0.000,-0.019 0.000,-0.005 0.000,0.482-0.000,-0.065 0.001,-0.406 0.001,-0.030 0.000,0.050 0.000,-0.030 0.000,-0.096 0.000,-0.016 0.000,0.122 0.000,-0.020 0.000,-0.058 0.000,0.028 0.000,-0.040-0.000,0.040 0.000,0.141-0.024,0.056-0.039,0.051-0.025,0.045-0.014,-0.180 0.023,0.049-0.000,0.497-0.035,0.106 0.010,-0.265 0.031,0.021 0.008,0.195 0.002,0.039 0.011,0.036 0.010,0.032 0.009,0.239 0.006,0.066 0.008,-0.551 0.009,0.021 0.003,0.640 0.002,0.020 0.004,-0.208 0.002,-0.009 0.001,0.036 0.001,0.066 0.000,-0.168-0.000,0.051-0.000,-0.202-0.001,0.023-0.000,0.813 0.001,0.087-0.001,-0.249-0.001,-0.021-0.000,-0.041-0.000,-0.053-0.000,0.199-0.000,-0.039-0.000,-0.508-0.000,-0.032-0.000,0.375-0.000,-0.107-0.000,-0.501-0.000,-0.099-0.000,0.314-0.000,-0.230 0.000,-0.220 0.000,-0.165 0.000,-0.212 0.000,-0.178 0.000,-0.142 0.000,-0.107 0.000,-0.078 0.000,-0.049 0.000,-0.002 0.000,0.014 0.000,0.024 0.000,0.028 0.000,-0.045 0.000,0.025 0.000,0.141 0.000,0.028 0.000,0.014 0.000,-0.070 0.000,0.015 0.000,0.074 0.000,-0.006 0.000,-0.015 0.000,-0.020 0.000,-0.047 0.000,-0.009 0.000,-0.006 0.000,0.045 0.000,-0.005 0.000,-0.005 0.000,-0.066 0.000,0.013 0.000,0.120 0.000,0.005 0.000,-0.005 0.000,-0.103 0.000,0.010 0.000,-0.073 0.000,0.013 0.000,0.119 0.000,0.026 0.000,0.046 0.000,0.058 0.000,0.193 0.000,0.025 0.000,-0.221 0.000,-0.001 0.000,0.017 0.000,0.029 0.000,0.223 0.000,0.055 0.000,-0.056 0.000,0.037 0.000,-0.076 0.000,0.029 0.000,0.240 0.000,-0.017 0.000,0.090 0.000,-0.148 0.000,-0.167 0.000,-0.164 0.000,-0.149 0.000,-0.127 0.000,-0.103 0.000,-0.079 0.000,-0.058 0.000,-0.040 0.000,-0.026 0.000,-0.015 0.000,-0.007 0.000,-0.001 0.000,0.002 0.000,0.004 0.000,0.005 0.000,0.005 0.000,0.005 0.000,0.004 0.000,0.003 0.000,0.003 0.000,0.002 0.000,0.001 0.000,0.001 0.000,0.001 0.000,-0.008-0.037,-0.003-0.060,-0.004-0.071,-0.004-0.075,-0.004-0.072,-0.004-0.055,-0.003-0.031,-0.003-0.016,0.035-0.085,0.056-0.072,-0.015 0.153,0.008-0.018,0.016-0.106,-0.003-0.052,0.017-0.033,0.030-0.017,0.014-0.029,0.002-0.036,-0.006-0.062,-0.012-0.079,0.115-0.439,0.102-0.046,0.064 0.050,-0.096 0.357,0.031-0.043,0.028-0.033,0.025-0.024,0.223-0.514,0.018-0.042,0.037-0.131,-0.077 0.177,-0.027 0.065,-0.039 0.103,-0.044 0.122,-0.080 0.240,-0.014 0.096,-0.029 0.088,-0.039 0.078,-0.077 0.128,-0.035 0.012,0.040-0.154,-0.005 0.030,0.080-0.002,-0.030 0.129,-0.016 0.044,0.047-0.031,-0.021 0.110,-0.020 0.110,-0.017 0.100,-0.032 0.043,-0.015-0.012,-0.013-0.036,-0.011-0.048,-0.008-0.052,-0.061 0.105,0.019-0.022,0.026-0.024,0.030-0.024,0.089-0.138,-0.003-0.028,-0.113 0.162,-0.012-0.010,0.062-0.147,-0.011 0.029,-0.007 0.045,-0.004 0.054,0.800-0.703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27T23:15:5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540.000 578.000,'0.000'-0.010,"0.000"-0.015,0.000-0.016,0.000-0.016,0.000-0.014,0.000-0.012,0.000-0.010,0.000-0.007,0.000-0.005,0.000-0.003,0.000-0.002,0.000-0.001,0.000-0.000,0.000 0.000,0.000 0.000,0.000 0.000,0.000 0.000,0.000 0.000,0.000 0.000,0.000 0.000,0.000 0.000,0.000 0.000,0.000 0.000,0.000 0.000,0.000 0.000,0.000 0.000,0.000 0.000,0.000 0.000,0.000 0.000,0.000 0.000,0.000 0.000,0.000-0.000,0.000 0.000,0.000 0.000,0.000 0.000,0.000 0.000,0.000 0.000,0.000-0.008,0.000-0.052,0.000-0.063,0.000-0.113,0.000-0.061,0.018 0.099,0.031-0.024,0.049-0.134,0.018-0.029,-0.005 0.098,0.030-0.013,0.043-0.075,0.007-0.013,0.049-0.074,0.032-0.004,0.037-0.049,-0.018 0.031,-0.033 0.039,-0.118 0.232,-0.015 0.003,0.058-0.134,0.016 0.044,-0.045 0.105,-0.006 0.004,0.043-0.137,-0.027-0.010,0.003-0.035,-0.001 0.026,0.007 0.034,0.011 0.036,-0.000 0.057,0.021 0.014,0.023 0.007,0.035 0.027,0.040 0.038,0.004 0.050,0.009 0.038,0.001 0.035,-0.004 0.031,-0.050 0.017,0.003-0.010,0.005-0.019,0.102-0.077,0.004-0.040,-0.001-0.034,-0.005 0.000,-0.006 0.021,-0.006 0.032,-0.155 0.085,0.010-0.012,0.173-0.113,-0.021 0.008,-0.038 0.024,-0.046 0.032,-0.047 0.034,-0.044 0.032,-0.038 0.029,-0.032 0.024,-0.025 0.019,-0.019 0.015,-0.013 0.011,-0.009 0.007,-0.005 0.005,-0.003 0.003,-0.001 0.001,0.000 0.000,0.001-0.001,0.001-0.001,0.026-0.002,0.057-0.001,0.069-0.001,0.077 0.029,0.060 0.048,0.119 0.053,0.025 0.013,0.003-0.004,-0.039 0.003,-0.014 0.021,-0.016 0.026,-0.108-0.056,0.037-0.004,0.243 0.079,0.018 0.017,-0.011 0.019,-0.111-0.040,-0.037-0.017,-0.040-0.023,-0.040-0.026,-0.037-0.026,-0.032-0.001,-0.053 0.007,-0.051 0.016,-0.047 0.021,-0.040 0.023,-0.034 0.022,-0.027 0.020,0.002 0.049,0.016 0.010,0.026 0.003,0.030-0.001,0.004-0.029,0.018 0.015,0.016 0.019,0.013 0.020,0.011 0.019,0.019 0.057,-0.022-0.006,-0.029-0.015,-0.031-0.019,-0.041-0.061,-0.018 0.014,-0.017-0.010,-0.012 0.002,-0.010-0.000,-0.008-0.002,-0.006-0.044,-0.003 0.014,-0.003 0.062,-0.002 0.027,-0.003 0.119,-0.001-0.020,-0.000-0.039,0.000-0.048,0.001-0.050,0.001-0.047,0.001-0.041,0.001-0.034,0.001-0.027,-0.012-0.017,-0.020 0.017,-0.023 0.027,-0.025 0.031,-0.024 0.032,-0.020 0.066,0.002 0.042,0.017-0.002,0.013 0.013,0.015 0.007,-0.062 0.078,-0.011-0.068,-0.027-0.021,-0.023-0.034,-0.018-0.041,-0.065 0.015,-0.020-0.021,-0.015-0.010,0.045-0.033,-0.001 0.019,0.001 0.026,0.002 0.030,0.041-0.035,-0.015 0.023,-0.135 0.202,0.029 0.012,0.047-0.008,0.111-0.177,-0.007 0.004,-0.129 0.183,-0.014-0.011,-0.008-0.021,0.043-0.114,-0.020-0.048,0.100-0.118,-0.015 0.000,-0.221 0.150,0.025-0.042,0.050-0.053,0.062-0.055,0.063-0.052,0.058-0.045,0.050-0.037,0.041-0.029,0.032-0.021,0.024-0.015,0.017-0.010,0.011-0.006,0.006-0.003,0.003-0.001,0.001 0.000,-0.001 0.001,-0.001 0.002,-0.002 0.002,-0.002 0.002,-0.002 0.001,-0.002 0.001,-0.001 0.001,-0.001 0.001,-0.001 0.000,-0.001 0.000,-0.000 0.000,-0.000 0.000,0.003 0.003,0.005 0.005,0.006 0.006,0.005 0.005,0.005 0.005,0.004 0.004,0.003 0.003,0.003 0.002,0.002 0.002,0.001 0.001,0.001 0.001,0.000 0.000,0.000 0.000,0.000 0.000,-0.000-0.000,-0.000-0.000,-0.000-0.000,-0.000-0.000,-0.000-0.000,-0.000-0.000,-0.000-0.000,-0.000-0.000,-0.000-0.000,-0.000-0.000,0.000 0.000,-0.000 0.000,0.000 0.000,0.000 0.000,0.000 0.000,0.000 0.000,0.000 0.000,0.000 0.000,0.000 0.000,0.000 0.000,0.000 0.000,0.000 0.000,0.000 0.000,0.000 0.000,0.000 0.000,0.000 0.000,0.000 0.000,0.000 0.000,0.000 0.000,0.000 0.000,0.000 0.000,0.000 0.000,0.000-0.000,0.000 0.000,0.000-0.000,0.000 0.000,0.000 0.000,0.000 0.000,0.000 0.000,0.000 0.035,0.000 0.076,0.000 0.071,0.000 0.064,0.018 0.025,0.031 0.070,0.103 0.316,0.063 0.043,0.049-0.008,-0.087-0.261,-0.004-0.007,0.055 0.191,-0.029-0.016,-0.020 0.017,-0.040-0.064,-0.037-0.069,-0.031-0.066,-0.026-0.080,-0.019-0.068,-0.014-0.062,-0.010-0.052,-0.006-0.042,-0.004-0.032,-0.002-0.023,-0.000-0.016,0.000-0.010,0.001-0.005,0.001-0.002,0.001-0.000,0.001 0.001,-0.001 1.169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27T23:15:5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556.000 618.000,'-0.002'0.003,"-0.003"0.004,-0.003 0.004,-0.003 0.004,-0.002 0.004,-0.002 0.003,-0.002 0.003,-0.001 0.002,-0.001 0.001,-0.001 0.001,-0.000 0.001,-0.000 0.000,-0.000 0.000,0.000 0.000,0.000-0.000,0.000-0.000,0.000-0.000,0.000-0.000,0.000-0.000,0.000-0.000,0.000-0.000,0.000-0.000,0.000 0.000,0.000-0.000,0.000 0.000,0.000 0.000,0.000 0.000,0.000 0.000,0.000 0.000,0.000 0.000,0.000 0.000,0.000 0.000,0.000 0.000,0.000 0.000,0.000 0.000,0.000-0.000,0.000 0.000,0.000 0.000,0.000 0.000,-0.000 0.000,0.000-0.000,0.000 0.000,0.000 0.000,0.000 0.000,0.000 0.000,0.000 0.000,0.000 0.000,-0.000-0.000,0.000 0.000,0.000 0.000,0.000 0.000,0.000 0.000,0.000-0.000,0.000 0.000,0.000 0.000,-0.000 0.000,0.000 0.000,0.000 0.000,0.000-0.000,0.000 0.000,0.000 0.000,0.000 0.000,0.000 0.000,-0.000-0.000,0.000 0.000,0.000 0.000,0.000 0.000,0.000 0.000,0.000 0.000,0.000-0.000,0.000 0.000,0.000 0.000,-0.000 0.000,0.000 0.000,0.000-0.000,0.000 0.000,0.000 0.000,0.000 0.000,0.000 0.000,0.000 0.000,-0.000-0.000,0.000 0.000,0.000 0.000,0.000 0.000,0.000 0.000,0.000-0.000,0.000 0.000,0.000 0.000,-0.000 0.000,0.000 0.000,0.000 0.000,0.000-0.000,0.000 0.000,0.000 0.000,0.000 0.000,0.000 0.000,-0.000-0.000,0.000 0.000,0.000 0.000,0.000 0.000,0.000 0.000,0.000 0.000,0.000-0.000,0.000 0.000,-0.000 0.000,0.000 0.000,0.000 0.000,-0.003-0.003,-0.005-0.004,-0.005-0.004,-0.005-0.004,-0.005-0.004,-0.004-0.003,-0.003-0.002,-0.002-0.002,-0.002-0.001,-0.001-0.001,-0.001-0.001,-0.000-0.000,-0.000-0.000,0.000 0.000,0.000 0.000,0.000 0.000,0.000 0.000,0.000 0.000,0.000 0.000,0.000 0.000,0.000 0.000,0.000 0.000,0.000 0.000,0.000 0.000,0.000 0.000,0.000 0.000,0.000 0.000,0.000-0.000,0.000 0.000,0.000 0.000,0.000 0.000,0.000 0.000,-0.000 0.000,0.000 0.000,0.000 0.000,0.000 0.000,0.000 0.000,-0.000-0.014,0.001-0.021,0.001-0.023,0.001-0.022,0.001-0.020,0.000-0.016,0.000-0.013,0.000-0.010,0.000-0.007,0.000-0.005,0.000-0.003,0.000-0.001,0.000-0.000,0.000 0.000,0.000 0.000,0.000 0.001,-0.000 0.001,0.000 0.001,0.000 0.001,-0.000 0.000,0.047-0.004,0.067-0.023,0.076-0.027,0.076-0.027,0.070-0.025,0.061-0.022,-0.007 0.042,0.035 0.018,-0.025 0.044,0.011 0.022,0.007 0.023,0.117-0.003,-0.054 0.042,-0.068 0.036,-0.071 0.029,-0.066 0.022,-0.058 0.016,-0.047 0.011,-0.037 0.007,-0.027 0.004,-0.019 0.002,-0.012 0.000,-0.007-0.001,-0.003-0.001,-0.001-0.001,0.001-0.001,0.002-0.001,0.002-0.001,0.002-0.001,0.002-0.001,0.002-0.000,0.001-0.000,0.001-0.000,0.001-0.000,0.001 0.000,0.000-0.000,0.000 0.000,0.000 0.000,0.000 0.000,-0.000 0.000,0.000 0.000,-0.000 0.000,-0.000 0.000,0.000 0.000,-0.000 0.000,-0.003 0.007,-0.004 0.013,-0.004 0.014,-0.004 0.014,-0.004 0.013,-0.003 0.011,-0.003 0.009,-0.002 0.007,-0.001 0.005,-0.001 0.003,-0.001 0.002,-0.000 0.001,-0.000 0.001,-0.000 0.000,0.000-0.000,0.000-0.000,-0.001 0.322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27T23:15:5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334.000 675.000,'-0.006'-0.009,"-0.009"-0.013,-0.010-0.015,-0.009-0.014,-0.008-0.013,-0.007-0.011,-0.006-0.009,-0.004-0.006,-0.003-0.005,-0.002-0.003,-0.001-0.002,-0.001-0.001,-0.000-0.000,0.000 0.000,0.000 0.000,0.000 0.000,0.000 0.000,0.000 0.000,0.000 0.000,0.000 0.000,0.000 0.000,0.000 0.000,0.000 0.000,0.000 0.000,0.000 0.000,0.000 0.000,0.000 0.000,0.000 0.000,-0.000 0.000,0.000 0.000,0.000-0.000,-0.049-0.073,-0.077-0.116,-0.088-0.131,0.022 0.003,0.001-0.047,0.048 0.100,-0.017 0.011,-0.142-0.145,-0.039 0.003,0.005-0.035,-0.001-0.122,0.060-0.073,0.013 0.009,-0.024-0.057,-0.026-0.054,0.059 0.093,0.024-0.008,0.033-0.002,0.029 0.068,-0.007 0.016,0.007-0.005,0.016-0.019,0.044 0.081,0.019 0.001,-0.020-0.104,-0.014-0.027,-0.001-0.008,0.009 0.005,-0.023-0.160,0.030 0.044,0.069 0.263,0.016-0.009,-0.015-0.392,0.032-0.032,0.028 0.004,0.025 0.400,0.005-0.002,0.022-0.137,0.036-0.052,0.087-0.531,0.027 0.033,-0.070 0.608,-0.002 0.003,0.083-0.516,0.042-0.055,0.011-0.089,0.056-0.173,0.041 0.025,-0.116 0.571,-0.008 0.016,0.010-0.120,-0.022 0.010,-0.023 0.135,0.012 0.001,0.053-0.230,-0.010 0.054,-0.039 0.056,0.052-0.387,0.005 0.031,0.012 0.078,-0.017 0.253,0.030 0.037,-0.024 0.155,-0.008 0.047,0.067-0.162,0.023 0.021,-0.128 0.393,-0.007 0.014,0.041-0.156,-0.023 0.024,-0.002 0.025,0.013 0.024,0.087-0.155,0.038-0.018,-0.001 0.051,0.014 0.003,0.009 0.006,-0.133 0.255,-0.011-0.018,0.102-0.278,0.010-0.006,-0.079 0.162,-0.014-0.022,0.031-0.129,0.010-0.038,-0.005-0.013,-0.016 0.006,0.026-0.174,-0.043 0.054,-0.020 0.079,-0.004 0.089,0.007 0.088,-0.051 0.236,0.022 0.023,0.098-0.259,-0.035 0.036,-0.019-0.013,0.029-0.109,0.021-0.041,-0.100 0.319,0.017-0.002,0.043-0.083,-0.000 0.001,0.120-0.237,0.023 0.026,-0.121 0.233,-0.014-0.016,0.068-0.147,0.010 0.051,-0.013 0.044,-0.027 0.036,-0.110 0.205,-0.017 0.007,-0.004 0.015,0.006 0.021,0.107-0.186,-0.018 0.022,-0.030 0.026,-0.035 0.026,-0.036 0.025,-0.051 0.089,-0.020-0.004,0.002-0.055,0.005-0.016,0.014-0.017,0.018-0.016,0.039 0.013,0.030-0.029,0.012-0.023,0.054-0.081,0.035-0.012,0.073-0.132,-0.026 0.014,-0.164 0.279,0.080-0.265,0.013-0.032,-0.044 0.132,0.021-0.033,0.066-0.114,0.032-0.009,0.007 0.004,-0.011 0.013,0.042-0.064,0.008 0.033,-0.095 0.169,-0.018-0.012,0.068-0.207,0.004-0.039,-0.028 0.087,0.016 0.008,-0.004-0.007,-0.018-0.017,0.034-0.227,-0.052 0.013,-0.054 0.043,-0.111 0.381,-0.018-0.006,0.022-0.211,-0.007 0.055,0.002 0.076,0.008 0.087,-0.038 0.180,-0.003-0.003,0.057-0.328,-0.022 0.007,-0.023 0.201,0.027 0.008,-0.006 0.064,0.003-0.000,0.015-0.064,-0.009-0.003,-0.012-0.027,-0.003-0.073,-0.019 0.015,-0.019 0.029,-0.017 0.037,-0.019 0.076,-0.010 0.011,-0.007-0.047,-0.009 0.001,-0.008 0.154,-0.003-0.005,-0.003-0.178,-0.003-0.014,-0.001 0.107,-0.001-0.008,-0.003-0.172,-0.000 0.030,0.000 0.045,0.001 0.051,0.001 0.052,0.001-0.011,0.001 0.024,0.001 0.018,0.001 0.023,0.000 0.025,0.000 0.025,0.000-0.002,0.000 0.050,0.000 0.049,0.000 0.043,0.000 0.036,0.000 0.029,-0.000 0.022,-0.000 0.015,-0.000 0.010,-0.000 0.006,-0.000 0.003,-0.000 0.001,-0.000-0.000,0.000-0.001,-0.000-0.001,0.000-0.001,0.000-0.001,0.000-0.001,0.000-0.001,0.000-0.001,0.000-0.001,0.000-0.000,0.000-0.000,0.000-0.000,0.000-0.000,0.000 0.000,0.000 0.000,0.000 0.000,0.000 0.000,0.000 0.000,0.000 0.000,0.000 0.000,0.000 0.000,0.000 0.000,0.000 0.000,0.000 0.000,0.000 0.000,0.000 0.000,0.000 0.000,0.000 0.000,0.000 0.000,0.000 0.000,0.000 0.000,0.000 0.000,0.000 0.000,-0.000-0.107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27T23:15:5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323.000 557.000,'0.033'-0.020,"0.051"-0.030,0.058-0.035,0.058-0.035,0.054-0.032,0.046-0.028,0.038-0.023,0.030-0.018,0.023-0.014,0.016-0.010,0.011-0.007,0.007-0.004,-0.090 0.045,0.012-0.023,0.039-0.052,0.057-0.071,-0.022 0.019,0.028-0.007,0.117-0.064,0.058-0.014,0.036 0.010,0.018 0.026,0.307-0.120,0.033 0.016,-0.315 0.115,-0.013-0.019,0.006-0.019,0.080-0.074,-0.021-0.016,-0.084 0.048,0.016-0.008,0.089-0.037,-0.014 0.044,-0.185 0.118,-0.014 0.006,0.064-0.049,-0.018-0.007,0.112-0.102,-0.101 0.040,-0.113 0.053,-0.111 0.057,-0.101 0.055,-0.087 0.049,-0.071 0.042,-0.055 0.034,-0.041 0.026,-0.029 0.019,0.004 0.017,0.024 0.008,0.034 0.004,0.039 0.002,0.038 0.000,0.036-0.001,0.031-0.002,0.026-0.002,0.021-0.002,0.016-0.002,0.006-0.018,0.019-0.034,0.019-0.039,0.017-0.040,0.015-0.038,-0.001-0.092,-0.005-0.015,0.059-0.042,-0.064 0.054,0.026-0.052,0.146-0.187,0.026-0.041,0.045-0.049,0.055-0.052,-0.189 0.238,0.035-0.007,0.454-0.399,-0.006 0.046,-0.054 0.073,-0.407 0.381,-0.016 0.038,0.298-0.169,-0.116 0.133,-0.127 0.120,-0.122 0.101,-0.109 0.081,-0.091 0.062,-0.072 0.044,-0.054 0.030,-0.039 0.019,-0.026 0.010,-0.016 0.004,-0.008 0.000,-0.003-0.002,0.000-0.004,0.002-0.004,0.004-0.004,0.004-0.004,0.004-0.003,0.003-0.002,0.003-0.002,0.002-0.001,0.002-0.001,0.001-0.001,0.001-0.000,0.000-0.000,0.000-0.000,0.000 0.000,0.000 0.000,-0.000 0.000,-0.000 0.000,-0.000 0.000,-0.000 0.000,-0.000 0.000,-0.000 0.000,-0.000 0.000,-0.000 0.000,-0.000 0.000,-0.000 0.000,-0.000 0.000,0.000 0.000,0.000 0.000,0.000-0.000,0.000 0.000,0.000 0.000,0.000 0.000,0.000 0.000,0.000 0.000,0.000 0.000,0.000 0.000,0.000-0.000,0.000 0.000,0.000 0.000,0.000 0.000,0.000 0.043,0.000 0.073,0.000 0.084,0.000 0.065,0.000 0.102,-0.018-0.045,-0.031 0.039,-0.021 0.033,-0.013 0.027,-0.021 0.117,-0.002 0.057,0.004 0.058,0.008 0.056,0.019-0.054,0.008 0.041,-0.005 0.246,0.014-0.004,0.013-0.001,0.011 0.001,0.008 0.111,0.010-0.005,0.007 0.065,0.005 0.031,0.004 0.007,0.001-0.490,0.001-0.018,0.001 0.215,0.000-0.002,-0.000-0.126,-0.000-0.021,-0.000-0.024,-0.000-0.026,0.000 0.154,-0.000-0.050,-0.001-0.105,-0.000 0.002,-0.000 0.022,-0.000-0.040,-0.000-0.050,-0.000-0.055,0.073 0.080,0.026-0.085,0.017-0.017,0.055 0.006,0.051-0.076,-0.018-0.108,-0.003-0.033,-0.013-0.023,-0.049-0.064,-0.015 0.006,-0.002 0.054,-0.020 0.021,0.033 0.156,0.031 0.084,-0.004-0.007,-0.006 0.006,-0.014-0.011,0.024 0.051,0.016-0.041,0.023-0.045,0.001-0.068,-0.011-0.074,-0.018-0.072,-0.021-0.065,-0.021-0.056,-0.019-0.045,-0.016-0.035,-0.013-0.025,-0.010-0.018,-0.008-0.011,-0.005-0.006,-0.004-0.003,-0.002-0.001,-0.001 0.001,-0.000 0.002,0.000 0.002,-0.017 0.033,-0.004 0.076,-0.001 0.108,-0.006 0.074,0.070 0.148,0.018 0.009,0.012 0.039,-0.011-0.087,0.027 0.044,0.041 0.114,0.005 0.026,0.047 0.065,0.031-0.052,-0.026-0.107,-0.009-0.026,-0.043-0.079,-0.017-0.009,0.528 1.942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27T23:15:5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697.000 680.000,'-0.015'-0.005,"-0.023"-0.008,-0.026-0.009,-0.026-0.009,-0.023-0.008,-0.020-0.007,-0.016-0.005,-0.012-0.004,-0.009-0.003,-0.006-0.002,-0.004-0.001,-0.002-0.001,-0.001-0.000,-0.000 0.000,0.000 0.000,0.001 0.000,0.001 0.000,-0.017-0.006,-0.049-0.016,-0.058-0.019,-0.059-0.020,-0.055-0.018,-0.054-0.002,-0.049 0.009,-0.042 0.016,0.038-0.003,-0.011-0.033,0.080 0.026,-0.067-0.001,-0.067-0.014,-0.065-0.024,-0.318-0.067,-0.120 0.001,0.143 0.060,-0.131 0.013,-0.131-0.003,-0.126-0.014,-0.852-0.084,-0.201 0.013,0.920 0.095,-0.042-0.012,-0.860-0.093,-0.048 0.008,0.287 0.020,0.043-0.018,0.058-0.001,0.067 0.011,-0.098-0.006,0.193 0.031,0.170 0.028,0.246 0.036,0.236 0.033,0.200 0.028,0.209 0.026,0.178 0.022,0.146 0.017,0.115 0.013,0.020 0.009,-0.025 0.006,-0.062 0.004,-0.011 0.023,-0.143 0.040,-0.019 0.010,-0.083 0.011,-0.320 0.065,-0.081 0.046,0.214-0.034,-0.026 0.003,-0.388 0.090,0.072 0.015,0.112 0.014,0.297-0.043,0.068 0.023,0.060 0.003,0.052-0.010,-0.025 0.038,0.047 0.015,0.222-0.110,0.010-0.009,-0.142 0.092,-0.033 0.052,-0.208 0.155,-0.062 0.044,0.204-0.132,-0.064 0.044,-0.199 0.110,-0.101 0.029,0.179-0.126,-0.084 0.032,-0.261 0.135,-0.096 0.052,-0.284 0.140,-0.074 0.015,-0.261 0.158,-0.019 0.065,-0.265 0.226,0.176-0.034,0.218-0.071,0.415-0.257,0.116-0.074,0.346-0.233,0.069-0.037,0.045-0.030,0.025-0.025,-0.070 0.050,0.040-0.022,0.110-0.084,-0.002-0.010,0.004-0.006,0.009-0.003,-0.291 0.194,-0.012-0.012,0.298-0.182,0.015 0.027,-0.047 0.096,0.064 0.015,0.028 0.054,0.001 0.078,0.060-0.056,-0.028 0.020,-0.220 0.270,-0.054 0.081,0.158-0.199,-0.033 0.030,-0.231 0.293,0.008 0.020,0.105-0.129,-0.007-0.001,-0.013-0.003,-0.016-0.005,0.219-0.264,0.006 0.003,-0.221 0.300,-0.012 0.047,0.009 0.051,0.023 0.051,0.009 0.049,-0.001 0.045,-0.056 0.064,-0.092 0.074,-0.066 0.054,-0.045 0.038,-0.202 0.285,-0.056 0.100,0.443-0.629,-0.008 0.019,-0.297 0.526,0.039 0.089,0.175-0.211,0.021 0.016,-0.255 0.534,0.030 0.006,0.287-0.536,0.012-0.029,0.005-0.048,0.000-0.060,-0.233 0.381,0.054-0.085,0.176-0.301,0.059-0.092,-0.002 0.136,0.120-0.016,0.284-0.556,0.031 0.004,-0.155 0.577,0.038 0.012,0.027-0.003,0.018-0.012,0.179-0.549,0.022 0.028,-0.073 0.436,0.008 0.036,0.042-0.132,-0.008 0.107,-0.038 0.327,0.021 0.052,0.028-0.198,-0.035 0.062,-0.118 0.610,0.011 0.032,0.101-0.553,-0.004 0.000,-0.083 0.553,0.036-0.025,0.081-0.330,0.042-0.070,0.042-0.029,0.041 0.002,0.025 0.224,0.042-0.064,0.035-0.084,0.029-0.092,0.028-0.669,0.006 0.936,0.017 0.010,0.008-0.512,0.005-0.076,0.001-0.260,0.001-0.034,0.004 0.304,-0.000-0.136,0.014-0.406,0.030-0.031,0.020-0.046,0.012-0.055,0.036 0.193,-0.001-0.111,-0.021-0.188,-0.010-0.042,-0.021-0.147,-0.009-0.036,-0.016-0.111,-0.007 0.002,0.011 0.390,-0.015-0.037,-0.020-0.383,-0.004 0.006,0.029 0.259,0.042-0.064,-0.005-0.186,0.008 0.002,0.059 0.192,0.044 0.033,-0.031-0.157,0.003 0.028,0.018 0.139,-0.012 0.040,0.016 0.305,-0.030 0.084,-0.073-0.482,-0.011 0.017,-0.002 0.155,-0.013 0.022,-0.007 0.183,-0.013 0.051,-0.011 0.028,-0.009 0.010,0.016 0.044,0.034 0.066,0.021 0.055,0.011 0.044,0.003 0.011,-0.002-0.013,0.017-0.006,0.030-0.000,-0.007-0.193,0.003-0.020,0.036 0.308,-0.013-0.056,-0.048-0.364,-0.013-0.033,-0.003 0.117,-0.017-0.034,-0.030-0.291,-0.009 0.014,0.005 0.467,-0.015 0.002,-0.014-0.164,-0.008-0.019,-0.007-0.142,-0.004 0.019,-0.004 0.317,-0.003-0.006,-0.000-0.295,-0.001 0.019,-0.002 0.354,0.000 0.038,0.001-0.163,0.001-0.015,0.048-0.000,0.079 0.010,0.079 0.183,0.031 0.016,-0.020-0.180,0.019 0.132,-0.019-0.048,-0.044-0.152,-0.022 0.038,-0.070 0.037,-0.100 0.035,-0.070 0.056,-0.046 0.067,-0.049 0.096,-0.050 0.112,-0.024 0.142,-0.005 0.156,-0.014 0.089,-0.020 0.036,-0.000 0.021,0.014 0.009,0.000-0.024,-0.010-0.046,0.043-0.322,0.013-0.074,0.001-0.062,-0.009-0.050,-0.103 0.550,0.029-0.157,0.132-0.842,-0.007-0.051,-0.090 0.279,-0.027-0.069,-0.028-0.038,-0.027-0.014,0.027-0.132,-0.020 0.048,-0.137 0.435,-0.022 0.101,0.000-0.116,-0.087 0.071,0.015-0.169,-0.061 0.027,-0.169 0.239,-0.062 0.009,0.091-0.202,-0.004 0.028,-0.010 0.001,-0.015-0.019,-0.140 0.175,-0.018-0.065,-0.140 0.109,-0.004-0.111,0.153-0.273,0.042-0.081,0.027-0.072,0.015-0.061,0.005-0.051,-0.002-0.042,0.088-0.140,-0.042 0.016,-0.303 0.321,-0.033 0.050,0.074-0.158,-0.082-0.039,-0.073 0.014,-0.064 0.051,0.106-0.126,-0.072 0.014,-0.062 0.008,-0.052 0.003,-0.255 0.154,-0.032-0.011,-0.037 0.005,-0.039 0.016,-0.270 0.156,-0.031-0.023,0.668-0.475,-0.046-0.011,-0.595 0.310,-0.102 0.024,-0.676 0.316,-0.066-0.033,0.858-0.463,-0.022 0.009,-0.430 0.180,-0.193 0.034,-0.153-0.012,-0.117-0.044,0.674-0.312,-0.081 0.008,-1.754 0.591,-0.002-0.081,1.697-0.609,0.054-0.042,-0.340 0.073,0.046-0.053,-0.750 0.142,-0.002-0.081,0.082-0.105,0.134-0.115,0.823-0.209,0.117-0.067,0.115-0.063,0.108-0.057,-0.442-0.019,0.119-0.070,0.363-0.059,0.096-0.035,0.519-0.027,0.035-0.012,-0.403-0.015,0.039-0.012,-0.010-0.008,-0.045-0.004,0.149-0.015,-0.103-0.031,-0.475-0.061,-0.275-0.052,-0.646-0.120,-0.284-0.106,0.595 0.047,-0.179-0.039,-0.584-0.109,-0.073-0.043,-0.007-0.035,-0.211-0.044,-0.181-0.025,-0.152-0.010,0.463 0.049,-0.036-0.058,-0.535-0.146,0.060-0.018,0.124-0.044,0.164-0.060,0.596 0.103,0.072 0.000,-0.827-0.281,0.136-0.048,0.915 0.267,-0.026 0.018,-0.507-0.138,-0.069-0.030,-0.090-0.042,-0.100-0.049,-0.549-0.208,0.005-0.052,0.483 0.125,-0.031-0.033,1.020 0.325,0.054-0.004,-0.905-0.362,0.044-0.027,-0.352-0.175,0.169 0.032,0.612 0.189,0.188 0.006,0.547 0.182,0.158 0.017,-0.153-0.124,0.175 0.055,0.158 0.065,0.542 0.235,-0.563-0.375,0.029-0.040,-0.540-0.313,0.025 0.094,0.867 0.492,0.051 0.007,0.031 0.006,0.015 0.006,-0.224-0.140,0.041 0.013,0.512 0.298,0.020 0.003,-0.642-0.399,0.103 0.063,0.292 0.151,0.061-0.008,0.071 0.020,0.075 0.039,0.075 0.027,0.070 0.017,0.041 0.010,0.018 0.004,0.047-0.001,0.066-0.004,0.146 0.076,-0.033-0.072,-0.360-0.358,-0.055-0.046,0.471 0.439,-0.005-0.007,-0.493-0.438,0.020 0.058,0.069 0.056,0.098 0.051,-0.113-0.148,0.329 0.295,0.064 0.047,-0.067-0.081,0.042 0.031,0.261 0.260,0.036 0.034,-0.148-0.154,0.060 0.061,0.144 0.163,0.054 0.082,0.051 0.086,0.016-0.010,0.129 0.123,-0.020-0.006,-0.096-0.093,-0.017-0.040,-0.219-0.283,0.065-0.015,0.152 0.150,-0.013-0.026,-0.006-0.009,-0.001 0.003,0.129 0.169,-0.024-0.018,-0.276-0.304,-0.017 0.002,0.087 0.113,0.010 0.024,0.093 0.129,0.011 0.050,-0.217-0.151,0.033 0.065,0.258 0.212,0.045 0.015,0.002-0.047,0.066 0.004,-0.038-0.142,0.074 0.043,0.052 0.052,0.034 0.052,0.034 0.063,0.028 0.058,0.023 0.053,0.018 0.045,0.014 0.036,0.010 0.028,0.007 0.020,0.004 0.014,0.002 0.009,-0.019 0.003,-0.046-0.015,-0.053-0.019,-0.055-0.021,-0.051-0.001,-0.045 0.011,-0.051-0.007,-0.050-0.017,-0.046-0.023,0.059-0.010,0.032-0.038,0.088 0.048,-0.029 0.002,-0.158-0.040,-0.144-0.021,-0.142-0.027,-0.133-0.029,-0.121-0.053,-0.106-0.068,-0.138-0.052,-0.154-0.037,0.278 0.103,-0.105-0.037,-0.934-0.296,-0.240-0.031,0.145 0.037,-0.101-0.071,-0.458-0.148,-0.142-0.003,0.992 0.334,-0.011 0.013,-0.718-0.207,-0.014-0.008,-0.284-0.092,0.136 0.034,0.206 0.076,0.242 0.101,-0.038-0.017,0.671 0.184,0.159 0.029,0.516 0.156,0.092 0.030,-0.272-0.089,0.167 0.045,0.152 0.038,0.134 0.031,0.050-0.005,0.152 0.031,0.133 0.026,0.111 0.021,0.090 0.016,0.053-0.002,0.071 0.021,0.053 0.020,0.037 0.017,0.025 0.014,0.015 0.011,0.007 0.008,0.002 0.006,-0.001 0.004,-0.003 0.002,-0.004 0.001,-0.004 0.000,-0.004-0.000,-0.004-0.000,-0.003-0.001,-0.002-0.001,-0.022-0.058,-0.045-0.102,0.031-0.009,-0.031-0.132,-0.072-0.240,-0.044-0.167,0.067 0.123,-0.001-0.087,-0.144-0.773,0.038-0.150,-0.024-0.338,-0.023-0.462,0.043-0.109,0.150 0.933,0.024-0.046,-0.009-0.569,0.038-0.030,0.063 0.766,0.014-0.035,0.025-0.919,0.072-0.076,0.011 0.860,0.015-0.012,0.104-1.251,0.067-0.015,-0.019 0.902,0.065-0.035,0.057-0.039,0.049-0.040,0.059-0.040,0.064-0.038,0.387-1.135,0.155-0.097,0.243-0.096,-0.020 0.322,0.058-0.039,-0.108 0.392,0.041 0.036,0.041-0.002,0.038-0.028,0.182-0.308,-0.021 0.147,-0.359 0.775,-0.025 0.056,-0.005-0.002,0.011-0.045,0.326-0.733,-0.022-0.011,-0.479 0.998,0.011-0.073,0.359-0.882,0.038-0.139,-0.143 0.273,0.030-0.150,0.596-1.644,0.017-0.201,-0.545 1.438,0.033-0.043,0.231-0.589,0.025-0.083,-0.010 0.020,-0.035 0.092,-0.027 0.092,-0.021 0.087,-0.199 0.582,-0.001 0.102,0.147-0.348,-0.073 0.103,-0.069 0.141,-0.064 0.162,-0.181 0.521,-0.003 0.119,0.145-0.217,-0.014 0.133,0.095-0.168,-0.083 0.149,-0.308 0.643,-0.027 0.029,0.151-0.298,0.066-0.052,-0.049 0.212,0.118-0.106,0.555-0.831,0.200-0.172,-0.339 0.660,0.079-0.034,0.329-0.442,0.068-0.079,0.584-0.814,-0.000 0.072,-1.068 1.576,-0.001 0.033,0.256-0.324,-0.014 0.051,0.691-0.911,-0.162 0.235,-0.798 1.079,-0.093 0.120,-0.085 0.106,-0.077 0.092,-0.031 0.078,0.004 0.065,0.560-0.657,-0.007 0.004,-0.500 0.690,0.092-0.007,0.072-0.020,0.055-0.030,0.562-0.525,0.111-0.030,-0.432 0.516,0.069 0.047,0.057 0.021,0.047 0.002,0.585-0.419,-0.039 0.086,-0.852 0.695,-0.009 0.046,0.498-0.324,-0.083 0.076,0.178-0.115,-0.065 0.047,-0.280 0.217,-0.023 0.049,-0.033 0.046,-0.038 0.042,-0.048 0.053,-0.053 0.058,-0.053 0.059,0.027-0.006,0.541-0.402,0.069-0.070,0.025-0.011,-0.507 0.312,-0.072 0.020,-0.474 0.310,-0.043 0.028,0.536-0.362,-0.052 0.036,-0.245 0.174,-0.062 0.056,-0.085 0.059,-0.097 0.058,-0.078 0.054,-0.060 0.049,-0.045 0.020,-0.032-0.002,-0.021-0.017,-0.012-0.028,-0.121 0.044,0.004-0.063,0.027-0.057,0.044-0.051,0.152-0.176,-0.008-0.041,-0.054-0.003,-0.084 0.024,-0.079 0.042,-0.071 0.053,0.015-0.043,-0.068 0.078,-0.122 0.160,-0.035 0.054,-0.087 0.104,-0.013-0.002,0.052-0.081,-0.006 0.009,-0.062 0.074,0.001-0.021,0.125-0.191,0.002 0.004,-0.182 0.258,0.003-0.016,0.223-0.387,-0.056 0.024,-0.075 0.053,-0.082 0.067,-0.080 0.072,-0.124 0.245,-0.033 0.022,0.005-0.045,0.006 0.013,0.021-0.015,0.030-0.034,0.098-0.287,-0.013-0.069,0.020-0.036,0.007-0.080,-0.019-0.051,-0.117 0.412,0.009-0.018,0.053-0.123,0.025 0.001,0.050-0.122,-0.006-0.011,0.005 0.012,0.012 0.027,-0.028 0.120,0.017-0.001,0.122-0.232,0.025-0.011,-0.036 0.105,0.014-0.009,0.072-0.127,0.010-0.007,-0.172 0.345,0.006-0.009,0.197-0.445,0.010-0.114,-0.200 0.393,-0.019-0.025,0.096-0.290,-0.011 0.061,-0.057 0.196,0.002 0.057,0.136-0.295,-0.053 0.062,-0.207 0.471,-0.026 0.027,0.083-0.218,-0.008 0.106,-0.081 0.192,-0.018 0.008,0.001-0.066,-0.029 0.010,-0.005 0.010,0.012 0.010,0.060-0.181,-0.020 0.008,-0.031 0.010,-0.042 0.066,-0.030 0.025,-0.043 0.259,0.014 0.003,0.082-0.244,0.003 0.006,-0.072 0.231,0.030-0.162,-0.015 0.009,-0.016 0.021,-0.016 0.028,0.024-0.078,0.021 0.044,0.030 0.042,-0.028 0.122,-0.004 0.024,-0.010 0.021,-0.013 0.017,-0.010 0.032,0.021-0.041,-0.008 0.014,0.004-0.028,0.055-0.243,-0.010-0.088,-0.045 0.202,0.015 0.004,0.107-0.320,-0.002-0.040,-0.078 0.235,-0.012 0.000,0.017-0.155,-0.025 0.015,-0.011 0.094,0.021 0.017,0.008 0.016,-0.001 0.014,-0.042 0.132,-0.006-0.020,0.048-0.244,0.005 0.010,0.009 0.032,0.011 0.045,0.016-0.132,-0.048 0.130,-0.014-0.007,-0.016 0.000,-0.017 0.005,-0.016 0.009,-0.015 0.010,-0.004-0.146,-0.020 0.077,-0.016 0.088,-0.012 0.087,-0.008 0.080,-0.005 0.068,-0.002 0.084,-0.001-0.001,-0.001-0.015,-0.000-0.023,0.001 0.031,0.000-0.023,-0.001-0.188,0.001-0.017,0.001 0.002,0.001-0.008,0.001-0.007,0.001 0.014,0.000 0.025,0.000 0.031,0.000 0.033,0.000 0.031,0.000 0.028,0.000 0.024,0.000 0.031,0.000-0.013,0.000-0.021,-0.000-0.026,0.000-0.108,-0.000 0.004,-0.000-0.031,-0.000 0.091,0.000-0.015,-0.000-2.262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27T23:15:5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295.000 493.000,'0.016'-0.011,"0.025"-0.016,0.028-0.019,0.028-0.019,0.026-0.017,0.022-0.015,0.018-0.012,0.014-0.010,0.011-0.007,0.008-0.005,0.005-0.003,0.003-0.002,0.002-0.001,0.001-0.000,-0.000 0.000,-0.010-0.009,0.064-0.069,0.081-0.086,0.251-0.202,0.066-0.009,-0.002 0.006,0.026-0.062,0.003-0.072,-0.074 0.105,0.110-0.015,0.092-0.008,0.074-0.003,-0.085 0.053,0.009-0.031,0.254-0.190,0.011-0.011,-0.371 0.249,-0.015 0.002,0.092-0.079,-0.027 0.004,0.152-0.137,-0.082 0.043,-0.090 0.053,-0.090 0.057,-0.186 0.165,-0.030 0.046,0.035 0.013,-0.017 0.059,-0.082 0.057,-0.032 0.007,0.066-0.037,-0.014 0.028,0.027-0.033,-0.016-0.038,-0.015-0.052,-0.077 0.061,0.009 0.009,0.028-0.039,-0.028-0.016,0.008-0.056,-0.060 0.031,-0.059 0.043,-0.054 0.047,-0.046 0.045,-0.037 0.040,-0.028 0.034,-0.021 0.027,-0.014 0.021,-0.009 0.015,-0.005 0.010,-0.002 0.006,-0.000 0.003,0.001 0.001,0.002 0.000,0.002-0.001,0.013-0.005,0.018-0.010,0.020-0.012,0.020-0.011,0.018-0.010,0.016-0.009,0.013-0.007,0.010-0.006,0.007-0.004,0.005-0.003,0.003-0.002,0.002-0.001,0.001-0.001,0.000-0.000,-0.000 0.000,0.000-0.005,-0.011 0.003,-0.013 0.004,-0.013 0.004,-0.011 0.003,-0.010 0.003,-0.008 0.002,-0.006 0.002,-0.004 0.001,-0.003 0.001,-0.002 0.001,-0.001 0.000,-0.000 0.000,-0.000 0.000,0.000-0.000,0.000-0.000,0.000-0.000,0.003 0.024,0.006 0.035,0.006 0.039,0.006 0.038,0.006 0.035,0.005 0.029,0.004 0.024,0.003 0.018,0.002 0.013,0.001 0.009,0.001 0.006,0.000 0.003,0.000 0.001,0.000 0.000,-0.000-0.001,-0.000-0.001,-0.000-0.001,-0.000-0.001,-0.000-0.001,-0.000-0.001,-0.010 0.041,-0.013 0.066,-0.014 0.075,0.010 0.020,0.039 0.088,-0.029-0.119,0.005 0.027,0.055 0.184,0.035 0.070,0.071 0.221,-0.002 0.021,-0.038-0.153,0.022 0.026,0.065 0.303,0.000 0.128,-0.037-0.003,-0.044-0.042,-0.079-0.319,-0.025-0.044,-0.023-0.043,-0.020-0.040,-0.022-0.110,-0.012-0.022,-0.007 0.121,-0.013-0.028,0.009-0.172,0.026-0.042,0.054 0.022,0.052-0.022,0.030 0.012,0.012 0.036,-0.007-0.035,0.024 0.019,0.044 0.084,-0.003 0.014,0.010 0.008,0.018 0.004,0.035 0.069,-0.020-0.007,-0.002-0.006,-0.021-0.071,-0.019-0.083,-0.016-0.085,-0.014-0.080,-0.011-0.045,-0.008-0.018,-0.006 0.000,-0.004 0.012,-0.003 0.019,-0.020 0.010,-0.021 0.016,-0.024 0.014,-0.013 0.032,-0.029-0.029,-0.026-0.039,-0.021-0.042,-0.017-0.040,-0.012-0.036,-0.009-0.030,-0.006-0.024,-0.004-0.018,-0.002-0.013,-0.001-0.009,0.000-0.006,0.001-0.003,0.001-0.001,0.001-0.000,0.001 0.001,0.001 0.001,0.001 0.001,0.001 0.001,0.000 0.001,0.000 0.001,0.000 0.001,0.000 0.053,0.000 0.080,0.000 0.090,0.018-0.060,0.031 0.035,0.049 0.128,0.018 0.047,0.001 0.009,-0.003 0.012,-0.008 0.002,0.278 1.637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27T23:15:5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1116.000 655.000,'0.001'-0.001,"0.001"-0.002,0.001-0.002,0.001-0.002,0.001-0.001,0.001-0.001,0.001-0.001,0.000-0.001,0.000-0.001,0.000-0.000,0.000-0.000,0.000-0.000,0.000-0.000,0.000 0.000,0.000 0.000,0.000 0.000,0.000 0.000,-0.000 0.000,0.000 0.000,0.000 0.000,-0.000 0.000,0.000 0.000,0.000 0.000,0.000 0.000,0.000 0.000,0.000 0.000,0.000 0.000,0.000 0.000,0.000-0.000,0.000 0.000,-0.000 0.000,0.000 0.000,0.000 0.000,-0.000 0.000,0.000-0.000,0.000 0.000,0.000 0.000,0.000 0.000,0.000 0.000,-0.000 0.000,0.000 0.000,0.000-0.000,-0.000 0.000,0.000 0.000,0.000 0.000,0.000 0.000,0.000 0.000,-0.000-0.000,0.000 0.000,0.000 0.000,-0.000 0.000,0.000 0.000,0.000 0.000,0.000 0.000,0.000-0.000,0.000 0.000,-0.000 0.000,0.000 0.000,0.000 0.000,-0.000 0.000,0.000 0.000,0.000-0.000,0.000 0.000,0.000 0.000,-0.000 0.000,0.000 0.000,0.000 0.000,-0.000 0.000,0.000-0.000,0.000 0.000,0.000 0.000,0.000 0.000,0.000 0.000,-0.000 0.000,0.000 0.000,0.000-0.000,-0.000 0.000,0.000 0.000,0.000 0.000,0.000 0.000,0.000 0.000,-0.000-0.000,0.000 0.000,0.000 0.000,-0.000 0.000,0.000 0.000,0.000 0.000,0.000 0.000,0.000-0.000,0.000 0.000,-0.000 0.000,0.000 0.000,0.000 0.000,-0.000 0.000,0.000 0.000,0.000-0.000,0.000 0.000,0.000 0.000,-0.000 0.000,0.000 0.000,0.000 0.000,-0.000 0.000,0.000-0.000,0.000 0.000,0.000 0.000,0.000 0.000,0.000 0.000,-0.000 0.000,0.000 0.000,0.000-0.000,-0.000 0.000,0.000 0.000,0.000 0.000,0.000 0.000,0.000 0.000,-0.000-0.000,0.000 0.000,0.000 0.000,-0.000 0.000,0.000 0.000,0.000 0.000,0.000 0.000,0.000-0.000,0.000 0.000,-0.000 0.000,0.000 0.000,0.000 0.000,-0.000 0.000,0.000 0.000,0.000-0.000,0.000 0.000,0.000 0.000,-0.000 0.000,0.000 0.000,0.000 0.000,-0.000 0.000,0.000-0.000,0.000 0.000,0.000 0.000,0.000 0.000,0.000 0.000,-0.000 0.000,0.000 0.000,0.000-0.000,-0.000 0.000,0.000 0.000,0.000 0.000,0.000 0.000,0.000 0.000,-0.000-0.000,0.000 0.000,0.000 0.000,-0.000 0.000,0.000 0.000,0.000 0.000,0.000 0.000,0.000-0.000,0.000 0.000,-0.000 0.000,0.000 0.000,0.000 0.000,-0.000 0.000,0.000 0.000,0.000-0.000,0.000 0.000,0.000 0.000,-0.000 0.000,0.000 0.000,0.000 0.000,-0.000 0.000,0.000-0.000,0.000 0.000,0.000 0.000,0.000 0.000,0.000 0.000,-0.000 0.000,0.000 0.000,0.000-0.000,-0.000 0.000,0.000 0.000,0.000 0.000,0.000 0.000,0.000 0.000,-0.000-0.000,0.000 0.000,0.000 0.000,-0.000 0.000,0.000 0.000,0.000 0.000,0.000 0.000,0.000-0.000,0.000 0.000,-0.000 0.000,0.000 0.000,0.000 0.000,-0.000 0.000,0.000 0.000,0.000-0.000,0.000 0.000,0.000 0.000,-0.000 0.000,0.000 0.000,0.000 0.000,-0.000 0.000,0.000-0.000,0.000 0.000,0.000 0.000,0.000 0.000,0.000 0.000,-0.000 0.000,0.000 0.000,0.000-0.000,-0.000 0.000,0.000 0.000,0.000 0.000,0.000 0.000,0.000 0.000,-0.000-0.000,0.000 0.000,0.000 0.000,-0.000 0.000,0.000 0.000,0.000 0.000,0.000 0.000,0.000-0.000,0.000 0.000,-0.000 0.000,0.000 0.000,0.000 0.000,-0.000 0.000,0.000 0.000,0.000-0.000,0.000 0.000,0.000 0.000,-0.000 0.000,0.000 0.000,0.000 0.000,-0.000 0.000,0.000-0.000,0.000 0.000,0.000 0.000,0.000 0.000,0.000 0.000,-0.000 0.000,0.000 0.000,0.000-0.000,-0.000 0.000,0.000 0.000,0.000 0.000,0.000 0.000,0.000 0.000,-0.000-0.000,0.000 0.000,0.000 0.000,-0.000 0.000,0.000 0.000,0.000 0.000,0.000 0.000,0.000-0.000,0.000 0.000,-0.000 0.000,0.000 0.000,0.000 0.000,-0.000 0.000,0.000 0.000,0.000-0.000,0.000 0.000,0.000 0.000,-0.000 0.000,0.000 0.000,0.000 0.000,-0.000 0.000,0.013-0.028,0.026-0.052,0.032-0.064,0.041-0.046,0.070-0.078,0.033-0.049,0.217-0.287,0.152-0.169,0.310-0.400,0.075-0.117,0.123-0.274,0.152-0.296,-0.042 0.016,-0.088 0.108,-0.109 0.154,0.156-0.255,0.124-0.123,-0.360 0.577,0.103-0.126,0.391-0.589,0.009-0.068,-0.313 0.444,0.018-0.057,0.266-0.448,-0.045 0.053,-0.069 0.102,-0.059 0.036,0.065-0.181,0.127-0.306,-0.029-0.035,-0.060 0.026,0.199-0.401,-0.237 0.458,-0.039 0.091,-0.041 0.103,-0.936 1.765,1.162-2.215,-0.047-0.050,-0.553 1.140,0.035 0.022,0.323-0.554,-0.011-0.022,-0.041-0.006,-0.059 0.006,0.118-0.328,-0.055 0.083,-0.047 0.105,-0.870 1.843,0.908-2.119,-0.081 0.031,-0.105 0.113,-0.573 1.481,0.278-0.783,-0.031-0.016,0.291-1.074,-0.080 0.049,0.010 0.058,0.064 0.059,-0.179 0.649,0.283-0.830,-0.022 0.148,0.084-0.081,0.022-0.036,-0.021-0.003,-0.383 0.988,-0.022 0.037,0.264-0.708,-0.041 0.159,-0.041 0.186,-0.479 1.200,0.572-1.717,-0.097 0.079,-0.366 1.036,-0.059 0.080,0.064-0.564,-0.112 0.318,-0.035 0.120,-0.054 0.190,-0.045 0.132,-0.044 0.127,-0.004 0.081,0.048-0.282,-0.020 0.027,-0.065 0.302,-0.021 0.023,0.149-0.379,-0.063 0.387,0.010-0.047,0.124-0.613,-0.032 0.058,-0.047 0.117,-0.101 0.595,0.026-0.083,0.169-0.680,0.051-0.108,-0.025 0.148,0.013-0.038,0.005-0.026,0.154-0.551,-0.099 0.367,0.013-0.113,0.080-0.243,0.051-0.020,0.056 0.020,-0.004-0.039,0.177-0.579,0.102-0.266,-0.049 0.118,-0.060 0.216,0.063-0.164,0.372-1.081,0.090-0.126,0.009-0.045,-0.046 0.012,-0.479 1.410,-0.037-0.025,0.622-2.241,-0.195 0.633,-0.034 0.069,-0.053 0.141,-0.376 1.270,0.530-2.321,-0.181 0.513,-0.202 0.689,-0.197 0.734,-0.176 0.695,-0.148 0.609,-0.117 0.503,-0.089 0.394,-0.063 0.293,-0.042 0.206,-0.026 0.135,-0.014 0.080,-0.005 0.040,0.000 0.012,0.004-0.006,0.005-0.016,0.006-0.021,0.006-0.022,0.005-0.021,0.004-0.018,0.003-0.015,0.003-0.011,0.002-0.008,0.001-0.006,0.001-0.004,0.000-0.002,0.000-0.001,0.000-0.000,-0.000 0.000,-0.000 0.000,-0.000 0.001,-0.000 0.001,-0.000 0.001,-0.000 0.001,-0.000 0.000,0.000 0.000,-0.000 0.000,0.000 0.000,0.000 0.000,0.000 0.000,0.000 0.000,0.000 0.000,0.000-0.000,0.000 0.000,0.000-0.000,0.000 0.000,0.000-0.000,-0.030-0.049,-0.030-0.051,-0.035-0.005,-0.036 0.025,-0.034 0.043,-0.017 0.051,-0.004 0.058,0.004 0.057,0.009 0.052,0.012 0.045,0.013 0.038,-0.020 0.015,-0.037 0.011,-0.046 0.002,-0.049-0.003,-0.047-0.007,-0.042-0.008,-0.036-0.009,0.124 0.090,-0.017-0.016,-0.193-0.134,-0.086-0.044,-0.059 0.009,-0.150-0.029,-0.589-0.171,-0.151 0.016,-0.253-0.024,0.249 0.114,-0.136-0.008,-0.997-0.244,-0.228-0.057,0.752 0.215,-0.123-0.006,-0.472-0.128,-0.128-0.076,0.630 0.161,-0.090-0.017,-2.319-0.621,-0.257-0.100,0.225 0.093,-0.019 0.073,0.108 0.131,0.831 0.259,-1.509-0.233,0.031 0.031,2.398 0.455,0.020 0.014,-1.295-0.192,0.175 0.078,0.564 0.114,0.110 0.033,0.448 0.056,0.010-0.023,-0.726-0.125,0.125 0.031,0.823 0.129,0.061 0.006,-0.924-0.127,0.183 0.062,0.747 0.113,0.074 0.009,-0.165-0.025,-0.092-0.001,-0.036 0.016,-0.386-0.008,-0.032 0.044,0.283 0.072,-0.099 0.038,0.657 0.069,-0.101 0.019,-2.412-0.117,-0.253-0.087,0.256 0.008,0.002 0.009,0.130 0.027,1.935 0.120,0.073 0.014,-1.540-0.047,0.289 0.039,1.299 0.059,0.107 0.016,-0.194 0.009,0.174 0.016,0.178 0.013,1.174 0.016,-1.329-0.001,0.111 0.009,0.579 0.004,0.035 0.003,-0.408 0.004,0.127 0.002,0.736-0.003,0.058-0.000,-0.532 0.004,0.217-0.001,0.228-0.001,0.220-0.001,0.302-0.002,0.106-0.001,-0.149-0.000,0.266-0.002,0.016-0.000,-0.163-0.000,-0.023-0.001,0.026-0.000,-0.013-0.000,-0.011-0.000,-0.009-0.000,-0.096-0.000,-0.075-0.000,0.149-0.018,-0.066-0.031,-0.074-0.021,-0.077-0.013,-0.077-0.025,-0.073-0.033,-0.621-0.100,-0.071-0.008,-0.280-0.060,-0.209-0.089,-0.148-0.101,-0.209-0.102,0.048-0.046,-0.260-0.123,0.510 0.113,-0.137-0.056,-1.392-0.449,-0.213-0.117,-0.497-0.128,-0.310-0.088,-0.168-0.057,1.547 0.450,0.036-0.026,-1.518-0.588,0.026-0.087,2.042 0.710,0.021-0.020,-1.520-0.616,-0.041-0.026,-0.571-0.308,1.127 0.441,0.173 0.073,-0.239-0.096,0.246 0.105,0.655 0.277,0.244 0.111,0.503 0.193,0.104 0.017,-0.897-0.347,0.016 0.096,1.299 0.520,0.046 0.036,-0.565-0.156,0.014 0.055,0.276 0.096,-0.046-0.029,-0.364-0.116,-0.047-0.000,-0.535-0.142,-0.295-0.062,0.600 0.178,-0.153-0.057,-0.172-0.029,-0.180-0.007,-0.676-0.165,-0.154-0.045,-0.129-0.026,-0.106-0.012,-0.556-0.116,0.100 0.066,1.112 0.285,0.008-0.008,-0.995-0.251,0.131 0.051,1.130 0.296,0.127 0.045,-1.185-0.286,0.242 0.040,1.782 0.439,0.077 0.021,-1.590-0.297,0.435 0.156,0.058 0.059,0.007 0.061,0.181 0.095,0.201 0.096,1.734 0.238,-1.823-0.242,-0.139-0.055,0.682 0.080,-0.050-0.022,-0.514-0.060,-0.160 0.021,0.340 0.066,-0.057 0.003,-1.794-0.178,0.173 0.073,2.220 0.233,0.091 0.003,-0.663-0.066,0.110 0.027,0.455 0.025,0.085-0.035,-0.214-0.063,0.139 0.003,0.450 0.059,0.163 0.022,-0.063-0.006,0.182 0.038,-0.007 0.018,0.182 0.046,0.268 0.053,0.059 0.030,0.329 0.039,0.019 0.013,-0.807-0.000,-0.133 0.027,0.630 0.014,-0.029 0.006,-0.424 0.007,-0.079 0.004,0.533-0.003,-0.047 0.001,-0.281-0.016,-0.078-0.031,-0.056-0.022,-0.037-0.014,-0.830-0.085,-0.077-0.059,1.050 0.079,0.032-0.002,-0.920-0.089,0.111 0.020,0.019 0.028,0.313 0.014,0.115-0.023,0.259 0.018,0.019 0.006,-0.204-0.035,-0.019-0.028,0.202 0.022,0.006 0.007,-0.640-0.101,-0.177-0.047,-0.121-0.041,-0.186-0.071,-0.104-0.085,-0.044-0.088,0.593 0.097,0.028-0.019,0.562 0.133,-0.019-0.007,-1.529-0.383,-0.009 0.013,0.305 0.065,-0.156-0.014,0.223 0.103,1.361 0.317,0.036 0.013,0.053 0.019,0.066 0.023,-0.362-0.071,0.070 0.008,-0.247-0.051,0.204 0.050,0.748 0.157,0.073 0.021,-0.308-0.035,0.090 0.043,0.278 0.040,0.022-0.010,-0.177-0.040,0.056 0.007,0.217 0.044,0.003 0.010,-0.364-0.031,0.060 0.029,0.117 0.032,0.035-0.010,0.126-0.024,0.136-0.034,0.232 0.045,0.023 0.001,0.010-0.014,0.000-0.025,-0.232-0.111,-0.079 0.002,-0.013 0.041,0.079 0.034,-0.054-0.020,-0.057-0.005,-0.057 0.005,-0.031 0.013,-0.010 0.017,-0.408-0.067,-0.150-0.029,0.433 0.077,-0.055-0.024,-0.636-0.107,0.381 0.079,-0.096-0.020,-0.750-0.156,-0.125-0.038,0.560 0.101,-0.134-0.048,-0.110-0.040,-0.088-0.032,-1.004-0.250,-0.081-0.018,1.162 0.294,-0.092-0.000,-0.850-0.196,-0.177-0.077,-0.151-0.045,-0.125-0.020,-0.822-0.232,0.183-0.025,1.634 0.420,0.055 0.009,-0.646-0.182,0.101 0.026,-0.887-0.178,-0.008 0.039,0.115 0.054,1.130 0.282,0.051 0.024,-0.292-0.075,0.036-0.017,0.054-0.006,0.064 0.002,-0.550-0.146,0.084 0.028,-0.171 0.073,0.230 0.146,-0.062 0.085,0.269 0.092,-0.081 0.023,0.293 0.030,-0.059-0.034,-0.440-0.065,-0.058 0.007,-0.399-0.050,0.041-0.004,-0.461-0.020,-0.286 0.018,0.249 0.079,0.395 0.100,0.136 0.062,0.187 0.055,1.067 0.068,0.110 0.020,-0.200 0.014,0.045 0.018,-0.133-0.004,0.046-0.017,0.044-0.027,0.156-0.006,-0.740-0.103,0.785 0.038,-0.034-0.008,-0.588-0.046,0.058 0.012,-0.194 0.002,0.111 0.029,0.044 0.031,0.108 0.029,0.141 0.026,0.794 0.034,0.089 0.010,-0.123 0.006,0.064 0.009,0.046 0.007,0.031 0.006,-0.366 0.006,-0.019 0.004,0.732-0.001,-0.008 0.001,-0.205 0.001,-0.024 0.000,-0.024-0.000,-0.024-0.000,-0.489 0.001,-0.103-0.001,0.411-0.002,-0.017-0.001,-0.496 0.000,-0.028-0.001,0.084-0.001,0.023-0.001,0.034-0.000,0.558-0.000,-0.840-0.000,-0.112-0.000,0.488-0.000,-0.030-0.000,0.224-0.000,-0.071-0.000,-1.039-0.000,-0.100 0.000,0.594 0.000,-0.060 0.000,-0.377 0.000,0.004 0.000,0.331 0.000,-0.028 0.000,-1.120-0.000,-0.016 0.000,1.061 0.000,-0.039 0.000,-0.798 0.000,-0.032 0.000,1.145 0.000,0.026 0.000,-1.065 0.000,0.063 0.000,0.777 0.000,0.066 0.000,0.080-0.000,0.087 0.000,-0.241 0.000,0.046-0.000,0.353 0.000,0.061 0.000,-0.516 0.000,0.028 0.000,0.589 0.000,0.047 0.000,-0.792 0.000,-0.040 0.000,1.078 0.000,0.018 0.000,-0.535 0.024,-0.034 0.039,-0.558 0.055,0.031 0.016,1.067-0.040,-0.016 0.021,-0.297 0.074,-0.028 0.070,-1.238 0.199,-0.491 0.073,0.085-0.031,1.335-0.190,0.003 0.001,-0.969 0.113,0.040-0.045,0.999-0.142,0.046-0.029,-0.251-0.009,0.052-0.037,0.028-0.034,0.009-0.030,0.043-0.003,0.065 0.017,0.293 0.009,-0.006 0.031,-0.520 0.073,0.063 0.006,0.817-0.069,0.032 0.016,-0.496 0.074,-0.027-0.002,-0.604 0.116,0.554-0.053,0.073 0.015,0.098 0.011,0.266-0.049,-0.009-0.015,-0.467 0.073,0.033 0.005,0.683-0.100,-0.031 0.034,-0.793 0.188,-0.050 0.001,0.488-0.105,-0.017 0.005,-0.542 0.122,-0.004 0.009,0.130-0.029,-0.934 0.220,0.078 0.006,1.415-0.326,-0.001-0.000,-0.563 0.132,-0.003 0.003,-0.017 0.025,-0.025 0.039,-0.608 0.183,-0.004 0.005,0.886-0.239,0.021-0.007,-0.564 0.139,-0.004-0.017,0.558-0.155,-0.020-0.009,0.002-0.006,0.019-0.003,-0.240 0.065,0.061-0.003,-0.174 0.092,0.111 0.039,0.219-0.037,-0.734 0.273,0.113-0.013,1.232-0.416,0.035-0.009,-0.585 0.218,0.110-0.020,0.657-0.230,0.047-0.006,-0.463 0.205,0.094-0.012,0.260-0.081,0.102-0.010,-0.156 0.118,0.098-0.019,0.495-0.258,0.013-0.003,0.014 0.002,0.015 0.005,-0.282 0.172,0.048-0.042,0.300-0.193,-0.003-0.028,-0.286 0.103,0.021-0.018,-0.014 0.035,0.113 0.004,0.314-0.158,-0.000 0.009,-0.289 0.209,0.012 0.027,0.221-0.121,0.007 0.043,-0.127 0.176,0.011 0.034,-0.087 0.125,-0.001 0.017,0.013-0.008,0.273-0.299,0.003 0.018,-0.131 0.185,-0.000 0.011,0.130-0.155,-0.003 0.023,-0.116 0.210,0.034 0.010,-0.082 0.218,0.027 0.020,0.168-0.293,0.002 0.015,-0.004 0.022,-0.008 0.025,-0.179 0.422,-0.010 0.082,0.087-0.186,-0.043 0.092,0.112-0.249,-0.016 0.051,-0.271 0.610,-0.061 0.076,-0.152 0.420,-0.197 0.339,-0.100-0.004,0.533-1.125,-0.019-0.014,-0.128 0.224,0.001 0.026,-0.360 0.693,0.005-0.029,0.358-0.693,-0.001-0.026,-0.400 0.669,-0.055 0.049,0.390-0.632,0.021 0.054,-0.226 0.521,0.017 0.002,0.264-0.462,0.031 0.040,-0.185 0.345,-0.373 0.857,0.109-0.076,0.289-0.561,0.107-0.147,0.103-0.149,0.226-0.462,0.034 0.025,-0.110 0.662,0.097-0.091,0.189-0.688,0.046-0.036,0.043-0.023,0.039-0.013,-0.003 0.678,0.066-0.198,0.051-0.606,0.020-0.085,0.015-0.067,0.013 0.070,0.009-0.054,-0.000-0.271,0.002-0.013,0.019-0.003,0.031 0.004,0.036 0.106,0.014-0.028,0.050 0.093,0.044-0.012,-0.019-0.222,0.032 0.006,0.127 0.263,0.024-0.041,0.007-0.059,-0.004-0.067,-0.137-0.343,0.009-0.022,0.204 0.319,0.027 0.008,-0.153-0.255,-0.018-0.009,0.155 0.257,-0.105-0.169,-0.026-0.012,-0.050-0.108,0.002-0.041,0.067 0.089,-0.031-0.037,-0.067-0.081,-0.034-0.013,0.000 0.087,-0.051-0.029,-0.045-0.030,0.017-0.001,0.011 0.033,-0.016-0.098,0.026 0.014,0.099 0.151,0.035-0.006,0.026-0.019,0.041 0.044,-0.033-0.042,-0.048-0.043,-0.077-0.132,-0.012-0.027,-0.005-0.024,-0.000-0.020,-0.040-0.055,-0.010 0.008,0.047 0.157,-0.035-0.005,-0.034-0.017,-0.031-0.022,0.019 0.043,0.047 0.079,0.011-0.022,0.010-0.019,0.002-0.038,-0.003-0.047,-0.006-0.049,-0.008-0.046,-0.008-0.041,-0.008-0.035,-0.007-0.028,-0.003-0.015,-0.014-0.020,-0.014-0.014,-0.013-0.010,-0.011-0.006,-0.009-0.004,-0.007-0.002,-0.005-0.000,-0.003 0.001,-0.002 0.001,-0.001 0.001,-0.001 0.001,-0.000 0.001,0.000 0.001,0.000 0.001,0.000 0.001,0.000 0.000,0.000 0.000,0.000 0.000,0.000 0.000,-0.011 0.036,-0.004 0.088,-0.002 0.118,-0.006 0.071,-0.009 0.021,-0.003 0.101,-0.003 0.094,0.028 0.155,0.045 0.035,0.011-0.088,0.010-0.008,0.016 0.070,-0.005-0.032,0.003-0.090,0.029 0.011,0.014-0.000,0.002-0.009,-0.031-0.177,0.017-0.006,0.067 0.155,0.002-0.013,0.016 0.060,-0.021-0.025,-0.070-0.248,0.010-0.031,0.142 0.231,-0.018-0.090,-0.036-0.079,-0.043-0.066,-0.019-0.025,0.005 0.017,0.015 0.035,-0.038-0.079,0.016 0.033,0.019 0.038,-0.003-0.008,0.027 0.053,-0.009-0.020,0.025 0.050,0.126 0.253,0.040 0.079,-0.025-0.069,0.023 0.015,0.021 0.038,0.019 0.054,0.259 0.457,0.067 0.037,-0.219-0.404,0.007 0.002,0.003 0.003,0.000 0.005,0.077 0.142,-0.008 0.001,0.034 0.132,-0.070-0.017,-0.107-0.153,-0.029-0.016,0.034 0.083,-0.015-0.068,-0.128-0.264,-0.030-0.015,0.140 0.326,-0.063-0.251,0.048-0.038,-0.045-0.134,-0.006-0.030,0.080 0.138,-0.049-0.048,0.051 0.138,-0.023-0.004,-0.012-0.146,-0.055-0.120,-0.030-0.039,-0.122-0.202,0.003-0.007,0.226 0.293,0.023-0.017,0.006-0.113,-0.130-0.174,0.017-0.008,0.053 0.040,-0.021-0.008,-0.034-0.007,0.005 0.025,0.033 0.023,0.051 0.020,0.136 0.076,0.077 0.015,-0.107-0.111,0.048 0.007,0.365 0.233,0.066 0.060,-0.185-0.128,0.024 0.006,-0.058-0.074,0.082-0.000,0.215 0.049,0.054-0.044,-0.107-0.090,0.046-0.016,0.689 0.196,-0.291-0.144,0.050-0.037,0.604 0.073,-0.095-0.098,-0.990-0.199,-0.038-0.004,0.169 0.022,0.024-0.017,0.189 0.003,-0.012-0.029,-0.052-0.029,-0.078-0.028,-0.069-0.026,-0.059-0.023,0.430-0.009,0.033-0.029,-0.030-0.021,0.179-0.012,-0.041-0.007,0.138-0.004,0.071-0.003,0.022-0.001,-0.462 0.002,-0.037 0.000,0.135-0.001,-0.097 0.001,-0.108 0.001,-0.111 0.001,-0.108 0.001,-0.101 0.001,-0.099 0.001,-0.093 0.001,0.034 0.001,-0.047 0.001,-0.115 0.001,-0.002 0.000,0.107 0.000,0.017 0.000,0.012 0.000,0.216 0.000,0.065 0.000,-0.257-0.000,-0.013-0.000,0.247 0.000,-0.016-0.000,-0.007-0.000,-0.104-0.000,-0.120-0.000,-0.122-0.000,-0.031-0.000,-0.190-0.000,-0.032-0.000,-0.066 0.000,0.019-0.000,0.309 0.000,0.120 0.000,0.157 0.000,0.222-0.000,0.045 0.000,-0.317 0.000,0.056 0.000,0.060 0.000,0.013 0.000,-0.021 0.000,0.114 0.000,-0.032 0.000,0.069 0.000,-0.156 0.000,-0.172 0.000,-0.169 0.000,-0.154 0.000,-0.132 0.000,-0.108 0.000,-0.089 0.000,-0.067 0.000,-0.049 0.000,-0.033 0.000,-0.020 0.000,-0.011 0.000,-0.004 0.000,0.000 0.000,0.003 0.000,0.005 0.000,0.005 0.000,0.005 0.000,0.005 0.000,-0.010 0.000,0.056 0.000,0.072 0.018,0.081 0.031,0.002 0.009,0.043 0.011,0.190 0.058,0.044 0.043,0.109 0.050,0.009 0.006,-0.245-0.066,-0.002 0.016,0.134 0.088,-0.047 0.025,-0.060 0.020,0.096 0.076,-0.138-0.095,-0.011-0.027,0.009-0.006,-0.025-0.016,-0.027-0.010,-0.027-0.006,1.080 0.760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0-27T23:15:5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161.000 412.000,'0.032'0.011,"0.049"0.016,0.055 0.018,0.054 0.018,0.049 0.016,0.042 0.014,0.034 0.011,0.026 0.009,-0.063 0.000,0.036 0.047,0.042 0.057,0.404 0.249,0.132 0.086,0.177 0.117,-0.004 0.003,0.102 0.071,0.112 0.086,0.114 0.093,0.171 0.122,-0.012-0.008,-0.057-0.045,-0.807-0.528,0.694 0.483,-0.013-0.007,-0.050-0.002,-0.074 0.002,0.074 0.093,-0.074-0.048,-0.189-0.134,0.023 0.063,-0.138-0.054,-0.119-0.088,-0.100-0.105,-0.227-0.197,-0.068-0.035,0.098 0.129,-0.093-0.107,-0.065-0.104,-0.061-0.066,-0.040-0.026,-0.030-0.005,-0.022 0.008,-0.014 0.016,-0.019-0.017,0.011 0.012,0.016 0.012,-0.061-0.093,0.019 0.015,0.139 0.175,-0.003 0.013,-0.024-0.002,-0.036-0.012,-0.029-0.002,-0.056-0.058,-0.052-0.062,-0.045-0.059,-0.037-0.052,-0.029-0.043,-0.021-0.034,-0.015-0.025,-0.010-0.018,-0.006-0.012,-0.003-0.007,-0.001-0.003,0.001-0.001,0.001 0.000,0.002 0.001,0.002 0.002,0.002 0.002,0.001 0.002,0.001 0.002,0.001 0.001,0.001 0.001,0.000 0.001,0.000 0.000,0.000 0.000,0.000 0.000,0.000 0.000,-0.000 0.000,-0.000 0.000,-0.000-0.000,-0.000-0.000,-0.000-0.000,-0.000-0.000,-0.000-0.000,-0.000-0.000,-0.000-0.000,-0.000 0.000,0.000-0.000,0.000 0.000,0.000 0.000,0.000 0.000,0.000 0.000,0.000 0.000,0.000 0.000,0.000 0.000,0.000 0.000,0.000 0.000,0.000 0.000,0.000 0.000,0.000 0.000,0.000 0.000,0.000 0.000,0.000 0.000,0.000 0.000,0.000 0.000,0.000 0.000,0.000 0.000,-0.052 0.039,-0.098 0.067,-0.116 0.079,-0.269 0.136,-0.209 0.075,0.293-0.145,-0.094 0.066,-0.420 0.211,-0.227 0.069,-0.583 0.258,-0.149 0.077,-0.318 0.053,0.359-0.178,-0.059 0.024,-0.026 0.024,-0.065 0.023,-0.284 0.139,0.036 0.017,-0.425 0.200,0.236-0.096,0.004 0.010,0.064-0.003,0.100-0.012,0.614-0.302,0.094-0.065,-0.286 0.156,0.211-0.042,0.514-0.249,0.123-0.060,0.113-0.066,0.102-0.068,-0.122 0.055,0.200-0.095,0.185-0.077,0.162-0.059,0.137-0.044,0.077-0.038,0.020-0.019,-0.011-0.011,-0.031-0.005,-0.042-0.001,-0.074 0.038,-0.040 0.038,-0.069 0.007,-1.988 0.759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7-10-09T07:50: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7179.000 5062.000,'0.000'18.000,"0.000"0.000,0.000 17.000,18.000 0.000,-18.000 18.000,0.000-18.000,18.000 1.000,-18.000-1.000,35.000 0.000,-35.000 1.000,18.000-1.000,-18.000-18.000,0.000 19.000,17.000-1.000,-17.000 18.000,18.000-35.000,-18.000-1.000,0.000 18.000,17.000-17.000,-17.000 0.000,0.000-1.000,0.000 1.000,18.000 0.000,-18.000-1.000,0.000 1.000,0.000 0.000,0.000-1.000,18.000-17.000,-18.000 18.000,0.000-1.000,17.000 1.000,-17.000 0.000,0.000-1.000,0.000 1.000,0.000 0.000,18.000-1.000,-18.000 1.000,0.000 0.000,0.000-1.000,18.000 1.000,-18.000 0.000,17.000-18.000,-17.000 17.000</inkml:trace>
  <inkml:trace contextRef="#ctx0" brushRef="#br0">8961.000 9243.000,'0.000'-18.000,"18.000"-17.000,-1.000 17.000,-17.000 1.000,18.000 17.000,-1.000-18.000,1.000 0.000,-18.000 1.000,0.000-1.000,18.000 0.000,-1.000 1.000,1.000 17.000,0.000 0.000,-1.000 0.000,1.000 0.000,0.000 0.000,-1.000 0.000,1.000 0.000,-1.000 0.000,1.000 0.000,17.000 17.000,1.000 19.000,-1.000-19.000,-17.000 1.000,-1.000 0.000,-17.000-1.000,0.000 19.000,18.000-19.000,0.000-17.000,-1.000 35.000,1.000-17.000,-18.000 17.000,17.000 1.000,-17.000-1.000,0.000 0.000,0.000-17.000,0.000 17.000,0.000-17.000,0.000 17.000,0.000 0.000,0.000-17.000,0.000 0.000,0.000 17.000,0.000-18.000,0.000 1.000,-17.000 0.000,-1.000 17.000,-35.000 0.000,18.000 1.000,17.000-1.000,-17.000-17.000,17.000 17.000,-17.000-18.000,17.000-17.000,1.000 18.000,-1.000 17.000,-17.000-35.000,0.000 36.000,-1.000-19.000,1.000 19.000,-35.000-1.000,17.000-18.000,17.000 19.000,-17.000-19.000,36.000 1.000,-18.000-18.000,17.000 18.000,0.000-18.000,1.000 0.000,-1.000 17.000,0.000 1.000,1.000-18.000,34.000 0.000,1.000 0.000,17.000 0.000,53.000 0.000,-17.000 0.000,35.000 0.000,35.000 0.000,53.000 0.000,-53.000 18.000,35.000-18.000,-34.000 0.000,34.000 0.000,-88.000 17.000,-17.000-17.000,17.000 0.000,-35.000 0.000,-18.000 0.000,0.000 0.000</inkml:trace>
  <inkml:trace contextRef="#ctx0" brushRef="#br0">3934.000 10195.000,'0.000'-17.000,"17.000"-1.000,1.000 0.000,0.000 1.000,-18.000-1.000,17.000 18.000,-17.000-18.000,0.000 1.000,18.000 17.000,0.000 0.000,17.000 0.000,-17.000 0.000,-1.000 0.000,-17.000-18.000,18.000 18.000,17.000 0.000,0.000 0.000,18.000 0.000,0.000 0.000,-17.000 0.000,34.000 0.000,-17.000 0.000,-35.000 0.000,-18.000 18.000,0.000-1.000,0.000 1.000,0.000 17.000,0.000 1.000,0.000-1.000,0.000 0.000,-18.000 18.000,18.000-18.000,-18.000 1.000,1.000-19.000,17.000 1.000,0.000 0.000,-18.000 17.000,0.000-35.000,1.000 18.000,-1.000-1.000,1.000-17.000,-1.000 0.000,18.000 18.000,-18.000-18.000,1.000 17.000,-19.000-17.000,19.000 0.000,-36.000 18.000,35.000 0.000,0.000-1.000,-17.000-17.000,35.000 18.000,-17.000-18.000,-1.000 0.000,18.000 18.000,-35.000-18.000,17.000 35.000,0.000-35.000,36.000 0.000,0.000-18.000,-1.000 18.000,36.000-17.000,-35.000 17.000,52.000 0.000,-17.000-18.000,18.000 18.000,-1.000 0.000,-17.000 0.000,0.000 0.000,0.000 0.000,-18.000 0.000,18.000 0.000,-17.000 0.000,-19.000 0.000,1.000 0.000,0.000 35.000,-18.000-17.000,0.000 17.000,0.000-17.000,0.000-1.000,0.000 19.000,0.000-19.000,0.000 1.000,0.000 0.000,-18.000 17.000,18.000 0.000,-18.000-17.000,1.000-1.000,17.000 1.000,-18.000 0.000,0.000-1.000,1.000 1.000,17.000 0.000,-18.000-18.000,-17.000 35.000,0.000-17.000,35.000-1.000,-36.000 1.000,36.000 0.000,-35.000-18.000,35.000 17.000,-18.000-17.000,1.000 0.000,-1.000 0.000,18.000 18.000,-35.000-18.000,35.000 17.000,-35.000-17.000,-1.000 0.000,1.000 18.000,0.000-18.000,17.000 0.000,0.000 0.000,1.000 0.000,-19.000 0.000,19.000 0.000,-1.000 18.000,-17.000-18.000,17.000 0.000,1.000 0.000,-1.000 0.000,-17.000 0.000,-1.000 0.000,19.000 0.000,-1.000 0.000,1.000 0.000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7-10-09T08:09: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23178.000 5380.000,'35.000'0.000,"18.000"0.000,53.000 18.000,-18.000-1.000,18.000 1.000,-18.000 35.000,0.000-36.000,-52.000 1.000,-1.000 0.000,0.000-18.000,-17.000 0.000,-18.000 17.000,35.000 1.000,0.000 0.000,36.000 17.000,-36.000-18.000,18.000 1.000,-35.000 0.000,-1.000-1.000,1.000 1.000,0.000-18.000,-18.000 18.000,0.000-1.000,0.000 1.000,17.000 0.000,-17.000-1.000,0.000 1.000,18.000-1.000,0.000-17.000,-18.000 36.000,17.000-19.000,1.000 19.000,-18.000-19.000,17.000 19.000,1.000-1.000,0.000 0.000,-18.000-17.000,17.000 17.000,-17.000 0.000,0.000-17.000,18.000 0.000,-18.000 17.000,0.000 0.000,18.000-35.000,-18.000 35.000,0.000-17.000,17.000 0.000,-17.000 17.000,0.000-17.000,18.000-1.000,0.000 19.000,-18.000-1.000,17.000-18.000,-17.000 1.000,18.000 0.000,-18.000-1.000,17.000-17.000,-17.000 18.000,0.000 0.000,18.000-18.000,0.000 17.000,-18.000 1.000,17.000 0.000,1.000-1.000,17.000 1.000,-35.000 0.000,18.000-18.000,-18.000 17.000,18.000 1.000,-1.000-1.000,1.000-17.000,-18.000 18.000,18.000-18.000,-18.000 18.000,17.000 17.000,1.000-35.000,-18.000 18.000,0.000 17.000,17.000-17.000,1.000 17.000,0.000-18.000,-18.000 1.000,17.000-18.000,-17.000 18.000,18.000-1.000,0.000 1.000</inkml:trace>
  <inkml:trace contextRef="#ctx0" brushRef="#br0">24395.000 6862.000,'53.000'0.000,"0.000"0.000,35.000 0.000,0.000 17.000,-35.000-17.000,-18.000 18.000,1.000-1.000,-19.000-17.000,1.000 0.000,-18.000-17.000,0.000-18.000,0.000 17.000,0.000-17.000,0.000-1.000,18.000 1.000,-18.000 0.000,0.000 0.000,0.000-1.000,0.000 19.000,0.000-1.000,0.000 0.000,0.000 1.000,0.000-1.000,0.000 0.000,17.000 1.000,-17.000-1.000,0.000 0.000,0.000 1.000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5.30612" units="1/cm"/>
          <inkml:channelProperty channel="Y" name="resolution" value="65.45454" units="1/cm"/>
        </inkml:channelProperties>
      </inkml:inkSource>
      <inkml:timestamp xml:id="ts0" timeString="2019-10-16T08:01: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8079.000 6826.000,'0.000'-17.000,"18.000"-1.000,17.000 18.000,0.000-18.000,-35.000 1.000,35.000 17.000,18.000 0.000,18.000 0.000,-1.000 0.000,72.000 0.000,-72.000 0.000,18.000 0.000,-17.000 0.000,35.000 0.000,-53.000 0.000,17.000 0.000,-35.000 0.000,-17.000 0.000,17.000 0.000,-17.000 0.000,17.000 0.000,-17.000 0.000,52.000 0.000,-17.000 0.000,0.000 0.000,-17.000 0.000,17.000 0.000,-18.000 0.000,-18.000 0.000,19.000 0.000,-1.000 0.000,18.000 0.000,-18.000 0.000,36.000 0.000,-1.000 0.000,1.000 0.000,17.000 0.000,-35.000 0.000,0.000 0.000,0.000 0.000,-18.000 0.000,-17.000 0.000,17.000 0.000,0.000 0.000,36.000 0.000,17.000 0.000,18.000 0.000,70.000 0.000,1.000 0.000,-36.000 0.000,-35.000 0.000,-18.000 0.000,-18.000 0.000,19.000 0.000,-37.000 0.000,-16.000 0.000,-1.000 0.000,0.000 0.000,36.000 0.000,-18.000 0.000,35.000 0.000,18.000 0.000,-53.000 0.000,0.000 0.000,0.000 0.000,17.000 0.000,-17.000 0.000,0.000 0.000,35.000-18.000,-17.000 18.000,34.000 0.000,-16.000-18.000,17.000 1.000,-71.000 17.000,18.000 0.000,-18.000 0.000,0.000 0.000,1.000-18.000,16.000 18.000,37.000 0.000,-19.000 0.000,18.000 0.000,-35.000 0.000,36.000 0.000,-37.000 0.000,-16.000 0.000,17.000 0.000,0.000 0.000,35.000 0.000,-35.000 0.000,-18.000 0.000,18.000 0.000,0.000 0.000,-18.000 0.000,0.000 0.000,-17.000 0.000,17.000 0.000</inkml:trace>
  <inkml:trace contextRef="#ctx0" brushRef="#br0">7691.000 15187.000,'18.000'0.000,"17.000"-35.000,-18.000 35.000,19.000 0.000,-1.000-18.000,0.000 18.000,18.000 0.000,35.000 0.000,-35.000 0.000,18.000 0.000,17.000 0.000,18.000 0.000,-53.000 0.000,35.000 0.000,-17.000 0.000,17.000 0.000,-35.000 0.000,0.000 0.000,0.000 0.000,35.000 0.000,18.000 0.000,-36.000 0.000,36.000 0.000,-36.000 0.000,-17.000-17.000,0.000-19.000,0.000 36.000,35.000 0.000,-17.000-17.000,17.000-1.000,-35.000 0.000,-18.000 1.000,36.000 17.000,-36.000 0.000,-17.000 0.000,52.000-18.000,-17.000 0.000,0.000 1.000,35.000 17.000,-17.000 0.000,0.000 0.000,-19.000 0.000,19.000 0.000,-18.000 0.000,17.000-18.000,-34.000 1.000,-1.000-1.000,0.000 18.000,-17.000-18.000,0.000 1.000,35.000-1.000,-36.000 18.000,18.000 0.000,-17.000-18.000,0.000 1.000,17.000 17.000,0.000-18.000,1.000 18.000,-1.000 0.000,0.000 0.000,-17.000 0.000,17.000 0.000,0.000-18.000,1.000 1.000,-1.000 17.000</inkml:trace>
  <inkml:trace contextRef="#ctx0" brushRef="#br0">8114.000 16281.000,'36.000'0.000,"-19.000"-18.000,1.000 18.000,-1.000-18.000,19.000 18.000,-19.000 0.000,1.000 0.000,0.000 0.000,17.000 0.000,0.000-17.000,0.000 17.000,1.000 0.000,-19.000 0.000,19.000 0.000,17.000 0.000,35.000 0.000,-35.000 0.000,0.000 0.000,0.000 0.000,17.000 0.000,-35.000 0.000,18.000 0.000,-17.000-18.000,-19.000 1.000,1.000 17.000,-1.000 0.000,19.000 0.000,-1.000 0.000,18.000 0.000,53.000-18.000,-36.000-17.000,-17.000-18.000,71.000 0.000,-54.000 53.000,18.000 0.000,-17.000-18.000,-18.000-17.000,-18.000 35.000,-17.000 0.000,17.000 0.000,-17.000-18.000,-1.000 1.000,19.000 17.000,-19.000 0.000,36.000-18.000,0.000 0.000,53.000 18.000,0.000-17.000,17.000-1.000,18.000-17.000,-17.000 17.000,-18.000 0.000,-18.000-17.000,-53.000 18.000,18.000-1.000,18.000 0.000,-18.000 1.000,-1.000-1.000,37.000 18.000,-36.000 0.000,-18.000 0.000,18.000 0.000,0.000-18.000,-18.000 1.000,36.000-1.000,-36.000 18.000,-18.000 0.000,19.000 0.000,34.000 0.000,36.000 0.000,-35.000 0.000,-36.000 0.000,0.000 0.000,1.000 0.000,16.000 0.000,-16.000 0.000,-1.000 0.000,18.000 0.000,-18.000 0.000,0.000 0.000,18.000 35.000,36.000-17.000,-1.000 0.000,-35.000-18.000,-18.000 17.000,-17.000 1.000,17.000-18.000,-35.000 18.000,35.000-18.000,-17.000 35.000,17.000-18.000,0.000-17.000,18.000 18.000,35.000 0.000,-35.000 17.000,18.000-35.000,-18.000 0.000,-18.000 0.000,0.000 0.000,18.000 0.000,0.000 18.000,0.000-1.000,-18.000-17.000,1.000 0.000,17.000 0.000,-18.000 0.000,0.000 0.000,0.000 0.000,-17.000 0.000,35.000 18.000,0.000-18.000,35.000 18.000,-35.000 17.000,35.000-35.000,18.000 0.000,0.000 0.000,-36.000 0.000,1.000 17.000,0.000 1.000,-19.000 17.000,19.000-17.000,35.000 0.000,-36.000-18.000,19.000 0.000,16.000 0.000,1.000 0.000,-18.000 0.000,-70.000 0.000,53.000 0.000,-36.000 0.000,0.000 0.000,71.000 17.000,0.000-17.000,35.000 0.000,35.000 18.000,54.000 70.000,-19.000-35.000,-17.000-18.000,-52.000-17.000,34.000-18.000,18.000 35.000,-88.000-17.000,-18.000 17.000,18.000-35.000,-18.000 0.000,35.000 0.000,1.000 0.000,-71.000 0.000,17.000 0.000,19.000 0.000,-36.000 0.000,17.000 0.000,1.000 0.000,-36.000 0.000,35.000 0.000,-17.000 0.000,36.000 0.000,-19.000 0.000,-17.000 0.000,18.000 0.000,-1.000 0.000,18.000-17.000,-17.000 17.000,-1.000-18.000,-17.000 0.000,-35.000 1.000,17.000-1.000,1.000 0.000,-19.000 18.000,1.000 0.000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5.30612" units="1/cm"/>
          <inkml:channelProperty channel="Y" name="resolution" value="65.45454" units="1/cm"/>
        </inkml:channelProperties>
      </inkml:inkSource>
      <inkml:timestamp xml:id="ts0" timeString="2019-10-16T08:07: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19350.000 14376.000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7-10-09T08:18: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13282.000 16228.000,'36.000'0.000,"-1.000"0.000,36.000 0.000,17.000 0.000,53.000 0.000,0.000 0.000,35.000 0.000,1.000 0.000,52.000 53.000,-53.000-18.000,-34.000-17.000,52.000 17.000,-18.000-35.000,-35.000 0.000,0.000 0.000,0.000 0.000,0.000 0.000,1.000 0.000,-1.000 0.000,53.000-18.000,-53.000 1.000,0.000 17.000,53.000-36.000,-18.000 19.000,-35.000 17.000,36.000-36.000,-54.000 19.000,18.000 17.000,-88.000 0.000,18.000 0.000,-36.000-18.000,-17.000 18.000,-1.000 0.000,19.000 0.000,-1.000 0.000,18.000 0.000,-18.000 0.000,53.000 0.000,-17.000 0.000,17.000 0.000,-17.000 0.000,17.000 0.000,-18.000 0.000,-17.000-17.000,36.000 17.000,-37.000 0.000,1.000 0.000,-35.000 0.000,17.000 0.000,18.000-18.000,-18.000 0.000,36.000 18.000,-36.000-17.000,-17.000 17.000,-18.000-18.000,18.000 18.000,-1.000 0.000,1.000 0.000,-1.000 0.000,19.000-18.000,-1.000 18.000,-17.000 0.000,52.000 0.000,-34.000-17.000,-1.000 17.000,-18.000 0.000,1.000 0.000,0.000 0.000,-1.000 0.000,1.000-18.000</inkml:trace>
  <inkml:trace contextRef="#ctx0" brushRef="#br0">3687.000 17463.000,'18.000'0.000,"17.000"0.000,-18.000 0.000,54.000 0.000,-18.000 0.000,17.000 17.000,54.000-17.000,-18.000 0.000,-36.000 0.000,19.000 0.000,-19.000 0.000,1.000 0.000,-1.000 0.000,-17.000 0.000,-18.000 0.000,1.000 0.000,-1.000 0.000,0.000 0.000,0.000 0.000,1.000 0.000,-1.000 0.000,0.000 0.000,-17.000 0.000,0.000 0.000,-1.000 0.000,1.000 0.000,0.000 0.000,-1.000 0.000,18.000 0.000,-17.000 0.000,0.000 0.000,-1.000 0.000,1.000 0.000,0.000-17.000,-1.000 17.000,1.000 0.000,0.000 0.000,-1.000-18.000,1.000 18.000,17.000-18.000,18.000 18.000,-18.000 0.000,18.000 0.000,-18.000 0.000,18.000 0.000,-17.000 0.000,-19.000 0.000,1.000 0.000,0.000 0.000,-1.000 0.000,19.000 0.000,-1.000-17.000,-18.000 17.000,1.000 0.000,0.000 0.000,-1.000 0.000,1.000-18.000</inkml:trace>
  <inkml:trace contextRef="#ctx0" brushRef="#br0">7832.000 17639.000,'53.000'0.000,"53.000"0.000,70.000 0.000,36.000 0.000,-1.000 0.000,36.000 0.000,-53.000 35.000,18.000-35.000,-71.000 0.000,36.000 0.000,-1.000 0.000,-70.000 0.000,17.000 0.000,-70.000 0.000,0.000 0.000,18.000 0.000,-1.000 0.000,-17.000 0.000,53.000 0.000,-18.000-17.000,-35.000 17.000,18.000-36.000,-1.000 36.000,-52.000 0.000,0.000 0.000,-1.000 0.000,18.000 0.000,-17.000 0.000,35.000-17.000,0.000 17.000,0.000-18.000,0.000 18.000,-36.000 0.000,19.000 0.000,-1.000 0.000,-17.000 0.000,17.000 0.000,35.000 0.000,-17.000-18.000,53.000 18.000,18.000 0.000,-19.000-17.000,1.000 17.000,-18.000-18.000,-52.000 18.000,-1.000-18.000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28.36565" units="1/cm"/>
          <inkml:channelProperty channel="Y" name="resolution" value="28.33948" units="1/cm"/>
        </inkml:channelProperties>
      </inkml:inkSource>
      <inkml:timestamp xml:id="ts0" timeString="2018-10-02T01:50: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10071.000 4539.000,'25.000'-25.000</inkml:trace>
  <inkml:trace contextRef="#ctx0" brushRef="#br0">10096.000 4490.000,'-25.000'-25.000,"25.000"25.000,0.000 0.000,-25.000 49.000,25.000-49.000,0.000 50.000,0.000-50.000,0.000 25.000,0.000-25.000,0.000 49.000,0.000-49.000,0.000 25.000,0.000-25.000,0.000 25.000,0.000 0.000,0.000 0.000,0.000-25.000,0.000 24.000,0.000 1.000,0.000 0.000,0.000-25.000,0.000 50.000,0.000-25.000,0.000 24.000,0.000-49.000,0.000 50.000,0.000-1.000,0.000-24.000,0.000 25.000,0.000-25.000,0.000-25.000,0.000 49.000,0.000-24.000,0.000 25.000,0.000-26.000,0.000 1.000,0.000 0.000,0.000 25.000,0.000-50.000,0.000 49.000,25.000-24.000,-25.000-25.000,0.000 25.000,25.000 0.000,-1.000-1.000,-24.000-24.000,50.000 50.000,-25.000-50.000,0.000 25.000,-25.000-25.000,49.000 0.000,26.000 0.000,-26.000 25.000,1.000 24.000,-25.000-49.000,49.000 0.000,-24.000 0.000,24.000 0.000,-24.000 25.000,-1.000-25.000,1.000 0.000,24.000 0.000,-24.000 25.000,24.000-25.000,-24.000 0.000,24.000 49.000,-24.000-49.000,0.000 0.000,24.000 0.000,-49.000 0.000,24.000 25.000,-24.000-25.000,25.000 0.000,-25.000 0.000,24.000 0.000,-49.000 0.000,50.000 0.000,-1.000 0.000,-49.000 0.000,50.000 0.000,0.000 0.000,-1.000 0.000,-49.000 0.000,50.000 0.000,-1.000 0.000,-24.000 0.000,0.000 0.000,25.000 0.000,-1.000 25.000,-24.000-25.000,25.000 25.000,-26.000-25.000,1.000 0.000,25.000 0.000,-25.000 0.000,0.000 25.000,24.000-25.000,26.000 0.000,-51.000 0.000,51.000 0.000,-50.000 0.000,24.000 0.000,50.000 0.000,-74.000 0.000,25.000 0.000,-1.000 0.000,1.000 0.000,0.000 0.000,-1.000 0.000,-24.000 0.000,25.000 0.000,-1.000 0.000,26.000 0.000,-51.000 0.000,1.000 0.000,25.000 0.000,0.000 0.000,-26.000 0.000,26.000 0.000,-50.000 0.000,25.000 0.000,49.000 0.000,-74.000 0.000,50.000 0.000,-25.000 0.000,49.000 0.000,-49.000 0.000,-25.000 0.000,49.000 0.000,-24.000 0.000,25.000 0.000,-25.000 0.000,-25.000 0.000,49.000 0.000,-24.000 0.000,49.000 0.000,-49.000 0.000,50.000 0.000,-51.000 0.000,26.000 0.000,0.000 0.000,-26.000 0.000,26.000-25.000,-50.000 25.000,50.000 0.000,-26.000 0.000,1.000-25.000,0.000 25.000,0.000 0.000,0.000-25.000,0.000 25.000,-1.000-25.000,1.000 25.000,25.000 0.000,-50.000-24.000,49.000 24.000,-49.000 0.000,25.000 0.000,0.000-25.000,25.000-25.000,-26.000 25.000,26.000 1.000,-25.000-1.000,0.000 0.000,-1.000 25.000,26.000-50.000,-50.000 50.000,25.000-24.000,0.000-1.000,-25.000 0.000,24.000 0.000,-24.000 0.000,25.000 1.000,0.000-1.000,-25.000 0.000,25.000 0.000,-25.000 0.000,25.000 25.000,-25.000-49.000,0.000 24.000,0.000 25.000,0.000-50.000,49.000 1.000,-49.000 24.000,0.000 0.000,0.000 0.000,0.000 1.000,0.000-1.000,0.000 25.000,0.000-50.000,0.000 25.000,0.000 1.000,0.000-26.000,0.000 25.000,0.000 25.000,0.000-50.000,-25.000 1.000,25.000 49.000,-49.000-50.000,49.000 25.000,-25.000 1.000,0.000 24.000,-24.000-50.000,49.000 25.000,-50.000 0.000,25.000-24.000,-24.000 49.000,-26.000-50.000,26.000 25.000,-1.000 1.000,0.000-26.000,26.000 50.000,-51.000-25.000,26.000 0.000,24.000 1.000,-50.000-1.000,26.000 0.000,24.000 25.000,0.000 0.000,0.000 0.000,-24.000 0.000,-1.000-50.000,0.000 50.000,-24.000 0.000,24.000-24.000,-49.000 24.000,0.000-25.000,25.000 25.000,24.000-50.000,0.000 50.000,-24.000 0.000,-25.000-25.000,49.000 25.000,-49.000 0.000,0.000 0.000,24.000 0.000,1.000 0.000,-1.000 0.000,1.000 0.000,0.000 0.000,-1.000 0.000,-24.000 0.000,25.000 0.000,24.000 0.000,-24.000 0.000,-1.000 0.000,1.000 0.000,-50.000 0.000,74.000 0.000,-49.000 0.000,24.000 0.000,1.000 25.000,49.000-25.000,-74.000 25.000,99.000-25.000,-50.000 0.000,1.000 25.000,24.000-25.000,0.000 0.000,-24.000 0.000,-26.000 0.000,50.000 25.000,-24.000-25.000,-1.000 24.000,1.000-24.000,-26.000 25.000,25.000-25.000,26.000 0.000,-26.000 50.000,25.000-50.000,0.000 0.000,25.000 0.000,-74.000 25.000,24.000-25.000,1.000 24.000,24.000-24.000,0.000 25.000,0.000 0.000,1.000-25.000,-1.000 0.000,0.000 0.000,25.000 25.000,-25.000-25.000,0.000 25.000,1.000-25.000,-1.000 24.000,0.000-24.000,0.000 0.000,25.000 0.000,-25.000 0.000,1.000 25.000,-1.000-25.000,0.000 25.000,0.000-25.000,0.000 0.000,1.000 25.000,-51.000-25.000,75.000 25.000,-25.000-25.000,1.000 0.000,24.000 0.000,-50.000 0.000,-24.000 49.000,49.000-49.000,-25.000 25.000,50.000-25.000,-25.000 0.000,25.000 0.000,-25.000 0.000,25.000 0.000,-24.000 0.000,-1.000 25.000,0.000-25.000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7-10-09T08:25: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7391.000 3157.000,'0.000'18.000,"-18.000"17.000,1.000 18.000,-19.000-18.000,19.000 36.000,-1.000-18.000,1.000-18.000,-1.000 18.000,0.000-18.000,18.000 18.000,-17.000-17.000,-1.000 34.000,18.000-35.000,-18.000 1.000,18.000-1.000,-17.000 0.000,17.000-17.000,0.000 0.000,0.000-1.000,-18.000 18.000,18.000-17.000,0.000 17.000,0.000-17.000,-18.000 0.000,18.000 17.000,0.000-17.000,0.000 17.000,-17.000-17.000,17.000 17.000,0.000-18.000,0.000 1.000,0.000 0.000,0.000-1.000,0.000 1.000,0.000 0.000,0.000-1.000,17.000 1.000,-17.000 0.000,18.000 17.000,0.000-18.000,-18.000 19.000,17.000-19.000,-17.000 1.000,18.000-18.000,-18.000 18.000,0.000 17.000,0.000-17.000,0.000-1.000,0.000 18.000,0.000-17.000,0.000 0.000,18.000-18.000,-18.000 17.000,0.000 1.000,0.000 0.000,0.000-1.000,0.000 1.000,0.000 0.000,17.000-1.000,-17.000 1.000,0.000 0.000,0.000-1.000,0.000 1.000,0.000-1.000,0.000 1.000,0.000 0.000,0.000-1.000,0.000 1.000,0.000 17.000,0.000 1.000,0.000-1.000,18.000 0.000,-18.000-17.000,0.000 17.000,0.000 0.000,0.000-17.000,0.000 17.000,0.000-17.000,0.000 17.000,0.000-17.000,0.000-1.000,0.000 19.000,0.000-1.000,18.000-17.000,-18.000-1.000,0.000 1.000,0.000 17.000,0.000 0.000,0.000-17.000,0.000 17.000,0.000-17.000,0.000 17.000,17.000-17.000,-17.000 0.000,18.000 17.000,-18.000-18.000,0.000 19.000,0.000-1.000,0.000-17.000,17.000-1.000,-17.000 1.000,0.000 0.000,0.000 17.000,18.000 0.000,-18.000 0.000,0.000 1.000,18.000-1.000,-18.000 0.000,0.000 1.000,0.000-1.000,0.000 0.000,0.000 0.000,17.000 1.000,-17.000-1.000,0.000 18.000,0.000-18.000,0.000 0.000,0.000 1.000,0.000-19.000,0.000 1.000,0.000 0.000,0.000-1.000,0.000 1.000,0.000-1.000,0.000 1.000,0.000 0.000,0.000-1.000,0.000 1.000,0.000 17.000,0.000-17.000,0.000 0.000,0.000-1.000,0.000 1.000,0.000 0.000,0.000 17.000,0.000 0.000,0.000-17.000,0.000-1.000,0.000 1.000,0.000 17.000,0.000 1.000,0.000-19.000,0.000 18.000,0.000 1.000,0.000-1.000,0.000-17.000,0.000-1.000,0.000 19.000,0.000-1.000,0.000 0.000,0.000 0.000,0.000 1.000,0.000-1.000,0.000 0.000,0.000 1.000,0.000-1.000,0.000-18.000,0.000 1.000,0.000 0.000,0.000-1.000,0.000 19.000,0.000-1.000,0.000-17.000,0.000-1.000,0.000 1.000,0.000-1.000,0.000 1.000,0.000 0.000,0.000-1.000,0.000 1.000,0.000 0.000,0.000-1.000,0.000 19.000,0.000-19.000,0.000 18.000,0.000-17.000,0.000 17.000,0.000 1.000,0.000-1.000,0.000 0.000,0.000-17.000,0.000 17.000,0.000 36.000,0.000-1.000,0.000-17.000,0.000 0.000,0.000 0.000,-17.000 0.000,17.000-18.000,0.000 0.000,0.000 1.000,0.000-19.000,0.000 19.000,0.000-19.000,0.000 1.000,0.000 0.000,0.000-1.000,0.000 1.000,-18.000 0.000,18.000 17.000,0.000-18.000,0.000 19.000,0.000-19.000,0.000 19.000,0.000-19.000,-18.000 19.000,18.000-19.000,0.000 1.000,0.000-1.000,0.000 19.000,0.000-19.000,-17.000-17.000,17.000 18.000,0.000 0.000,0.000-1.000,0.000 1.000,0.000 0.000,0.000-1.000,0.000 1.000,0.000-1.000,0.000 1.000,0.000 17.000,0.000 18.000,-18.000-17.000,18.000 34.000,-17.000-17.000,17.000-18.000,0.000 1.000,-18.000 17.000,18.000-1.000,0.000 37.000,0.000-19.000,0.000-17.000,-18.000 18.000,18.000-1.000,-17.000 18.000,17.000-52.000,0.000 34.000,-36.000-17.000,36.000-18.000,0.000 36.000,0.000-36.000,0.000-17.000,0.000 0.000,0.000-1.000,0.000 1.000,0.000 17.000,0.000-17.000,0.000 17.000,0.000-17.000,0.000-1.000,0.000 1.000,0.000 0.000,0.000-1.000,0.000 19.000,0.000-19.000,0.000 1.000,0.000-1.000,0.000 19.000,0.000-19.000,0.000 1.000,0.000 0.000,0.000-1.000,0.000 1.000,0.000 0.000,0.000-1.000,0.000 1.000,0.000-1.000,0.000 19.000,0.000-19.000,0.000 1.000,0.000 0.000,0.000-1.000,0.000 19.000,0.000-19.000,0.000 18.000,0.000 18.000,0.000 0.000,0.000 0.000,0.000 35.000,0.000-17.000,0.000 17.000,0.000-17.000,0.000 35.000,0.000-1.000,0.000-16.000,0.000-19.000,0.000 18.000,0.000-35.000,0.000 0.000,0.000 0.000,0.000-18.000,0.000-17.000,0.000 0.000,0.000-1.000,0.000 1.000,0.000 0.000,0.000-1.000,0.000 1.000,0.000-1.000,0.000 1.000,0.000 17.000,0.000 1.000,0.000-1.000,0.000-17.000,0.000 17.000,0.000 0.000,0.000-17.000,0.000 17.000,0.000-17.000,0.000-1.000,0.000 1.000,0.000 0.000,0.000-1.000,0.000 1.000,0.000 0.000,0.000-1.000,0.000 1.000,0.000-1.000,0.000 1.000,0.000 0.000,0.000-1.000,0.000 1.000,0.000 0.000,0.000 17.000,0.000-17.000,0.000-1.000,18.000 18.000,-18.000 1.000,0.000-19.000,0.000 19.000,0.000 17.000,0.000 0.000,18.000-1.000,-18.000-16.000,17.000-19.000,-17.000 19.000,0.000-19.000,0.000 19.000,0.000-19.000,0.000 1.000,0.000-1.000,18.000 1.000,-18.000 0.000,0.000-1.000,0.000 1.000,0.000 0.000,0.000-1.000,0.000 1.000,18.000 0.000,-18.000-1.000,0.000 1.000,0.000-1.000,0.000 1.000,17.000 0.000,-17.000-1.000,0.000 1.000,0.000 17.000,0.000 36.000,0.000-1.000,18.000 36.000,-18.000 0.000,17.000 53.000,-17.000-18.000,36.000 0.000,-19.000 18.000,-17.000-18.000,18.000-35.000,17.000 17.000,-35.000-52.000,0.000 17.000,18.000-35.000,-18.000 0.000,0.000-18.000,0.000-17.000,0.000-1.000,0.000 1.000,0.000 17.000,0.000-17.000,0.000 17.000,0.000-17.000,0.000-1.000,0.000 19.000,0.000-19.000,0.000 1.000,0.000 0.000,0.000-1.000,0.000 1.000,0.000 17.000,0.000-17.000,0.000 0.000,0.000 17.000,0.000 0.000,0.000-17.000,0.000-1.000,0.000 19.000,0.000-1.000,0.000-17.000,0.000 17.000,0.000-18.000,0.000 1.000,-18.000-18.000,18.000 18.000,0.000-1.000,0.000 1.000,0.000 0.000,0.000-1.000,0.000 1.000,-17.000 0.000,17.000-1.000,0.000 1.000,0.000-1.000,0.000 19.000,0.000-19.000,0.000 1.000,0.000 0.000,0.000-1.000,0.000 1.000,0.000 0.000,-18.000-18.000,18.000 17.000,0.000 1.000,0.000 0.000,0.000-1.000,0.000 1.000,0.000-1.000,0.000 1.000,0.000 0.000,0.000 17.000,0.000 0.000,0.000-17.000,0.000 17.000,-18.000-35.000,18.000 18.000,0.000-1.000,0.000 1.000,0.000 17.000,0.000 1.000,0.000-1.000,0.000 18.000,0.000 0.000,0.000 0.000,0.000 35.000,0.000-53.000,0.000 0.000,0.000 1.000,0.000-19.000,0.000 1.000,-17.000 0.000,17.000-1.000,0.000 1.000,0.000 17.000,0.000-17.000,0.000 17.000,0.000-17.000,0.000-1.000,0.000 1.000,0.000 0.000,0.000-1.000,0.000 19.000,0.000-19.000,0.000 1.000,0.000-1.000,0.000 1.000,0.000 0.000,0.000 17.000,-18.000 18.000,18.000-18.000,0.000 1.000,0.000-1.000,0.000-18.000,0.000 36.000,0.000 18.000,-18.000-18.000,18.000 35.000,0.000 18.000,0.000 0.000,0.000 35.000,0.000-35.000,0.000-36.000,-17.000 1.000,17.000-18.000,0.000-18.000,0.000 35.000,35.000-70.000,0.000 0.000</inkml:trace>
  <inkml:trace contextRef="#ctx0" brushRef="#br0">7215.000 10513.000,'35.000'0.000,"-17.000"0.000,17.000 0.000,0.000 0.000,-17.000 0.000,-1.000 0.000,36.000 0.000,-17.000 0.000,17.000 0.000,-18.000 0.000,0.000 0.000,0.000 0.000,-17.000 0.000,0.000 0.000,-1.000 0.000,54.000 0.000,-54.000 0.000,54.000 0.000,-18.000 0.000,-18.000 0.000,-17.000 0.000,-1.000 0.000,36.000 0.000,0.000 0.000,-17.000 0.000,-1.000 0.000,0.000 0.000,0.000 0.000,-17.000 0.000,0.000 0.000,-1.000 0.000,19.000 0.000,-1.000 0.000,0.000-18.000,-17.000 18.000,-1.000-17.000,19.000 17.000,-1.000 0.000,0.000-18.000,1.000 18.000,16.000-18.000,-16.000 18.000,17.000 0.000,-18.000-17.000,-17.000 17.000,17.000 0.000,0.000 0.000,-17.000 0.000,-1.000 0.000,19.000 0.000,-19.000 0.000,1.000 0.000,0.000 0.000,-1.000-18.000,19.000 18.000,-19.000 0.000,1.000 0.000,17.000 0.000,0.000 0.000,18.000 0.000,35.000 0.000,-17.000-18.000,0.000 18.000,-54.000 0.000,19.000 0.000,-1.000 0.000,0.000 0.000,0.000 0.000,18.000 0.000,-17.000 0.000,16.000 0.000,-16.000 0.000,-1.000 0.000,-17.000 0.000,17.000 0.000,-17.000-17.000,-1.000 17.000,1.000 0.000,52.000 0.000,-34.000 0.000,-1.000 0.000,18.000 0.000,-18.000 0.000,0.000 0.000,-17.000 0.000,0.000 0.000,-1.000 0.000,1.000 0.000,35.000 0.000,0.000 0.000,35.000 0.000,-35.000 0.000,0.000 0.000,0.000 0.000,0.000 0.000,-18.000 0.000,36.000 0.000,-54.000 0.000,18.000 0.000,36.000 0.000,-36.000 0.000,-17.000 0.000,52.000 0.000,-34.000 0.000,-19.000 0.000,19.000 0.000,-1.000 0.000,0.000 0.000,53.000 0.000,-35.000 0.000,18.000 0.000,-1.000 0.000,-34.000 0.000,17.000 0.000,-18.000 0.000,-17.000 0.000,-1.000 0.000,1.000 0.000,-1.000 0.000,19.000 0.000,-19.000 0.000,1.000 0.000,17.000 0.000,-17.000 0.000,35.000 0.000,-18.000 0.000,18.000 0.000,-18.000 0.000,1.000 0.000,-1.000 0.000,-17.000 0.000,-1.000 0.000,1.000 0.000,17.000 0.000,0.000 0.000,1.000 0.000,-1.000 17.000,0.000-17.000,0.000 0.000,1.000 0.000,34.000 0.000,1.000 0.000,35.000 18.000,0.000-18.000,70.000 18.000,-17.000 35.000,-18.000-53.000,-35.000 0.000,17.000 35.000,-52.000-35.000,-18.000 0.000,17.000 0.000,-35.000 0.000,-17.000 0.000,0.000 0.000,-1.000 0.000,19.000 0.000,-1.000 0.000,0.000 0.000,0.000 0.000,-17.000 0.000,0.000 0.000,-1.000 0.000,19.000 0.000,-19.000 0.000,1.000 0.000,0.000 0.000,52.000 0.000,-17.000 0.000,18.000 0.000,17.000 0.000,-35.000 0.000,88.000 0.000,0.000 0.000,0.000 0.000,0.000 0.000,0.000 0.000,-35.000 0.000,18.000 0.000,-72.000 0.000,1.000 0.000,-35.000 0.000,0.000 0.000,-1.000-18.000,1.000 18.000,-18.000-17.000,18.000 17.000,-1.000 0.000,1.000 0.000,-1.000-18.000,1.000 18.000,0.000 0.000,17.000 0.000,-17.000 0.000,-1.000 0.000,1.000 0.000,-18.000-18.000,18.000 18.000,-1.000 0.000,1.000 0.000,17.000 0.000,-17.000 0.000,17.000 0.000,-17.000 0.000,17.000-17.000,-17.000 17.000,35.000 0.000,-1.000 0.000,37.000 0.000,16.000 0.000,1.000 0.000,-18.000 0.000,-17.000-18.000,-36.000 18.000,18.000 0.000,35.000 0.000,-17.000 0.000,-18.000 0.000,-18.000 0.000,-17.000 0.000,-1.000 0.000,19.000 0.000,17.000 0.000,35.000 0.000,-53.000 0.000,-17.000 0.000,52.000 0.000,-52.000 0.000,0.000 0.000,-1.000 0.000,19.000 0.000,16.000 0.000,1.000 0.000,0.000 0.000,35.000 0.000,18.000 0.000,35.000 0.000,71.000 18.000,-36.000-18.000,36.000 0.000,-53.000 17.000,-18.000-17.000,-70.000 0.000,-1.000 0.000,-17.000 0.000,-35.000 0.000,-1.000 0.000,19.000 0.000,-1.000 0.000,18.000 0.000,-18.000 0.000,36.000 0.000,-18.000 0.000,-18.000 0.000,0.000 0.000,18.000 0.000,70.000 0.000,1.000 0.000,-18.000 0.000,0.000 0.000,-53.000 0.000,35.000 0.000,-18.000 0.000,-17.000 0.000,-18.000 0.000,-17.000 0.000,0.000 0.000,-1.000 18.000,1.000-18.000,0.000 0.000,52.000 0.000,-17.000 0.000,18.000 0.000,-1.000 0.000,1.000 0.000,35.000 0.000,-1.000 0.000,1.000 0.000,18.000 0.000,-54.000 0.000,19.000 0.000,-37.000 0.000,1.000 0.000,0.000 0.000,-35.000 0.000,0.000 0.000,-1.000 0.000,1.000 0.000,-1.000 0.000,19.000 0.000,-1.000 0.000,0.000 0.000,1.000 0.000,-19.000 0.000,1.000 0.000,-1.000 0.000,1.000 0.000,0.000 0.000,-1.000 0.000,1.000 0.000,0.000 0.000,17.000 0.000,-17.000 0.000,-1.000 0.000,19.000 0.000,-19.000 0.000,54.000 0.000,87.000 18.000,-16.000-18.000,34.000 0.000,53.000 35.000,-52.000-35.000,-36.000 0.000,-35.000 17.000,-1.000-17.000,-16.000 0.000,-54.000 0.000,0.000 0.000,0.000 0.000,-17.000 0.000,0.000 0.000,17.000 0.000,0.000 0.000,18.000 0.000,-18.000 0.000,1.000 0.000,17.000 0.000,-18.000 0.000,0.000 0.000,1.000 0.000,-1.000 18.000,18.000-18.000,0.000 0.000,35.000 0.000,-35.000 0.000,53.000 0.000,70.000 0.000,0.000 0.000,-52.000 0.000,-54.000 0.000,36.000 0.000,0.000 0.000,-18.000 0.000,-52.000 0.000,16.000 0.000,-16.000 0.000,-1.000 0.000,0.000 0.000,-17.000 0.000,70.000 0.000,-17.000 0.000,-36.000 0.000,0.000 0.000,-17.000 0.000,-1.000 0.000,19.000 0.000,-1.000 0.000,0.000 0.000,1.000 0.000,-1.000 0.000,-17.000 0.000,-1.000 0.000,54.000-18.000,17.000 18.000,-35.000 0.000,-36.000-17.000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28.36565" units="1/cm"/>
          <inkml:channelProperty channel="Y" name="resolution" value="28.33948" units="1/cm"/>
        </inkml:channelProperties>
      </inkml:inkSource>
      <inkml:timestamp xml:id="ts0" timeString="2018-10-02T01:50: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15453.000 5159.000,'0.000'0.000,"0.000"0.000,25.000 0.000,25.000 0.000,-1.000 0.000,1.000 0.000,0.000 0.000,24.000 0.000,0.000 0.000,-49.000 0.000,50.000 0.000,-1.000 0.000,-24.000 0.000,49.000 0.000,-25.000 0.000,1.000 0.000,-26.000 25.000,26.000-25.000,-1.000 25.000,1.000-25.000,-1.000 25.000,0.000-25.000,1.000 0.000,-75.000 25.000,74.000-1.000,1.000-24.000,-26.000 0.000,26.000 0.000,-26.000 0.000,-24.000 25.000,25.000-25.000,-1.000 0.000,-24.000 50.000,0.000-50.000,24.000 0.000,26.000 0.000,-50.000 0.000,49.000 0.000,1.000 25.000,-1.000-25.000,25.000 24.000,-49.000-24.000,24.000 0.000,-24.000 50.000,-1.000-50.000,26.000 0.000,-50.000 0.000,49.000 25.000,-24.000 0.000,-1.000-25.000,26.000 0.000,-26.000 24.000,-24.000-24.000,49.000 0.000,1.000 25.000,-50.000-25.000,0.000 0.000,-1.000 0.000,26.000 0.000,-25.000 0.000,0.000 0.000,24.000 0.000,1.000 0.000,-25.000 0.000,-1.000 0.000,26.000 0.000,-25.000 0.000,24.000 0.000,-24.000 0.000,50.000 0.000,-75.000 0.000,24.000 0.000,51.000 0.000,-26.000-25.000,-24.000 1.000,25.000 24.000,-1.000-50.000,-24.000 25.000,25.000 25.000,-25.000-25.000,-1.000 1.000,1.000-1.000,0.000 0.000,0.000 0.000,25.000-24.000,-50.000 24.000,0.000 0.000,24.000 0.000,-24.000 0.000,0.000 25.000,0.000-49.000,0.000-1.000,0.000 50.000,0.000-49.000,0.000-1.000,0.000 50.000,0.000-50.000,0.000 26.000,0.000-26.000,0.000 25.000,0.000-25.000,0.000 1.000,-24.000-26.000,-26.000 1.000,50.000 24.000,-99.000-98.000,24.000 48.000,50.000 51.000,-49.000-1.000,49.000 1.000,0.000 24.000,1.000 0.000,-51.000 0.000,50.000 0.000,1.000 1.000,-26.000-26.000,25.000 50.000,-24.000-25.000,-1.000 0.000,-24.000 1.000,24.000-1.000,-24.000 0.000,-1.000 0.000,26.000 0.000,-26.000-24.000,-24.000-1.000,49.000 25.000,1.000 0.000,-26.000 25.000,1.000-24.000,24.000-1.000,-49.000 0.000,49.000 25.000,-24.000 0.000,0.000 0.000,-1.000 0.000,1.000 0.000,-1.000 0.000,26.000 0.000,-26.000 0.000,1.000 0.000,49.000 0.000,-99.000 0.000,25.000 0.000,24.000 0.000,1.000 0.000,-25.000 0.000,0.000 0.000,49.000 0.000,-24.000 25.000,24.000-25.000,0.000 25.000,-24.000 24.000,49.000-49.000,-24.000 25.000,24.000-25.000,-25.000 25.000,0.000 0.000,-24.000 0.000,74.000-1.000,-25.000-24.000,0.000 0.000,1.000 25.000,-1.000 0.000,0.000 0.000,0.000-25.000,0.000 49.000,-24.000-24.000,-26.000 25.000,26.000-25.000,24.000 24.000,-49.000 1.000,24.000-1.000,0.000 1.000,26.000-25.000,24.000-25.000,-25.000 49.000,0.000-24.000,0.000 0.000,0.000-25.000,1.000 50.000,-1.000-26.000,0.000 1.000,0.000 0.000,25.000 0.000,-25.000 0.000,25.000-1.000,-24.000 1.000,-26.000 0.000,50.000 0.000,-25.000-25.000,25.000 49.000,-50.000 1.000,50.000-25.000,-24.000-25.000,-1.000 25.000,25.000-25.000,-25.000 49.000,0.000-49.000,25.000 25.000,0.000-25.000,0.000 25.000,0.000 0.000,-25.000 0.000,25.000-25.000,0.000 24.000,0.000 1.000,0.000 0.000,0.000-25.000,-24.000 50.000,24.000-26.000,0.000 1.000,0.000-25.000,0.000 25.000,0.000 0.000,0.000 0.000,0.000-25.000,0.000 24.000,0.000 26.000,0.000-50.000,24.000 25.000,-24.000 0.000,25.000-25.000,0.000 0.000,-25.000 24.000,25.000-24.000,0.000 0.000,-1.000 0.000,-24.000 0.000,25.000 0.000,25.000 0.000,-50.000 0.000,50.000 0.000,-26.000 0.000,26.000 0.000,-25.000 0.000,0.000 0.000,24.000 0.000,-24.000 0.000,25.000 0.000,-26.000 0.000,-24.000 0.000,50.000 0.000,-50.000 0.000,25.000 0.000,-25.000 0.000,49.000 0.000,-24.000-24.000,0.000 24.000,25.000 0.000,-50.000 0.000,24.000 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DFB8C-5C66-4C3E-9AE1-E5AA2383C0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40E0A-887F-4416-B4B9-4DCC4EC8ED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非生产性活动为生产性活动做准备或服务。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740E0A-887F-4416-B4B9-4DCC4EC8E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维护总工作量（</a:t>
            </a:r>
            <a:r>
              <a:rPr lang="en-US" altLang="zh-CN" dirty="0" smtClean="0"/>
              <a:t>M</a:t>
            </a:r>
            <a:r>
              <a:rPr lang="zh-CN" altLang="en-US" dirty="0" smtClean="0"/>
              <a:t>）与软件的复杂程度（</a:t>
            </a:r>
            <a:r>
              <a:rPr lang="en-US" altLang="zh-CN" dirty="0" smtClean="0"/>
              <a:t>c</a:t>
            </a:r>
            <a:r>
              <a:rPr lang="zh-CN" altLang="en-US" dirty="0" smtClean="0"/>
              <a:t>）成正比，与维护人员对软件熟悉程度（</a:t>
            </a:r>
            <a:r>
              <a:rPr lang="en-US" altLang="zh-CN" dirty="0" smtClean="0"/>
              <a:t>d</a:t>
            </a:r>
            <a:r>
              <a:rPr lang="zh-CN" altLang="en-US" dirty="0" smtClean="0"/>
              <a:t>）成反比。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740E0A-887F-4416-B4B9-4DCC4EC8E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标记的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：改正性维护</a:t>
            </a:r>
            <a:endParaRPr lang="en-US" altLang="zh-CN" dirty="0" smtClean="0"/>
          </a:p>
          <a:p>
            <a:r>
              <a:rPr lang="en-US" altLang="zh-CN" dirty="0" smtClean="0"/>
              <a:t>      2</a:t>
            </a:r>
            <a:r>
              <a:rPr lang="zh-CN" altLang="en-US" dirty="0" smtClean="0"/>
              <a:t>：适应性维护</a:t>
            </a:r>
            <a:endParaRPr lang="en-US" altLang="zh-CN" dirty="0" smtClean="0"/>
          </a:p>
          <a:p>
            <a:r>
              <a:rPr lang="en-US" altLang="zh-CN" baseline="0" dirty="0" smtClean="0"/>
              <a:t>      3</a:t>
            </a:r>
            <a:r>
              <a:rPr lang="zh-CN" altLang="en-US" baseline="0" dirty="0" smtClean="0"/>
              <a:t>：完善性维护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740E0A-887F-4416-B4B9-4DCC4EC8E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Find a student to read</a:t>
            </a:r>
            <a:r>
              <a:rPr lang="en-US" altLang="zh-CN" baseline="0" dirty="0" smtClean="0"/>
              <a:t> this slide and the next slide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740E0A-887F-4416-B4B9-4DCC4EC8E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Find a student to read</a:t>
            </a:r>
            <a:r>
              <a:rPr lang="en-US" altLang="zh-CN" baseline="0" dirty="0" smtClean="0"/>
              <a:t> this slide.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740E0A-887F-4416-B4B9-4DCC4EC8E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Useful and</a:t>
            </a:r>
            <a:r>
              <a:rPr lang="en-US" altLang="zh-CN" baseline="0" dirty="0" smtClean="0"/>
              <a:t> valuable systems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740E0A-887F-4416-B4B9-4DCC4EC8E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740E0A-887F-4416-B4B9-4DCC4EC8E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做题时，表格的第二列“期望结果”可以不用写。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740E0A-887F-4416-B4B9-4DCC4EC8E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740E0A-887F-4416-B4B9-4DCC4EC8E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EB44-7CC6-41C2-A0A5-7D4530C95DAE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F582-5000-45D7-8AA9-076F63B59B75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796F-33DC-4292-BCBB-E15BD5737A46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BF1F-4959-44BB-9581-F43121907B74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33C5-2B89-4DCC-93CB-2C17289F5C21}" type="datetime1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1E975-6CC1-4E57-A109-1C4D818DC103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2181A-C00B-40AE-8992-86870F8AFC41}" type="datetime1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ED7FF-40F7-4B24-974D-87B67F407CD3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C45CF-7B97-4901-9E75-EB2BDD1D25AF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217F-7888-4E05-95C3-0846D25B4BBE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B3C5-80AF-47C5-9D0F-670FF514E9F6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8C27D-8304-40F2-9FBE-C5F43C2215B5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mailto:drguohualv@163.com" TargetMode="Externa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3.xml"/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png"/><Relationship Id="rId7" Type="http://schemas.openxmlformats.org/officeDocument/2006/relationships/customXml" Target="../ink/ink7.xml"/><Relationship Id="rId6" Type="http://schemas.openxmlformats.org/officeDocument/2006/relationships/image" Target="../media/image8.png"/><Relationship Id="rId5" Type="http://schemas.openxmlformats.org/officeDocument/2006/relationships/customXml" Target="../ink/ink6.xml"/><Relationship Id="rId4" Type="http://schemas.openxmlformats.org/officeDocument/2006/relationships/image" Target="../media/image7.png"/><Relationship Id="rId3" Type="http://schemas.openxmlformats.org/officeDocument/2006/relationships/customXml" Target="../ink/ink5.xml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2.xml"/><Relationship Id="rId1" Type="http://schemas.openxmlformats.org/officeDocument/2006/relationships/customXml" Target="../ink/ink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customXml" Target="../ink/ink11.xml"/><Relationship Id="rId7" Type="http://schemas.openxmlformats.org/officeDocument/2006/relationships/image" Target="../media/image13.png"/><Relationship Id="rId6" Type="http://schemas.openxmlformats.org/officeDocument/2006/relationships/customXml" Target="../ink/ink10.xml"/><Relationship Id="rId5" Type="http://schemas.openxmlformats.org/officeDocument/2006/relationships/image" Target="../media/image12.png"/><Relationship Id="rId4" Type="http://schemas.openxmlformats.org/officeDocument/2006/relationships/customXml" Target="../ink/ink9.xml"/><Relationship Id="rId3" Type="http://schemas.openxmlformats.org/officeDocument/2006/relationships/image" Target="../media/image11.png"/><Relationship Id="rId2" Type="http://schemas.openxmlformats.org/officeDocument/2006/relationships/customXml" Target="../ink/ink8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6.png"/><Relationship Id="rId12" Type="http://schemas.openxmlformats.org/officeDocument/2006/relationships/customXml" Target="../ink/ink13.xml"/><Relationship Id="rId11" Type="http://schemas.openxmlformats.org/officeDocument/2006/relationships/image" Target="../media/image15.png"/><Relationship Id="rId10" Type="http://schemas.openxmlformats.org/officeDocument/2006/relationships/customXml" Target="../ink/ink1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customXml" Target="../ink/ink14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customXml" Target="../ink/ink15.xml"/><Relationship Id="rId1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customXml" Target="../ink/ink16.xml"/><Relationship Id="rId1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customXml" Target="../ink/ink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customXml" Target="../ink/ink18.xml"/><Relationship Id="rId1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customXml" Target="../ink/ink19.xml"/><Relationship Id="rId1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customXml" Target="../ink/ink21.xml"/><Relationship Id="rId4" Type="http://schemas.openxmlformats.org/officeDocument/2006/relationships/image" Target="../media/image35.png"/><Relationship Id="rId3" Type="http://schemas.openxmlformats.org/officeDocument/2006/relationships/customXml" Target="../ink/ink20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.bin"/><Relationship Id="rId3" Type="http://schemas.openxmlformats.org/officeDocument/2006/relationships/tags" Target="../tags/tag2.xml"/><Relationship Id="rId2" Type="http://schemas.openxmlformats.org/officeDocument/2006/relationships/image" Target="../media/image30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8</a:t>
            </a:r>
            <a:r>
              <a:rPr lang="zh-CN" altLang="en-US" dirty="0" smtClean="0"/>
              <a:t>章 维护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/>
          </a:bodyPr>
          <a:lstStyle/>
          <a:p>
            <a:r>
              <a:rPr lang="zh-CN" altLang="en-US" dirty="0" smtClean="0"/>
              <a:t>吕国华</a:t>
            </a:r>
            <a:endParaRPr lang="en-US" altLang="zh-CN" dirty="0" smtClean="0"/>
          </a:p>
          <a:p>
            <a:r>
              <a:rPr lang="zh-CN" altLang="en-US" dirty="0"/>
              <a:t>齐鲁</a:t>
            </a:r>
            <a:r>
              <a:rPr lang="zh-CN" altLang="en-US" dirty="0" smtClean="0"/>
              <a:t>工业大学（山东省科学院）</a:t>
            </a:r>
            <a:endParaRPr lang="zh-CN" altLang="en-US" dirty="0" smtClean="0"/>
          </a:p>
          <a:p>
            <a:r>
              <a:rPr lang="zh-CN" altLang="en-US" dirty="0" smtClean="0"/>
              <a:t>计算机科学与技术学部</a:t>
            </a:r>
            <a:endParaRPr lang="en-US" altLang="zh-CN" dirty="0" smtClean="0"/>
          </a:p>
          <a:p>
            <a:r>
              <a:rPr lang="en-US" altLang="zh-CN" dirty="0" smtClean="0"/>
              <a:t>Email: </a:t>
            </a:r>
            <a:r>
              <a:rPr lang="en-US" altLang="zh-CN" dirty="0" smtClean="0">
                <a:hlinkClick r:id="rId1"/>
              </a:rPr>
              <a:t>drguohualv@163.com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" y="0"/>
            <a:ext cx="914309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2819520" y="5911920"/>
              <a:ext cx="2946600" cy="255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2819520" y="5911920"/>
                <a:ext cx="2946600" cy="25560"/>
              </a:xfrm>
              <a:prstGeom prst="rect"/>
            </p:spPr>
          </p:pic>
        </mc:Fallback>
      </mc:AlternateContent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B5ADC-E069-49AC-8E03-B70D8B568DF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软件维护的任务</a:t>
            </a:r>
            <a:r>
              <a:rPr lang="zh-CN" altLang="en-US" dirty="0" smtClean="0"/>
              <a:t>：在软件交付给用户后，保证软件在相当长的时期内能够正常运行。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软件维护费用有时竟高达软件总费用的</a:t>
            </a:r>
            <a:r>
              <a:rPr lang="en-US" altLang="zh-CN" dirty="0" smtClean="0">
                <a:solidFill>
                  <a:srgbClr val="FF0000"/>
                </a:solidFill>
              </a:rPr>
              <a:t>80%</a:t>
            </a:r>
            <a:r>
              <a:rPr lang="zh-CN" altLang="en-US" dirty="0" smtClean="0"/>
              <a:t>，所有前期费用仅占</a:t>
            </a:r>
            <a:r>
              <a:rPr lang="en-US" altLang="zh-CN" dirty="0" smtClean="0"/>
              <a:t>20%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许多大型软件公司为软件维护耗费大量人力、财力。因此，必须建立一套</a:t>
            </a:r>
            <a:r>
              <a:rPr lang="zh-CN" altLang="en-US" dirty="0" smtClean="0">
                <a:solidFill>
                  <a:srgbClr val="FF0000"/>
                </a:solidFill>
              </a:rPr>
              <a:t>评估、控制和实施软件维护</a:t>
            </a:r>
            <a:r>
              <a:rPr lang="zh-CN" altLang="en-US" dirty="0" smtClean="0"/>
              <a:t>的机制。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0F2F-7AF1-4C4B-9D84-7428290EEC63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 of this Chapter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软件维护的定义</a:t>
            </a:r>
            <a:endParaRPr lang="en-US" altLang="zh-CN" dirty="0" smtClean="0"/>
          </a:p>
          <a:p>
            <a:r>
              <a:rPr lang="zh-CN" altLang="en-US" dirty="0" smtClean="0"/>
              <a:t>软件维护的特点</a:t>
            </a:r>
            <a:endParaRPr lang="en-US" altLang="zh-CN" dirty="0" smtClean="0"/>
          </a:p>
          <a:p>
            <a:r>
              <a:rPr lang="zh-CN" altLang="en-US" dirty="0" smtClean="0"/>
              <a:t>软件维护过程</a:t>
            </a:r>
            <a:endParaRPr lang="en-US" altLang="zh-CN" dirty="0" smtClean="0"/>
          </a:p>
          <a:p>
            <a:r>
              <a:rPr lang="zh-CN" altLang="en-US" dirty="0" smtClean="0"/>
              <a:t>软件的可维护性</a:t>
            </a:r>
            <a:endParaRPr lang="en-US" altLang="zh-CN" dirty="0" smtClean="0"/>
          </a:p>
          <a:p>
            <a:r>
              <a:rPr lang="zh-CN" altLang="en-US" dirty="0" smtClean="0"/>
              <a:t>预防性维护</a:t>
            </a:r>
            <a:endParaRPr lang="en-US" altLang="zh-CN" dirty="0" smtClean="0"/>
          </a:p>
          <a:p>
            <a:r>
              <a:rPr lang="zh-CN" altLang="en-US" dirty="0" smtClean="0"/>
              <a:t>软件再工程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F582-5000-45D7-8AA9-076F63B59B75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8.1 </a:t>
            </a:r>
            <a:r>
              <a:rPr lang="zh-CN" altLang="en-US" dirty="0" smtClean="0"/>
              <a:t>软件维护的定义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5141168"/>
          </a:xfrm>
        </p:spPr>
        <p:txBody>
          <a:bodyPr/>
          <a:lstStyle/>
          <a:p>
            <a:r>
              <a:rPr lang="en-US" altLang="zh-CN" dirty="0" smtClean="0"/>
              <a:t>An official definition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IEEE/EIA12207[ISO/IEC2008]</a:t>
            </a:r>
            <a:r>
              <a:rPr lang="zh-CN" altLang="en-US" dirty="0" smtClean="0"/>
              <a:t>中对软件维护的定义：软件维护是指</a:t>
            </a:r>
            <a:r>
              <a:rPr lang="zh-CN" altLang="en-US" dirty="0" smtClean="0">
                <a:solidFill>
                  <a:srgbClr val="0000FF"/>
                </a:solidFill>
              </a:rPr>
              <a:t>由于软件产品</a:t>
            </a:r>
            <a:r>
              <a:rPr lang="zh-CN" altLang="en-US" dirty="0" smtClean="0">
                <a:solidFill>
                  <a:srgbClr val="FF0000"/>
                </a:solidFill>
              </a:rPr>
              <a:t>出现问题或需要改进</a:t>
            </a:r>
            <a:r>
              <a:rPr lang="zh-CN" altLang="en-US" dirty="0" smtClean="0">
                <a:solidFill>
                  <a:srgbClr val="0000FF"/>
                </a:solidFill>
              </a:rPr>
              <a:t>而对</a:t>
            </a:r>
            <a:r>
              <a:rPr lang="zh-CN" altLang="en-US" u="sng" dirty="0" smtClean="0">
                <a:solidFill>
                  <a:srgbClr val="0000FF"/>
                </a:solidFill>
                <a:highlight>
                  <a:srgbClr val="FFFF00"/>
                </a:highlight>
              </a:rPr>
              <a:t>代码及相关文档</a:t>
            </a:r>
            <a:r>
              <a:rPr lang="zh-CN" altLang="en-US" dirty="0" smtClean="0">
                <a:solidFill>
                  <a:srgbClr val="0000FF"/>
                </a:solidFill>
              </a:rPr>
              <a:t>的修改</a:t>
            </a:r>
            <a:r>
              <a:rPr lang="zh-CN" altLang="en-US" dirty="0" smtClean="0"/>
              <a:t>，其目的是对现有软件产品进行</a:t>
            </a:r>
            <a:r>
              <a:rPr lang="zh-CN" altLang="en-US" dirty="0" smtClean="0">
                <a:solidFill>
                  <a:srgbClr val="0000FF"/>
                </a:solidFill>
              </a:rPr>
              <a:t>修改的同时保持其完整性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IEEE: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Electrical and Electronic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EIA: Electronic Industries Association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IEC: International Electrotechnical Commission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E644-E400-44F6-A06D-3F646CF2B06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软件维护的类型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8531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）改正性维护 （</a:t>
            </a:r>
            <a:r>
              <a:rPr lang="zh-CN" altLang="en-US" dirty="0" smtClean="0">
                <a:solidFill>
                  <a:srgbClr val="0000FF"/>
                </a:solidFill>
              </a:rPr>
              <a:t>或纠错性维护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/>
              <a:t>改正性维护：诊断和改正错误的过程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测试</a:t>
            </a:r>
            <a:r>
              <a:rPr lang="zh-CN" altLang="en-US" dirty="0" smtClean="0">
                <a:solidFill>
                  <a:srgbClr val="FF0000"/>
                </a:solidFill>
              </a:rPr>
              <a:t>不完全、不彻底</a:t>
            </a:r>
            <a:r>
              <a:rPr lang="zh-CN" altLang="en-US" dirty="0" smtClean="0"/>
              <a:t>，</a:t>
            </a:r>
            <a:r>
              <a:rPr lang="zh-CN" altLang="en-US" dirty="0"/>
              <a:t>就</a:t>
            </a:r>
            <a:r>
              <a:rPr lang="zh-CN" altLang="en-US" dirty="0" smtClean="0"/>
              <a:t>会有一些</a:t>
            </a:r>
            <a:r>
              <a:rPr lang="zh-CN" altLang="en-US" dirty="0" smtClean="0">
                <a:solidFill>
                  <a:srgbClr val="FF0000"/>
                </a:solidFill>
              </a:rPr>
              <a:t>潜伏的错误</a:t>
            </a:r>
            <a:r>
              <a:rPr lang="zh-CN" altLang="en-US" dirty="0" smtClean="0"/>
              <a:t>被带到运行阶段来。</a:t>
            </a:r>
            <a:endParaRPr lang="en-US" altLang="zh-CN" dirty="0" smtClean="0"/>
          </a:p>
          <a:p>
            <a:r>
              <a:rPr lang="zh-CN" altLang="en-US" dirty="0" smtClean="0"/>
              <a:t>这些隐藏的错误在</a:t>
            </a:r>
            <a:r>
              <a:rPr lang="zh-CN" altLang="en-US" dirty="0" smtClean="0">
                <a:solidFill>
                  <a:srgbClr val="FF0000"/>
                </a:solidFill>
              </a:rPr>
              <a:t>某些特定的使用环境下就会暴露出来</a:t>
            </a:r>
            <a:r>
              <a:rPr lang="zh-CN" altLang="en-US" dirty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例如：没有测试所有可能执行路径，就可能带来问题或错误。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C92C-DAB6-4EEE-91B6-24A515FE834D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）适应性维护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适应性维护是为适应</a:t>
            </a:r>
            <a:r>
              <a:rPr lang="zh-CN" altLang="en-US" dirty="0" smtClean="0">
                <a:solidFill>
                  <a:srgbClr val="0000FF"/>
                </a:solidFill>
              </a:rPr>
              <a:t>软件的外界环境变化</a:t>
            </a:r>
            <a:r>
              <a:rPr lang="zh-CN" altLang="en-US" dirty="0" smtClean="0"/>
              <a:t>而进行的修改。</a:t>
            </a:r>
            <a:endParaRPr lang="en-US" altLang="zh-CN" dirty="0" smtClean="0"/>
          </a:p>
          <a:p>
            <a:r>
              <a:rPr lang="zh-CN" altLang="en-US" dirty="0" smtClean="0"/>
              <a:t>软件的外界环境变化，如：</a:t>
            </a:r>
            <a:endParaRPr lang="en-US" altLang="zh-CN" dirty="0" smtClean="0"/>
          </a:p>
          <a:p>
            <a:pPr marL="914400" lvl="1" indent="-514350">
              <a:buFont typeface="+mj-lt"/>
              <a:buAutoNum type="alphaLcParenR"/>
            </a:pPr>
            <a:r>
              <a:rPr lang="zh-CN" altLang="en-US" dirty="0" smtClean="0"/>
              <a:t>硬件</a:t>
            </a:r>
            <a:endParaRPr lang="en-US" altLang="zh-CN" dirty="0" smtClean="0"/>
          </a:p>
          <a:p>
            <a:pPr marL="914400" lvl="1" indent="-514350">
              <a:buFont typeface="+mj-lt"/>
              <a:buAutoNum type="alphaLcParenR"/>
            </a:pPr>
            <a:r>
              <a:rPr lang="zh-CN" altLang="en-US" dirty="0" smtClean="0"/>
              <a:t>操作系统</a:t>
            </a:r>
            <a:endParaRPr lang="en-US" altLang="zh-CN" dirty="0" smtClean="0"/>
          </a:p>
          <a:p>
            <a:pPr marL="914400" lvl="1" indent="-514350">
              <a:buFont typeface="+mj-lt"/>
              <a:buAutoNum type="alphaLcParenR"/>
            </a:pPr>
            <a:r>
              <a:rPr lang="zh-CN" altLang="en-US" dirty="0" smtClean="0"/>
              <a:t>虚拟机</a:t>
            </a:r>
            <a:endParaRPr lang="en-US" altLang="zh-CN" dirty="0" smtClean="0"/>
          </a:p>
          <a:p>
            <a:pPr marL="914400" lvl="1" indent="-514350">
              <a:buFont typeface="+mj-lt"/>
              <a:buAutoNum type="alphaLcParenR"/>
            </a:pPr>
            <a:r>
              <a:rPr lang="zh-CN" altLang="en-US" dirty="0" smtClean="0"/>
              <a:t>数据环境（数据库、数据格式等）</a:t>
            </a:r>
            <a:r>
              <a:rPr lang="en-US" altLang="zh-CN" dirty="0" smtClean="0"/>
              <a:t>   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D14A4-CEFD-4EA5-BA88-8347F12769F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）完善性维护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用户往往提出</a:t>
            </a:r>
            <a:r>
              <a:rPr lang="zh-CN" altLang="en-US" dirty="0" smtClean="0">
                <a:solidFill>
                  <a:srgbClr val="0000FF"/>
                </a:solidFill>
              </a:rPr>
              <a:t>增加新功能、改变某些已有功能或提高程序性能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 smtClean="0"/>
              <a:t>在四种维护中，</a:t>
            </a:r>
            <a:r>
              <a:rPr lang="zh-CN" altLang="en-US" u="sng" dirty="0" smtClean="0">
                <a:solidFill>
                  <a:srgbClr val="0000FF"/>
                </a:solidFill>
                <a:highlight>
                  <a:srgbClr val="FFFF00"/>
                </a:highlight>
              </a:rPr>
              <a:t>完善性维护所占比重最大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51DE-9007-4F5D-A9C7-7C2F8F5FB6E3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）预防性维护（</a:t>
            </a:r>
            <a:r>
              <a:rPr lang="zh-CN" altLang="en-US" dirty="0" smtClean="0">
                <a:solidFill>
                  <a:srgbClr val="FF0000"/>
                </a:solidFill>
                <a:highlight>
                  <a:srgbClr val="FFFF00"/>
                </a:highlight>
              </a:rPr>
              <a:t>未雨绸缪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</a:t>
            </a:r>
            <a:r>
              <a:rPr lang="zh-CN" altLang="en-US" dirty="0" smtClean="0">
                <a:solidFill>
                  <a:srgbClr val="0000FF"/>
                </a:solidFill>
              </a:rPr>
              <a:t>减少或避免以后可能需要的前三类维护</a:t>
            </a:r>
            <a:r>
              <a:rPr lang="zh-CN" altLang="en-US" dirty="0" smtClean="0"/>
              <a:t>，或为了</a:t>
            </a:r>
            <a:r>
              <a:rPr lang="zh-CN" altLang="en-US" dirty="0" smtClean="0">
                <a:solidFill>
                  <a:srgbClr val="0000FF"/>
                </a:solidFill>
              </a:rPr>
              <a:t>改进软件未来的可维护性或可靠性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00FF"/>
                </a:solidFill>
              </a:rPr>
              <a:t>预防性维护的一种定义</a:t>
            </a:r>
            <a:r>
              <a:rPr lang="zh-CN" altLang="en-US" dirty="0" smtClean="0"/>
              <a:t>：采用先进的软件工程方法对需要维护的软件或软件中的某一部分</a:t>
            </a:r>
            <a:r>
              <a:rPr lang="zh-CN" altLang="en-US" dirty="0" smtClean="0">
                <a:solidFill>
                  <a:srgbClr val="FF0000"/>
                </a:solidFill>
              </a:rPr>
              <a:t>重新进行设计、编码和测试（目前使用没问题）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A1610-EE87-4009-AA97-06190F37E4D0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28040" y="3212465"/>
            <a:ext cx="7488555" cy="1944370"/>
          </a:xfrm>
          <a:prstGeom prst="rect">
            <a:avLst/>
          </a:prstGeom>
          <a:noFill/>
          <a:ln w="28575" cmpd="sng">
            <a:solidFill>
              <a:srgbClr val="7030A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影响维护工作量的主要因素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系统规模（系统越</a:t>
            </a:r>
            <a:r>
              <a:rPr lang="zh-CN" altLang="en-US" dirty="0" smtClean="0">
                <a:solidFill>
                  <a:srgbClr val="FF0000"/>
                </a:solidFill>
              </a:rPr>
              <a:t>大</a:t>
            </a:r>
            <a:r>
              <a:rPr lang="zh-CN" altLang="en-US" dirty="0" smtClean="0"/>
              <a:t>，维护越困</a:t>
            </a:r>
            <a:r>
              <a:rPr lang="zh-CN" altLang="en-US" dirty="0" smtClean="0">
                <a:solidFill>
                  <a:srgbClr val="FF0000"/>
                </a:solidFill>
              </a:rPr>
              <a:t>难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系统年龄 （系统越</a:t>
            </a:r>
            <a:r>
              <a:rPr lang="zh-CN" altLang="en-US" dirty="0" smtClean="0">
                <a:solidFill>
                  <a:srgbClr val="FF0000"/>
                </a:solidFill>
              </a:rPr>
              <a:t>老</a:t>
            </a:r>
            <a:r>
              <a:rPr lang="zh-CN" altLang="en-US" dirty="0" smtClean="0"/>
              <a:t>，越</a:t>
            </a:r>
            <a:r>
              <a:rPr lang="zh-CN" altLang="en-US" dirty="0" smtClean="0">
                <a:solidFill>
                  <a:srgbClr val="FF0000"/>
                </a:solidFill>
              </a:rPr>
              <a:t>难</a:t>
            </a:r>
            <a:r>
              <a:rPr lang="zh-CN" altLang="en-US" dirty="0" smtClean="0"/>
              <a:t>维护）</a:t>
            </a:r>
            <a:endParaRPr lang="en-US" altLang="zh-CN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程序设计语言 （语言功能越</a:t>
            </a:r>
            <a:r>
              <a:rPr lang="zh-CN" altLang="en-US" dirty="0" smtClean="0">
                <a:solidFill>
                  <a:srgbClr val="FF0000"/>
                </a:solidFill>
              </a:rPr>
              <a:t>弱</a:t>
            </a:r>
            <a:r>
              <a:rPr lang="zh-CN" altLang="en-US" dirty="0" smtClean="0"/>
              <a:t>，越</a:t>
            </a:r>
            <a:r>
              <a:rPr lang="zh-CN" altLang="en-US" dirty="0" smtClean="0">
                <a:solidFill>
                  <a:srgbClr val="FF0000"/>
                </a:solidFill>
              </a:rPr>
              <a:t>难</a:t>
            </a:r>
            <a:r>
              <a:rPr lang="zh-CN" altLang="en-US" dirty="0" smtClean="0"/>
              <a:t>维护）</a:t>
            </a:r>
            <a:endParaRPr lang="en-US" altLang="zh-CN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数据库技术有助于维护；</a:t>
            </a:r>
            <a:endParaRPr lang="en-US" altLang="zh-CN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先进的软件开发技术（系统分析、系统设计与程序设计中的各种技术）有助于维护。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38DBA-D79A-4DF6-959B-45B6B20DD9A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6792"/>
            <a:ext cx="8507288" cy="456937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 smtClean="0"/>
              <a:t>各类维护活动的根本目的：</a:t>
            </a:r>
            <a:endParaRPr lang="en-US" altLang="zh-CN" sz="4000" dirty="0" smtClean="0"/>
          </a:p>
          <a:p>
            <a:pPr marL="0" indent="0">
              <a:buNone/>
            </a:pPr>
            <a:r>
              <a:rPr lang="zh-CN" altLang="en-US" sz="6000" dirty="0" smtClean="0">
                <a:solidFill>
                  <a:srgbClr val="0000FF"/>
                </a:solidFill>
              </a:rPr>
              <a:t>延长软件生命期</a:t>
            </a:r>
            <a:endParaRPr lang="en-US" altLang="zh-CN" sz="6000" dirty="0" smtClean="0"/>
          </a:p>
          <a:p>
            <a:pPr marL="0" indent="0">
              <a:buNone/>
            </a:pPr>
            <a:endParaRPr lang="en-US" altLang="zh-CN" sz="40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F582-5000-45D7-8AA9-076F63B59B75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8.2 </a:t>
            </a:r>
            <a:r>
              <a:rPr lang="zh-CN" altLang="en-US" dirty="0" smtClean="0"/>
              <a:t>软件维护的特点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8.2.1 </a:t>
            </a:r>
            <a:r>
              <a:rPr lang="zh-CN" altLang="en-US" dirty="0" smtClean="0"/>
              <a:t>非结构化维护与结构化维护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00FF"/>
                </a:solidFill>
              </a:rPr>
              <a:t>非结构化维护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marL="914400" lvl="1" indent="-514350">
              <a:buFont typeface="+mj-lt"/>
              <a:buAutoNum type="alphaLcParenR"/>
            </a:pPr>
            <a:r>
              <a:rPr lang="zh-CN" altLang="en-US" dirty="0" smtClean="0">
                <a:solidFill>
                  <a:srgbClr val="FF0000"/>
                </a:solidFill>
              </a:rPr>
              <a:t>软件配置的唯一成分是程序代码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914400" lvl="1" indent="-514350">
              <a:buFont typeface="+mj-lt"/>
              <a:buAutoNum type="alphaLcParenR"/>
            </a:pPr>
            <a:r>
              <a:rPr lang="zh-CN" altLang="en-US" dirty="0" smtClean="0"/>
              <a:t>缺少各种文档，软件的评价、维护很困难；</a:t>
            </a:r>
            <a:endParaRPr lang="en-US" altLang="zh-CN" dirty="0" smtClean="0"/>
          </a:p>
          <a:p>
            <a:pPr marL="914400" lvl="1" indent="-514350">
              <a:buFont typeface="+mj-lt"/>
              <a:buAutoNum type="alphaLcParenR"/>
            </a:pPr>
            <a:r>
              <a:rPr lang="zh-CN" altLang="en-US" dirty="0" smtClean="0"/>
              <a:t>维护的代价很大。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00FF"/>
                </a:solidFill>
              </a:rPr>
              <a:t>结构化维护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marL="914400" lvl="1" indent="-514350">
              <a:buFont typeface="+mj-lt"/>
              <a:buAutoNum type="alphaLcParenR"/>
            </a:pPr>
            <a:r>
              <a:rPr lang="zh-CN" altLang="en-US" dirty="0" smtClean="0">
                <a:solidFill>
                  <a:srgbClr val="FF0000"/>
                </a:solidFill>
              </a:rPr>
              <a:t>完整的软件配置（文档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+ </a:t>
            </a:r>
            <a:r>
              <a:rPr lang="zh-CN" altLang="en-US" dirty="0" smtClean="0">
                <a:solidFill>
                  <a:srgbClr val="FF0000"/>
                </a:solidFill>
              </a:rPr>
              <a:t>程序）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914400" lvl="1" indent="-514350">
              <a:buFont typeface="+mj-lt"/>
              <a:buAutoNum type="alphaLcParenR"/>
            </a:pPr>
            <a:r>
              <a:rPr lang="zh-CN" altLang="en-US" dirty="0" smtClean="0"/>
              <a:t>维护过程规范、有序；</a:t>
            </a:r>
            <a:endParaRPr lang="en-US" altLang="zh-CN" dirty="0" smtClean="0"/>
          </a:p>
          <a:p>
            <a:pPr marL="914400" lvl="1" indent="-514350">
              <a:buFont typeface="+mj-lt"/>
              <a:buAutoNum type="alphaLcParenR"/>
            </a:pPr>
            <a:r>
              <a:rPr lang="zh-CN" altLang="en-US" dirty="0" smtClean="0"/>
              <a:t>维护代价小；</a:t>
            </a:r>
            <a:endParaRPr lang="en-US" altLang="zh-CN" dirty="0" smtClean="0"/>
          </a:p>
          <a:p>
            <a:pPr marL="914400" lvl="1" indent="-514350">
              <a:buFont typeface="+mj-lt"/>
              <a:buAutoNum type="alphaLcParenR"/>
            </a:pPr>
            <a:r>
              <a:rPr lang="zh-CN" altLang="en-US" dirty="0" smtClean="0"/>
              <a:t>可确保维护的质量。</a:t>
            </a:r>
            <a:r>
              <a:rPr lang="en-US" altLang="zh-CN" dirty="0" smtClean="0"/>
              <a:t>    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7DBE-DD14-4BE8-871F-A5516E1213D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结构化维护 </a:t>
            </a:r>
            <a:r>
              <a:rPr lang="en-US" altLang="zh-CN" dirty="0" smtClean="0"/>
              <a:t>vs </a:t>
            </a:r>
            <a:r>
              <a:rPr lang="zh-CN" altLang="en-US" dirty="0" smtClean="0"/>
              <a:t>非结构化维护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329" y="1556792"/>
            <a:ext cx="6010275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3FEF-D8E3-486D-B287-17B1A26BB1B5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1981440" y="1092240"/>
              <a:ext cx="4527720" cy="144180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1981440" y="1092240"/>
                <a:ext cx="4527720" cy="1441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墨迹 5"/>
              <p14:cNvContentPartPr/>
              <p14:nvPr/>
            </p14:nvContentPartPr>
            <p14:xfrm>
              <a:off x="5924520" y="3892680"/>
              <a:ext cx="311760" cy="1944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5"/>
            </p:blipFill>
            <p:spPr>
              <a:xfrm>
                <a:off x="5924520" y="3892680"/>
                <a:ext cx="311760" cy="1944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8.2.2 </a:t>
            </a:r>
            <a:r>
              <a:rPr lang="zh-CN" altLang="en-US" dirty="0" smtClean="0"/>
              <a:t>维护的代价高昂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686800" cy="5472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）有形代价与无形代价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</a:t>
            </a:r>
            <a:r>
              <a:rPr lang="zh-CN" altLang="en-US" sz="2400" dirty="0" smtClean="0">
                <a:solidFill>
                  <a:srgbClr val="0000FF"/>
                </a:solidFill>
              </a:rPr>
              <a:t>有形代价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lvl="2"/>
            <a:r>
              <a:rPr lang="zh-CN" altLang="en-US" dirty="0" smtClean="0"/>
              <a:t>软件维护的费用开支；</a:t>
            </a:r>
            <a:endParaRPr lang="en-US" altLang="zh-CN" dirty="0" smtClean="0"/>
          </a:p>
          <a:p>
            <a:pPr lvl="2"/>
            <a:r>
              <a:rPr lang="zh-CN" altLang="en-US" dirty="0" smtClean="0">
                <a:solidFill>
                  <a:srgbClr val="FF0000"/>
                </a:solidFill>
              </a:rPr>
              <a:t>占软件项目总费用的比重可高达</a:t>
            </a:r>
            <a:r>
              <a:rPr lang="en-US" altLang="zh-CN" dirty="0" smtClean="0">
                <a:solidFill>
                  <a:srgbClr val="FF0000"/>
                </a:solidFill>
              </a:rPr>
              <a:t>80%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914400" lvl="2" indent="0">
              <a:buNone/>
            </a:pPr>
            <a:endParaRPr lang="en-US" altLang="zh-CN" dirty="0" smtClean="0"/>
          </a:p>
          <a:p>
            <a:pPr marL="914400" lvl="2" indent="0">
              <a:buNone/>
            </a:pPr>
            <a:r>
              <a:rPr lang="zh-CN" altLang="en-US" dirty="0" smtClean="0">
                <a:solidFill>
                  <a:srgbClr val="0000FF"/>
                </a:solidFill>
              </a:rPr>
              <a:t>无形代价</a:t>
            </a:r>
            <a:r>
              <a:rPr lang="zh-CN" altLang="en-US" dirty="0" smtClean="0"/>
              <a:t>，如：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 </a:t>
            </a:r>
            <a:r>
              <a:rPr lang="zh-CN" altLang="en-US" dirty="0" smtClean="0"/>
              <a:t>可用的资源必须供维护任务使用（维护任务紧急），以致耽误甚至</a:t>
            </a:r>
            <a:r>
              <a:rPr lang="zh-CN" altLang="en-US" dirty="0" smtClean="0">
                <a:solidFill>
                  <a:srgbClr val="FF0000"/>
                </a:solidFill>
              </a:rPr>
              <a:t>丧失开发的良机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不能及时满足用户的维护要求时，会引起</a:t>
            </a:r>
            <a:r>
              <a:rPr lang="zh-CN" altLang="en-US" dirty="0" smtClean="0">
                <a:solidFill>
                  <a:srgbClr val="FF0000"/>
                </a:solidFill>
              </a:rPr>
              <a:t>用户的不满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2"/>
            <a:r>
              <a:rPr lang="zh-CN" altLang="en-US" dirty="0"/>
              <a:t>修改</a:t>
            </a:r>
            <a:r>
              <a:rPr lang="zh-CN" altLang="en-US" dirty="0" smtClean="0"/>
              <a:t>软件可能引入</a:t>
            </a:r>
            <a:r>
              <a:rPr lang="zh-CN" altLang="en-US" dirty="0" smtClean="0">
                <a:solidFill>
                  <a:srgbClr val="FF0000"/>
                </a:solidFill>
              </a:rPr>
              <a:t>新的错误</a:t>
            </a:r>
            <a:r>
              <a:rPr lang="zh-CN" altLang="en-US" dirty="0" smtClean="0"/>
              <a:t>，使</a:t>
            </a:r>
            <a:r>
              <a:rPr lang="zh-CN" altLang="en-US" dirty="0" smtClean="0">
                <a:solidFill>
                  <a:srgbClr val="FF0000"/>
                </a:solidFill>
              </a:rPr>
              <a:t>软件质量下降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把软件工程师调去从事维护工作，必然</a:t>
            </a:r>
            <a:r>
              <a:rPr lang="zh-CN" altLang="en-US" dirty="0" smtClean="0">
                <a:solidFill>
                  <a:srgbClr val="FF0000"/>
                </a:solidFill>
              </a:rPr>
              <a:t>影响开发工作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D530-9126-422B-84F3-184AC268C06D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46912" y="6525344"/>
            <a:ext cx="2133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）软件维护工作量模型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软件维护包括：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0000FF"/>
                </a:solidFill>
              </a:rPr>
              <a:t>生产</a:t>
            </a:r>
            <a:r>
              <a:rPr lang="zh-CN" altLang="en-US" dirty="0" smtClean="0">
                <a:solidFill>
                  <a:srgbClr val="0000FF"/>
                </a:solidFill>
              </a:rPr>
              <a:t>性活动</a:t>
            </a:r>
            <a:r>
              <a:rPr lang="zh-CN" altLang="en-US" dirty="0" smtClean="0"/>
              <a:t>：如修改设计、编写程序等；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00FF"/>
                </a:solidFill>
              </a:rPr>
              <a:t>非生产性活动</a:t>
            </a:r>
            <a:r>
              <a:rPr lang="zh-CN" altLang="en-US" dirty="0" smtClean="0"/>
              <a:t>：如理解代码的含义、解释数据结构和接口的特点等。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C71B5-C49A-4376-ADCF-2D7068147974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维护工作量模型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141168"/>
          </a:xfrm>
        </p:spPr>
        <p:txBody>
          <a:bodyPr/>
          <a:lstStyle/>
          <a:p>
            <a:r>
              <a:rPr lang="en-US" altLang="zh-CN" dirty="0" smtClean="0"/>
              <a:t>Belady</a:t>
            </a:r>
            <a:r>
              <a:rPr lang="zh-CN" altLang="en-US" dirty="0" smtClean="0"/>
              <a:t>和</a:t>
            </a:r>
            <a:r>
              <a:rPr lang="en-US" altLang="zh-CN" dirty="0" smtClean="0"/>
              <a:t>Lehman</a:t>
            </a:r>
            <a:r>
              <a:rPr lang="zh-CN" altLang="en-US" dirty="0" smtClean="0"/>
              <a:t>提出</a:t>
            </a:r>
            <a:endParaRPr lang="en-US" altLang="zh-CN" dirty="0" smtClean="0"/>
          </a:p>
          <a:p>
            <a:r>
              <a:rPr lang="zh-CN" altLang="en-US" dirty="0" smtClean="0"/>
              <a:t>模型：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M = P + </a:t>
            </a:r>
            <a:r>
              <a:rPr lang="en-US" altLang="zh-CN" dirty="0" err="1" smtClean="0"/>
              <a:t>K×e</a:t>
            </a:r>
            <a:r>
              <a:rPr lang="en-US" altLang="zh-CN" baseline="30000" dirty="0" smtClean="0"/>
              <a:t>(c-d)</a:t>
            </a:r>
            <a:endParaRPr lang="en-US" altLang="zh-CN" baseline="30000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其中：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 smtClean="0"/>
              <a:t> M: </a:t>
            </a:r>
            <a:r>
              <a:rPr lang="zh-CN" altLang="en-US" sz="2400" dirty="0" smtClean="0"/>
              <a:t>维护总工作量</a:t>
            </a:r>
            <a:endParaRPr lang="en-US" altLang="zh-CN" sz="24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 smtClean="0"/>
              <a:t> P: </a:t>
            </a:r>
            <a:r>
              <a:rPr lang="zh-CN" altLang="en-US" sz="2400" dirty="0" smtClean="0"/>
              <a:t>生产性工作量</a:t>
            </a:r>
            <a:endParaRPr lang="en-US" altLang="zh-CN" sz="24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K: </a:t>
            </a:r>
            <a:r>
              <a:rPr lang="zh-CN" altLang="en-US" sz="2400" dirty="0" smtClean="0"/>
              <a:t>经验常数</a:t>
            </a:r>
            <a:endParaRPr lang="en-US" altLang="zh-CN" sz="24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c: </a:t>
            </a:r>
            <a:r>
              <a:rPr lang="zh-CN" altLang="en-US" sz="2400" b="1" dirty="0" smtClean="0"/>
              <a:t>软件的复杂程度</a:t>
            </a:r>
            <a:r>
              <a:rPr lang="en-US" altLang="zh-CN" sz="2400" b="1" dirty="0" smtClean="0"/>
              <a:t> </a:t>
            </a:r>
            <a:endParaRPr lang="en-US" altLang="zh-CN" sz="2400" b="1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d: </a:t>
            </a:r>
            <a:r>
              <a:rPr lang="zh-CN" altLang="en-US" sz="2400" b="1" dirty="0" smtClean="0"/>
              <a:t>维护人员对软件熟悉程度</a:t>
            </a:r>
            <a:endParaRPr lang="zh-CN" altLang="en-US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A47CD-4BEC-45C9-8E40-4CACF76C60B2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6" name="墨迹 5"/>
              <p14:cNvContentPartPr/>
              <p14:nvPr/>
            </p14:nvContentPartPr>
            <p14:xfrm>
              <a:off x="2203450" y="3359150"/>
              <a:ext cx="152400" cy="36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2"/>
            </p:blipFill>
            <p:spPr>
              <a:xfrm>
                <a:off x="2203450" y="3359150"/>
                <a:ext cx="1524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7" name="墨迹 6"/>
              <p14:cNvContentPartPr/>
              <p14:nvPr/>
            </p14:nvContentPartPr>
            <p14:xfrm>
              <a:off x="2889250" y="3073400"/>
              <a:ext cx="1625600" cy="41910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4"/>
            </p:blipFill>
            <p:spPr>
              <a:xfrm>
                <a:off x="2889250" y="3073400"/>
                <a:ext cx="1625600" cy="419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8" name="墨迹 7"/>
              <p14:cNvContentPartPr/>
              <p14:nvPr/>
            </p14:nvContentPartPr>
            <p14:xfrm>
              <a:off x="3429000" y="3530600"/>
              <a:ext cx="152400" cy="26035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6"/>
            </p:blipFill>
            <p:spPr>
              <a:xfrm>
                <a:off x="3429000" y="3530600"/>
                <a:ext cx="152400" cy="260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9" name="墨迹 8"/>
              <p14:cNvContentPartPr/>
              <p14:nvPr/>
            </p14:nvContentPartPr>
            <p14:xfrm>
              <a:off x="3498850" y="3911600"/>
              <a:ext cx="38100" cy="3175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8"/>
            </p:blipFill>
            <p:spPr>
              <a:xfrm>
                <a:off x="3498850" y="3911600"/>
                <a:ext cx="38100" cy="3175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8.2.3 </a:t>
            </a:r>
            <a:r>
              <a:rPr lang="zh-CN" altLang="en-US" dirty="0" smtClean="0"/>
              <a:t>软件维护的典型问题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只有程序代码，</a:t>
            </a:r>
            <a:r>
              <a:rPr lang="zh-CN" altLang="en-US" dirty="0" smtClean="0">
                <a:solidFill>
                  <a:srgbClr val="FF0000"/>
                </a:solidFill>
              </a:rPr>
              <a:t>没有注释说明</a:t>
            </a:r>
            <a:r>
              <a:rPr lang="zh-CN" altLang="en-US" dirty="0" smtClean="0"/>
              <a:t>，维护起来相当困难；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>
                <a:solidFill>
                  <a:srgbClr val="FF0000"/>
                </a:solidFill>
              </a:rPr>
              <a:t>软件人员的流动性大</a:t>
            </a:r>
            <a:r>
              <a:rPr lang="zh-CN" altLang="en-US" dirty="0" smtClean="0"/>
              <a:t>，使得软件维护时，很难与原开发人员沟通；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>
                <a:solidFill>
                  <a:srgbClr val="FF0000"/>
                </a:solidFill>
              </a:rPr>
              <a:t>没有或没有足够的文档</a:t>
            </a:r>
            <a:r>
              <a:rPr lang="zh-CN" altLang="en-US" dirty="0" smtClean="0"/>
              <a:t>，或者程序修改后与文档资料不一致。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27243-269B-4543-BEED-E22BCFE0F0D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 startAt="4"/>
            </a:pPr>
            <a:r>
              <a:rPr lang="en-US" altLang="zh-CN" dirty="0" smtClean="0"/>
              <a:t> </a:t>
            </a:r>
            <a:r>
              <a:rPr lang="zh-CN" altLang="en-US" dirty="0" smtClean="0"/>
              <a:t>设计时</a:t>
            </a:r>
            <a:r>
              <a:rPr lang="zh-CN" altLang="en-US" dirty="0" smtClean="0">
                <a:solidFill>
                  <a:srgbClr val="FF0000"/>
                </a:solidFill>
              </a:rPr>
              <a:t>未考虑软件修改的需要</a:t>
            </a:r>
            <a:r>
              <a:rPr lang="zh-CN" altLang="en-US" dirty="0" smtClean="0"/>
              <a:t>，因此修改起来困难；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 startAt="4"/>
            </a:pPr>
            <a:r>
              <a:rPr lang="zh-CN" altLang="en-US" dirty="0" smtClean="0"/>
              <a:t>软件维护被很多人视为一种</a:t>
            </a:r>
            <a:r>
              <a:rPr lang="zh-CN" altLang="en-US" dirty="0" smtClean="0">
                <a:solidFill>
                  <a:srgbClr val="FF0000"/>
                </a:solidFill>
              </a:rPr>
              <a:t>毫无吸引力</a:t>
            </a:r>
            <a:r>
              <a:rPr lang="zh-CN" altLang="en-US" dirty="0" smtClean="0"/>
              <a:t>的工作，很大程度上是因为维护工作常常受到挫折。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574BB-149D-4FDE-9749-861366320FF2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8.3 </a:t>
            </a:r>
            <a:r>
              <a:rPr lang="zh-CN" altLang="en-US" dirty="0" smtClean="0"/>
              <a:t>软件维护过程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）维护组织</a:t>
            </a:r>
            <a:endParaRPr lang="en-US" altLang="zh-CN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 smtClean="0"/>
              <a:t>为了明确维护责任、规范维护过程；</a:t>
            </a:r>
            <a:endParaRPr lang="en-US" altLang="zh-CN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/>
              <a:t> </a:t>
            </a:r>
            <a:r>
              <a:rPr lang="zh-CN" altLang="en-US" dirty="0" smtClean="0"/>
              <a:t>分工：</a:t>
            </a:r>
            <a:endParaRPr lang="en-US" altLang="zh-CN" dirty="0" smtClean="0"/>
          </a:p>
          <a:p>
            <a:pPr marL="1371600" lvl="2" indent="-514350">
              <a:buFont typeface="+mj-lt"/>
              <a:buAutoNum type="alphaLcParenR"/>
            </a:pPr>
            <a:r>
              <a:rPr lang="zh-CN" altLang="en-US" dirty="0" smtClean="0">
                <a:solidFill>
                  <a:srgbClr val="0000FF"/>
                </a:solidFill>
              </a:rPr>
              <a:t>维护管理员</a:t>
            </a:r>
            <a:r>
              <a:rPr lang="zh-CN" altLang="en-US" dirty="0" smtClean="0"/>
              <a:t>：接收维护要求；</a:t>
            </a:r>
            <a:endParaRPr lang="en-US" altLang="zh-CN" dirty="0" smtClean="0"/>
          </a:p>
          <a:p>
            <a:pPr marL="1371600" lvl="2" indent="-514350">
              <a:buFont typeface="+mj-lt"/>
              <a:buAutoNum type="alphaLcParenR"/>
            </a:pPr>
            <a:r>
              <a:rPr lang="zh-CN" altLang="en-US" dirty="0" smtClean="0">
                <a:solidFill>
                  <a:srgbClr val="0000FF"/>
                </a:solidFill>
              </a:rPr>
              <a:t>系统管理员</a:t>
            </a:r>
            <a:r>
              <a:rPr lang="zh-CN" altLang="en-US" dirty="0" smtClean="0"/>
              <a:t>：熟悉软件产品的技术人员；</a:t>
            </a:r>
            <a:endParaRPr lang="en-US" altLang="zh-CN" dirty="0" smtClean="0"/>
          </a:p>
          <a:p>
            <a:pPr marL="1371600" lvl="2" indent="-514350">
              <a:buFont typeface="+mj-lt"/>
              <a:buAutoNum type="alphaLcParenR"/>
            </a:pPr>
            <a:r>
              <a:rPr lang="zh-CN" altLang="en-US" dirty="0" smtClean="0">
                <a:solidFill>
                  <a:srgbClr val="0000FF"/>
                </a:solidFill>
              </a:rPr>
              <a:t>变化授权人</a:t>
            </a:r>
            <a:r>
              <a:rPr lang="zh-CN" altLang="en-US" dirty="0" smtClean="0"/>
              <a:t>：根据系统管理员的分析情况，</a:t>
            </a:r>
            <a:r>
              <a:rPr lang="zh-CN" altLang="en-US" dirty="0" smtClean="0">
                <a:solidFill>
                  <a:srgbClr val="0000FF"/>
                </a:solidFill>
              </a:rPr>
              <a:t>决定应该进行的活动</a:t>
            </a:r>
            <a:r>
              <a:rPr lang="zh-CN" altLang="en-US" dirty="0" smtClean="0"/>
              <a:t>。</a:t>
            </a:r>
            <a:r>
              <a:rPr lang="en-US" altLang="zh-CN" dirty="0" smtClean="0"/>
              <a:t>    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004D-6197-4A96-A8D8-02536B1C088E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软件维护的组织</a:t>
            </a:r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628800"/>
            <a:ext cx="7692348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A374-6321-4DD1-9E42-0A73174F6BA6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2051050" y="3416300"/>
              <a:ext cx="196850" cy="86995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2051050" y="3416300"/>
                <a:ext cx="196850" cy="869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墨迹 5"/>
              <p14:cNvContentPartPr/>
              <p14:nvPr/>
            </p14:nvContentPartPr>
            <p14:xfrm>
              <a:off x="2051050" y="3359150"/>
              <a:ext cx="279400" cy="33655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5"/>
            </p:blipFill>
            <p:spPr>
              <a:xfrm>
                <a:off x="2051050" y="3359150"/>
                <a:ext cx="279400" cy="336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7" name="墨迹 6"/>
              <p14:cNvContentPartPr/>
              <p14:nvPr/>
            </p14:nvContentPartPr>
            <p14:xfrm>
              <a:off x="609600" y="3054350"/>
              <a:ext cx="3816350" cy="358140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7"/>
            </p:blipFill>
            <p:spPr>
              <a:xfrm>
                <a:off x="609600" y="3054350"/>
                <a:ext cx="3816350" cy="3581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8" name="墨迹 7"/>
              <p14:cNvContentPartPr/>
              <p14:nvPr/>
            </p14:nvContentPartPr>
            <p14:xfrm>
              <a:off x="1873250" y="2971800"/>
              <a:ext cx="260350" cy="23495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9"/>
            </p:blipFill>
            <p:spPr>
              <a:xfrm>
                <a:off x="1873250" y="2971800"/>
                <a:ext cx="260350" cy="234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9" name="墨迹 8"/>
              <p14:cNvContentPartPr/>
              <p14:nvPr/>
            </p14:nvContentPartPr>
            <p14:xfrm>
              <a:off x="120650" y="1219200"/>
              <a:ext cx="7651750" cy="294005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1"/>
            </p:blipFill>
            <p:spPr>
              <a:xfrm>
                <a:off x="120650" y="1219200"/>
                <a:ext cx="7651750" cy="2940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0" name="墨迹 9"/>
              <p14:cNvContentPartPr/>
              <p14:nvPr/>
            </p14:nvContentPartPr>
            <p14:xfrm>
              <a:off x="863600" y="2616200"/>
              <a:ext cx="368300" cy="34925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3"/>
            </p:blipFill>
            <p:spPr>
              <a:xfrm>
                <a:off x="863600" y="2616200"/>
                <a:ext cx="368300" cy="34925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）维护报告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 smtClean="0"/>
              <a:t>根据维护要求，作出</a:t>
            </a:r>
            <a:r>
              <a:rPr lang="zh-CN" altLang="en-US" dirty="0" smtClean="0">
                <a:solidFill>
                  <a:srgbClr val="0000FF"/>
                </a:solidFill>
              </a:rPr>
              <a:t>软件修改报告（或维护报告）；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r>
              <a:rPr lang="zh-CN" altLang="en-US" dirty="0" smtClean="0"/>
              <a:t>维护人员提供空白的</a:t>
            </a:r>
            <a:r>
              <a:rPr lang="zh-CN" altLang="en-US" dirty="0" smtClean="0">
                <a:solidFill>
                  <a:srgbClr val="0000FF"/>
                </a:solidFill>
              </a:rPr>
              <a:t>维护要求表</a:t>
            </a:r>
            <a:r>
              <a:rPr lang="zh-CN" altLang="en-US" dirty="0" smtClean="0"/>
              <a:t>，由</a:t>
            </a:r>
            <a:r>
              <a:rPr lang="zh-CN" altLang="en-US" dirty="0" smtClean="0">
                <a:solidFill>
                  <a:srgbClr val="FF0000"/>
                </a:solidFill>
              </a:rPr>
              <a:t>用户填写</a:t>
            </a:r>
            <a:r>
              <a:rPr lang="zh-CN" altLang="en-US" dirty="0" smtClean="0"/>
              <a:t>；</a:t>
            </a:r>
            <a:endParaRPr lang="en-US" altLang="zh-CN" dirty="0"/>
          </a:p>
          <a:p>
            <a:r>
              <a:rPr lang="zh-CN" altLang="en-US" dirty="0" smtClean="0"/>
              <a:t>维护报告的信息主要有：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满足维护要求需要的</a:t>
            </a:r>
            <a:r>
              <a:rPr lang="zh-CN" altLang="en-US" u="sng" dirty="0" smtClean="0"/>
              <a:t>工作量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/>
              <a:t>维护</a:t>
            </a:r>
            <a:r>
              <a:rPr lang="zh-CN" altLang="en-US" dirty="0" smtClean="0"/>
              <a:t>要求的</a:t>
            </a:r>
            <a:r>
              <a:rPr lang="zh-CN" altLang="en-US" u="sng" dirty="0" smtClean="0"/>
              <a:t>性质（</a:t>
            </a:r>
            <a:r>
              <a:rPr lang="en-US" altLang="zh-CN" u="sng" dirty="0" smtClean="0"/>
              <a:t>or</a:t>
            </a:r>
            <a:r>
              <a:rPr lang="zh-CN" altLang="en-US" u="sng" dirty="0" smtClean="0"/>
              <a:t>类型）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维护要求的</a:t>
            </a:r>
            <a:r>
              <a:rPr lang="zh-CN" altLang="en-US" u="sng" dirty="0" smtClean="0"/>
              <a:t>优先次序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预计</a:t>
            </a:r>
            <a:r>
              <a:rPr lang="zh-CN" altLang="en-US" u="sng" dirty="0" smtClean="0"/>
              <a:t>修改后的状况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CBED4-C8BF-4346-B4F6-FD46EE4EBFFA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）维护的事件流</a:t>
            </a:r>
            <a:endParaRPr lang="zh-CN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519231"/>
            <a:ext cx="7010400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12F56-E7FD-4E44-B506-FAABD323CA40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1403640" y="1822320"/>
              <a:ext cx="2324160" cy="221040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1403640" y="1822320"/>
                <a:ext cx="2324160" cy="22104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495"/>
            <a:ext cx="8229600" cy="5048250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尽管维护的类型可能不同，但都要进行同样的技术工作：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修改软件需求说明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修改软件设计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设计评审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对源程序做必要的修改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单元测试 （</a:t>
            </a:r>
            <a:r>
              <a:rPr lang="zh-CN" altLang="en-US" dirty="0" smtClean="0">
                <a:solidFill>
                  <a:srgbClr val="FF0000"/>
                </a:solidFill>
              </a:rPr>
              <a:t>软件修改以后需要再进行测试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集成测试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确认测试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软件配置评审</a:t>
            </a:r>
            <a:endParaRPr lang="en-US" altLang="zh-CN" dirty="0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956CB-BA86-4B33-8CF6-5074B122030D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99795" y="5516880"/>
            <a:ext cx="7381240" cy="838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rgbClr val="FF0000"/>
                </a:solidFill>
                <a:highlight>
                  <a:srgbClr val="FFFF00"/>
                </a:highlight>
              </a:rPr>
              <a:t>以上维护工作涉及软件生命周期的多个阶段！</a:t>
            </a:r>
            <a:endParaRPr lang="zh-CN" altLang="en-US" sz="28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处境复查（情况评审）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在</a:t>
            </a:r>
            <a:r>
              <a:rPr lang="zh-CN" altLang="en-US" dirty="0" smtClean="0">
                <a:solidFill>
                  <a:srgbClr val="0000FF"/>
                </a:solidFill>
              </a:rPr>
              <a:t>每次软件维护任务之后进行处境复查</a:t>
            </a:r>
            <a:r>
              <a:rPr lang="zh-CN" altLang="en-US" dirty="0" smtClean="0"/>
              <a:t>，试图回答</a:t>
            </a:r>
            <a:r>
              <a:rPr lang="zh-CN" altLang="en-US" dirty="0"/>
              <a:t>以下</a:t>
            </a:r>
            <a:r>
              <a:rPr lang="zh-CN" altLang="en-US" dirty="0" smtClean="0"/>
              <a:t>问题：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设计、编码、测试中的</a:t>
            </a:r>
            <a:r>
              <a:rPr lang="zh-CN" altLang="en-US" dirty="0"/>
              <a:t>哪</a:t>
            </a:r>
            <a:r>
              <a:rPr lang="zh-CN" altLang="en-US" dirty="0" smtClean="0"/>
              <a:t>一方面可以</a:t>
            </a:r>
            <a:r>
              <a:rPr lang="zh-CN" altLang="en-US" dirty="0" smtClean="0">
                <a:solidFill>
                  <a:srgbClr val="FF0000"/>
                </a:solidFill>
              </a:rPr>
              <a:t>改进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哪些维护</a:t>
            </a:r>
            <a:r>
              <a:rPr lang="zh-CN" altLang="en-US" dirty="0" smtClean="0">
                <a:solidFill>
                  <a:srgbClr val="FF0000"/>
                </a:solidFill>
              </a:rPr>
              <a:t>资源应该有 但没有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维护工作中主要或次要的</a:t>
            </a:r>
            <a:r>
              <a:rPr lang="zh-CN" altLang="en-US" dirty="0" smtClean="0">
                <a:solidFill>
                  <a:srgbClr val="FF0000"/>
                </a:solidFill>
              </a:rPr>
              <a:t>障碍</a:t>
            </a:r>
            <a:r>
              <a:rPr lang="zh-CN" altLang="en-US" dirty="0" smtClean="0"/>
              <a:t>是什么？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要求的维护类型中</a:t>
            </a:r>
            <a:r>
              <a:rPr lang="zh-CN" altLang="en-US" dirty="0" smtClean="0">
                <a:solidFill>
                  <a:srgbClr val="FF0000"/>
                </a:solidFill>
              </a:rPr>
              <a:t>有预防性维护吗</a:t>
            </a:r>
            <a:r>
              <a:rPr lang="zh-CN" altLang="en-US" dirty="0" smtClean="0"/>
              <a:t>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1140-054D-4660-A832-B0913506CE09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BEAF582-5000-45D7-8AA9-076F63B59B75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50" y="-27940"/>
            <a:ext cx="5328920" cy="689229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）保存维护记录（</a:t>
            </a:r>
            <a:r>
              <a:rPr lang="zh-CN" altLang="en-US" dirty="0" smtClean="0">
                <a:solidFill>
                  <a:srgbClr val="FF0000"/>
                </a:solidFill>
              </a:rPr>
              <a:t>了解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13" y="1700808"/>
            <a:ext cx="683895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E15-336D-4D2F-BDD0-6381C9BFA6F1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16832"/>
            <a:ext cx="6048375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971600" y="692696"/>
            <a:ext cx="4680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/>
              <a:t>保存维护</a:t>
            </a:r>
            <a:r>
              <a:rPr lang="zh-CN" altLang="en-US" sz="3600" dirty="0" smtClean="0"/>
              <a:t>记录（续）</a:t>
            </a:r>
            <a:endParaRPr lang="zh-CN" altLang="en-US" sz="36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618D-6500-40FE-BCAE-B9D5BA396290}" type="datetime11">
              <a:rPr lang="zh-CN" altLang="en-US" smtClean="0"/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</a:t>
            </a:r>
            <a:r>
              <a:rPr lang="zh-CN" altLang="en-US" dirty="0" smtClean="0"/>
              <a:t>）评价维护活动 （</a:t>
            </a:r>
            <a:r>
              <a:rPr lang="zh-CN" altLang="en-US" dirty="0" smtClean="0">
                <a:solidFill>
                  <a:srgbClr val="FF0000"/>
                </a:solidFill>
              </a:rPr>
              <a:t>了解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628800"/>
            <a:ext cx="8229600" cy="1584176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若</a:t>
            </a:r>
            <a:r>
              <a:rPr lang="zh-CN" altLang="en-US" dirty="0" smtClean="0">
                <a:solidFill>
                  <a:srgbClr val="FF0000"/>
                </a:solidFill>
              </a:rPr>
              <a:t>缺乏有效、可靠的数据</a:t>
            </a:r>
            <a:r>
              <a:rPr lang="zh-CN" altLang="en-US" dirty="0" smtClean="0"/>
              <a:t>，则无法评价</a:t>
            </a:r>
            <a:r>
              <a:rPr lang="zh-CN" altLang="en-US" dirty="0"/>
              <a:t>维护</a:t>
            </a:r>
            <a:r>
              <a:rPr lang="zh-CN" altLang="en-US" dirty="0" smtClean="0"/>
              <a:t>活动。</a:t>
            </a:r>
            <a:endParaRPr lang="en-US" altLang="zh-CN" dirty="0" smtClean="0"/>
          </a:p>
          <a:p>
            <a:r>
              <a:rPr lang="zh-CN" altLang="en-US" dirty="0" smtClean="0"/>
              <a:t>可以从</a:t>
            </a:r>
            <a:r>
              <a:rPr lang="zh-CN" altLang="en-US" dirty="0"/>
              <a:t>以下</a:t>
            </a:r>
            <a:r>
              <a:rPr lang="en-US" altLang="zh-CN" dirty="0" smtClean="0"/>
              <a:t>7</a:t>
            </a:r>
            <a:r>
              <a:rPr lang="zh-CN" altLang="en-US" dirty="0" smtClean="0"/>
              <a:t>个方面度量维护工作：</a:t>
            </a:r>
            <a:endParaRPr lang="en-US" altLang="zh-CN" dirty="0" smtClean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284984"/>
            <a:ext cx="7667625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A2DDC-E34B-4382-BA49-42743EE86A54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8.4 </a:t>
            </a:r>
            <a:r>
              <a:rPr lang="zh-CN" altLang="en-US" dirty="0" smtClean="0"/>
              <a:t>软件的可维护性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许多软件的维护十分困难</a:t>
            </a:r>
            <a:r>
              <a:rPr lang="zh-CN" altLang="en-US" dirty="0" smtClean="0"/>
              <a:t>，原因</a:t>
            </a:r>
            <a:r>
              <a:rPr lang="zh-CN" altLang="en-US" dirty="0"/>
              <a:t>比如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软件的文档不全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软件质量差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开发过程不注意采用好的方法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忽视程序设计风格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00FF"/>
                </a:solidFill>
              </a:rPr>
              <a:t>软件的可维护性</a:t>
            </a:r>
            <a:r>
              <a:rPr lang="zh-CN" altLang="en-US" dirty="0" smtClean="0"/>
              <a:t>：维护人员理解、改正或改进软件的难易程度。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endParaRPr lang="en-US" altLang="zh-CN" sz="2400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B69B-661A-42ED-B794-32F2598D2BF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8.4.1 </a:t>
            </a:r>
            <a:r>
              <a:rPr lang="zh-CN" altLang="en-US" dirty="0"/>
              <a:t>决定软件可维护性的</a:t>
            </a:r>
            <a:r>
              <a:rPr lang="zh-CN" altLang="en-US" dirty="0" smtClean="0"/>
              <a:t>因素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zh-CN" altLang="en-US" sz="2800" dirty="0" smtClean="0"/>
              <a:t>可理解性（理解软件的结构、接口、功能和内部过程的难易程度）；</a:t>
            </a:r>
            <a:endParaRPr lang="en-US" altLang="zh-CN" sz="2800" dirty="0"/>
          </a:p>
          <a:p>
            <a:pPr marL="514350" indent="-514350">
              <a:buFont typeface="+mj-lt"/>
              <a:buAutoNum type="alphaLcParenR"/>
            </a:pPr>
            <a:r>
              <a:rPr lang="zh-CN" altLang="en-US" sz="2800" dirty="0"/>
              <a:t>可测试性</a:t>
            </a:r>
            <a:r>
              <a:rPr lang="zh-CN" altLang="en-US" sz="2800" dirty="0" smtClean="0"/>
              <a:t>（测试和诊断软件中错误的难易程度）；</a:t>
            </a:r>
            <a:endParaRPr lang="en-US" altLang="zh-CN" sz="2800" dirty="0"/>
          </a:p>
          <a:p>
            <a:pPr marL="514350" indent="-514350">
              <a:buFont typeface="+mj-lt"/>
              <a:buAutoNum type="alphaLcParenR"/>
            </a:pPr>
            <a:r>
              <a:rPr lang="zh-CN" altLang="en-US" sz="2800" dirty="0"/>
              <a:t>可修改性</a:t>
            </a:r>
            <a:r>
              <a:rPr lang="zh-CN" altLang="en-US" sz="2800" dirty="0" smtClean="0"/>
              <a:t>（修改软件的难易程度）；</a:t>
            </a:r>
            <a:endParaRPr lang="en-US" altLang="zh-CN" sz="2800" dirty="0"/>
          </a:p>
          <a:p>
            <a:pPr marL="514350" indent="-514350">
              <a:buFont typeface="+mj-lt"/>
              <a:buAutoNum type="alphaLcParenR"/>
            </a:pPr>
            <a:r>
              <a:rPr lang="zh-CN" altLang="en-US" sz="2800" dirty="0"/>
              <a:t>可移植性</a:t>
            </a:r>
            <a:r>
              <a:rPr lang="zh-CN" altLang="en-US" sz="2800" dirty="0" smtClean="0"/>
              <a:t>（将系统转移到一个新的计算机软件</a:t>
            </a:r>
            <a:r>
              <a:rPr lang="en-US" altLang="zh-CN" sz="2800" dirty="0" smtClean="0"/>
              <a:t>/</a:t>
            </a:r>
            <a:r>
              <a:rPr lang="zh-CN" altLang="en-US" sz="2800" dirty="0" smtClean="0"/>
              <a:t>硬件环境的难易程度）；</a:t>
            </a:r>
            <a:endParaRPr lang="en-US" altLang="zh-CN" sz="2800" dirty="0"/>
          </a:p>
          <a:p>
            <a:pPr marL="514350" indent="-514350">
              <a:buFont typeface="+mj-lt"/>
              <a:buAutoNum type="alphaLcParenR"/>
            </a:pPr>
            <a:r>
              <a:rPr lang="zh-CN" altLang="en-US" sz="2800" dirty="0"/>
              <a:t>可重用性</a:t>
            </a:r>
            <a:r>
              <a:rPr lang="zh-CN" altLang="en-US" sz="2800" dirty="0" smtClean="0"/>
              <a:t>（</a:t>
            </a:r>
            <a:r>
              <a:rPr lang="zh-CN" altLang="en-US" sz="2800" dirty="0" smtClean="0">
                <a:solidFill>
                  <a:srgbClr val="0000FF"/>
                </a:solidFill>
              </a:rPr>
              <a:t>可重用的软件</a:t>
            </a:r>
            <a:r>
              <a:rPr lang="zh-CN" altLang="en-US" sz="2800" dirty="0">
                <a:solidFill>
                  <a:srgbClr val="0000FF"/>
                </a:solidFill>
              </a:rPr>
              <a:t>构件</a:t>
            </a:r>
            <a:r>
              <a:rPr lang="zh-CN" altLang="en-US" sz="2800" dirty="0"/>
              <a:t>，不做修改或稍加改动便</a:t>
            </a:r>
            <a:r>
              <a:rPr lang="zh-CN" altLang="en-US" sz="2800" dirty="0" smtClean="0"/>
              <a:t>可</a:t>
            </a:r>
            <a:r>
              <a:rPr lang="zh-CN" altLang="en-US" sz="2800" dirty="0"/>
              <a:t>被</a:t>
            </a:r>
            <a:r>
              <a:rPr lang="zh-CN" altLang="en-US" sz="2800" dirty="0" smtClean="0"/>
              <a:t>使用的程度）。</a:t>
            </a:r>
            <a:endParaRPr lang="en-US" altLang="zh-CN" sz="2800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0BF3A-422C-407F-ABB8-F0C7FB2ADD0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8.4.2 </a:t>
            </a:r>
            <a:r>
              <a:rPr lang="zh-CN" altLang="en-US" dirty="0" smtClean="0"/>
              <a:t>文档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文档：影响软件可维护性的决定因素；</a:t>
            </a:r>
            <a:endParaRPr lang="en-US" altLang="zh-CN" dirty="0" smtClean="0"/>
          </a:p>
          <a:p>
            <a:r>
              <a:rPr lang="zh-CN" altLang="en-US" dirty="0"/>
              <a:t>可</a:t>
            </a:r>
            <a:r>
              <a:rPr lang="zh-CN" altLang="en-US" dirty="0" smtClean="0"/>
              <a:t>分为</a:t>
            </a:r>
            <a:r>
              <a:rPr lang="zh-CN" altLang="en-US" dirty="0" smtClean="0">
                <a:solidFill>
                  <a:srgbClr val="0000FF"/>
                </a:solidFill>
              </a:rPr>
              <a:t>用户文档</a:t>
            </a:r>
            <a:r>
              <a:rPr lang="zh-CN" altLang="en-US" dirty="0" smtClean="0"/>
              <a:t>和</a:t>
            </a:r>
            <a:r>
              <a:rPr lang="zh-CN" altLang="en-US" dirty="0" smtClean="0">
                <a:solidFill>
                  <a:srgbClr val="0000FF"/>
                </a:solidFill>
              </a:rPr>
              <a:t>系统文档</a:t>
            </a:r>
            <a:r>
              <a:rPr lang="zh-CN" altLang="en-US" dirty="0"/>
              <a:t>：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用户文档：描述系统功能和使用方法，并不（怎么）关心系统实现手段；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系统文档：描述系统设计、实现和测试各方面的内容。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736F3-5F97-41B7-A102-263F6F1D7540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 smtClean="0"/>
              <a:t>总的来说，软件文档应该满足下述要求：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从用户角度出发：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必须说明系统能做什么（</a:t>
            </a:r>
            <a:r>
              <a:rPr lang="zh-CN" altLang="en-US" dirty="0" smtClean="0">
                <a:solidFill>
                  <a:srgbClr val="0000FF"/>
                </a:solidFill>
              </a:rPr>
              <a:t>功能描述</a:t>
            </a:r>
            <a:r>
              <a:rPr lang="zh-CN" altLang="en-US" dirty="0" smtClean="0"/>
              <a:t>）；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必须描述如何使用（</a:t>
            </a:r>
            <a:r>
              <a:rPr lang="zh-CN" altLang="en-US" dirty="0" smtClean="0">
                <a:solidFill>
                  <a:srgbClr val="0000FF"/>
                </a:solidFill>
              </a:rPr>
              <a:t>使用手册</a:t>
            </a:r>
            <a:r>
              <a:rPr lang="zh-CN" altLang="en-US" dirty="0" smtClean="0"/>
              <a:t>）这个系统；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必须描述怎样安装（</a:t>
            </a:r>
            <a:r>
              <a:rPr lang="zh-CN" altLang="en-US" dirty="0" smtClean="0">
                <a:solidFill>
                  <a:srgbClr val="0000FF"/>
                </a:solidFill>
              </a:rPr>
              <a:t>安装文档</a:t>
            </a:r>
            <a:r>
              <a:rPr lang="zh-CN" altLang="en-US" dirty="0" smtClean="0"/>
              <a:t>）和管理（</a:t>
            </a:r>
            <a:r>
              <a:rPr lang="zh-CN" altLang="en-US" dirty="0" smtClean="0">
                <a:solidFill>
                  <a:srgbClr val="0000FF"/>
                </a:solidFill>
              </a:rPr>
              <a:t>参考手册、操作员指南</a:t>
            </a:r>
            <a:r>
              <a:rPr lang="zh-CN" altLang="en-US" dirty="0" smtClean="0"/>
              <a:t>）这个系统。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从开发者角度出发：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必须描述</a:t>
            </a:r>
            <a:r>
              <a:rPr lang="zh-CN" altLang="en-US" dirty="0" smtClean="0">
                <a:solidFill>
                  <a:srgbClr val="0000FF"/>
                </a:solidFill>
              </a:rPr>
              <a:t>系统需求和设计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必须描述</a:t>
            </a:r>
            <a:r>
              <a:rPr lang="zh-CN" altLang="en-US" dirty="0" smtClean="0">
                <a:solidFill>
                  <a:srgbClr val="0000FF"/>
                </a:solidFill>
              </a:rPr>
              <a:t>系统的实现和测试</a:t>
            </a:r>
            <a:r>
              <a:rPr lang="zh-CN" altLang="en-US" dirty="0" smtClean="0"/>
              <a:t>，以便使系统成为可维护的。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6A14-62CC-4E5C-9F44-06CA91112CA0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8.4.3 </a:t>
            </a:r>
            <a:r>
              <a:rPr lang="zh-CN" altLang="en-US" dirty="0" smtClean="0"/>
              <a:t>可维护性复审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配置</a:t>
            </a:r>
            <a:r>
              <a:rPr lang="zh-CN" altLang="en-US" dirty="0" smtClean="0">
                <a:solidFill>
                  <a:srgbClr val="0000FF"/>
                </a:solidFill>
              </a:rPr>
              <a:t>复审：</a:t>
            </a:r>
            <a:r>
              <a:rPr lang="zh-CN" altLang="en-US" dirty="0" smtClean="0"/>
              <a:t>测试结束时进行的最正式的可维护性复审；</a:t>
            </a:r>
            <a:endParaRPr lang="en-US" altLang="zh-CN" dirty="0" smtClean="0"/>
          </a:p>
          <a:p>
            <a:r>
              <a:rPr lang="zh-CN" altLang="en-US" dirty="0" smtClean="0"/>
              <a:t>配置复审的</a:t>
            </a:r>
            <a:r>
              <a:rPr lang="zh-CN" altLang="en-US" dirty="0" smtClean="0">
                <a:solidFill>
                  <a:srgbClr val="0000FF"/>
                </a:solidFill>
              </a:rPr>
              <a:t>目的</a:t>
            </a:r>
            <a:r>
              <a:rPr lang="zh-CN" altLang="en-US" dirty="0" smtClean="0"/>
              <a:t>：</a:t>
            </a:r>
            <a:r>
              <a:rPr lang="zh-CN" altLang="en-US" dirty="0" smtClean="0">
                <a:solidFill>
                  <a:srgbClr val="0000FF"/>
                </a:solidFill>
              </a:rPr>
              <a:t>保证软件配置的所有成分是完整的、一致的和可理解的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软件配置：需求说明书、设计说明书和源程序</a:t>
            </a:r>
            <a:r>
              <a:rPr lang="zh-CN" altLang="en-US" dirty="0" smtClean="0">
                <a:solidFill>
                  <a:srgbClr val="FF0000"/>
                </a:solidFill>
              </a:rPr>
              <a:t>清单。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22C75-F588-409F-B0AD-1F75A1082BC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8.5 </a:t>
            </a:r>
            <a:r>
              <a:rPr lang="zh-CN" altLang="en-US" dirty="0" smtClean="0"/>
              <a:t>预防性维护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主要</a:t>
            </a:r>
            <a:r>
              <a:rPr lang="zh-CN" altLang="en-US" dirty="0">
                <a:solidFill>
                  <a:srgbClr val="0000FF"/>
                </a:solidFill>
              </a:rPr>
              <a:t>针对“老”</a:t>
            </a:r>
            <a:r>
              <a:rPr lang="zh-CN" altLang="en-US" dirty="0" smtClean="0">
                <a:solidFill>
                  <a:srgbClr val="0000FF"/>
                </a:solidFill>
              </a:rPr>
              <a:t>程序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r>
              <a:rPr lang="zh-CN" altLang="en-US" dirty="0" smtClean="0"/>
              <a:t>以下几类程序可作为预防性维护的对象：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dirty="0" smtClean="0"/>
              <a:t>预计若干年内继续使用的程序；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目前正成功使用的程序；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最近的将来要进行大修改和完善的程序。</a:t>
            </a:r>
            <a:endParaRPr lang="en-US" altLang="zh-CN" dirty="0"/>
          </a:p>
          <a:p>
            <a:pPr marL="514350" indent="-514350">
              <a:buFont typeface="+mj-lt"/>
              <a:buAutoNum type="alphaLcParenR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169C2-303D-4282-BB39-D9846A970266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zh-CN" altLang="en-US" dirty="0"/>
              <a:t>预防性维护</a:t>
            </a:r>
            <a:r>
              <a:rPr lang="zh-CN" altLang="en-US" dirty="0" smtClean="0"/>
              <a:t>的常见做法</a:t>
            </a:r>
            <a:r>
              <a:rPr lang="zh-CN" altLang="en-US" dirty="0"/>
              <a:t>：</a:t>
            </a:r>
            <a:endParaRPr lang="en-US" altLang="zh-CN" dirty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/>
              <a:t>反复</a:t>
            </a:r>
            <a:r>
              <a:rPr lang="zh-CN" altLang="en-US" dirty="0">
                <a:solidFill>
                  <a:srgbClr val="0000FF"/>
                </a:solidFill>
              </a:rPr>
              <a:t>多次修改</a:t>
            </a:r>
            <a:r>
              <a:rPr lang="zh-CN" altLang="en-US" dirty="0"/>
              <a:t>程序；</a:t>
            </a:r>
            <a:endParaRPr lang="en-US" altLang="zh-CN" dirty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/>
              <a:t>先仔细分析程序，尽可能多地掌握程序内部工作细节，再</a:t>
            </a:r>
            <a:r>
              <a:rPr lang="zh-CN" altLang="en-US" dirty="0">
                <a:solidFill>
                  <a:srgbClr val="0000FF"/>
                </a:solidFill>
              </a:rPr>
              <a:t>有效地修改</a:t>
            </a:r>
            <a:r>
              <a:rPr lang="zh-CN" altLang="en-US" dirty="0"/>
              <a:t>；</a:t>
            </a:r>
            <a:endParaRPr lang="en-US" altLang="zh-CN" dirty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/>
              <a:t>用软件工程方法重新设计、编码和测试</a:t>
            </a:r>
            <a:r>
              <a:rPr lang="zh-CN" altLang="en-US" dirty="0">
                <a:solidFill>
                  <a:srgbClr val="0000FF"/>
                </a:solidFill>
              </a:rPr>
              <a:t>需要变更的软件部分</a:t>
            </a:r>
            <a:r>
              <a:rPr lang="zh-CN" altLang="en-US" dirty="0"/>
              <a:t>；</a:t>
            </a:r>
            <a:endParaRPr lang="en-US" altLang="zh-CN" dirty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/>
              <a:t>以软件工程方法为指导，对程序</a:t>
            </a:r>
            <a:r>
              <a:rPr lang="zh-CN" altLang="en-US" dirty="0">
                <a:solidFill>
                  <a:srgbClr val="0000FF"/>
                </a:solidFill>
              </a:rPr>
              <a:t>全部重新</a:t>
            </a:r>
            <a:r>
              <a:rPr lang="zh-CN" altLang="en-US" dirty="0"/>
              <a:t>设计、编码和测试。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F582-5000-45D7-8AA9-076F63B59B75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8.6 </a:t>
            </a:r>
            <a:r>
              <a:rPr lang="zh-CN" altLang="en-US" dirty="0"/>
              <a:t>软件再</a:t>
            </a:r>
            <a:r>
              <a:rPr lang="zh-CN" altLang="en-US" dirty="0" smtClean="0"/>
              <a:t>工程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/>
          <a:lstStyle/>
          <a:p>
            <a:r>
              <a:rPr lang="zh-CN" altLang="en-US" dirty="0" smtClean="0"/>
              <a:t>软件再工程是一类软件工程活动，是一类工程过程，将</a:t>
            </a:r>
            <a:r>
              <a:rPr lang="zh-CN" altLang="en-US" dirty="0" smtClean="0">
                <a:solidFill>
                  <a:srgbClr val="FF0000"/>
                </a:solidFill>
              </a:rPr>
              <a:t>逆向工程、重构和正向工程</a:t>
            </a:r>
            <a:r>
              <a:rPr lang="zh-CN" altLang="en-US" dirty="0" smtClean="0"/>
              <a:t>组合起来，</a:t>
            </a:r>
            <a:r>
              <a:rPr lang="zh-CN" altLang="en-US" dirty="0" smtClean="0">
                <a:solidFill>
                  <a:srgbClr val="0000FF"/>
                </a:solidFill>
              </a:rPr>
              <a:t>将现有系统重新构造为新的形式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再工程的</a:t>
            </a:r>
            <a:r>
              <a:rPr lang="zh-CN" altLang="en-US" dirty="0" smtClean="0">
                <a:solidFill>
                  <a:srgbClr val="0000FF"/>
                </a:solidFill>
              </a:rPr>
              <a:t>基础是对系统的理解</a:t>
            </a:r>
            <a:r>
              <a:rPr lang="zh-CN" altLang="en-US" dirty="0" smtClean="0"/>
              <a:t>，包括对分析、设计、文档、源代码等的全面理解。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F582-5000-45D7-8AA9-076F63B59B75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3" y="1556792"/>
            <a:ext cx="5688633" cy="4525963"/>
          </a:xfrm>
        </p:spPr>
        <p:txBody>
          <a:bodyPr>
            <a:norm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主要针对老程序</a:t>
            </a:r>
            <a:r>
              <a:rPr lang="zh-CN" altLang="en-US" sz="2800" dirty="0" smtClean="0"/>
              <a:t>；</a:t>
            </a:r>
            <a:endParaRPr lang="en-US" altLang="zh-CN" sz="2800" dirty="0" smtClean="0"/>
          </a:p>
          <a:p>
            <a:r>
              <a:rPr lang="zh-CN" altLang="en-US" sz="2800" dirty="0" smtClean="0"/>
              <a:t>如右图，典型的软件再工程过程模型定义了</a:t>
            </a:r>
            <a:r>
              <a:rPr lang="en-US" altLang="zh-CN" sz="2800" dirty="0" smtClean="0">
                <a:solidFill>
                  <a:srgbClr val="0000FF"/>
                </a:solidFill>
              </a:rPr>
              <a:t>6</a:t>
            </a:r>
            <a:r>
              <a:rPr lang="zh-CN" altLang="en-US" sz="2800" dirty="0" smtClean="0">
                <a:solidFill>
                  <a:srgbClr val="0000FF"/>
                </a:solidFill>
              </a:rPr>
              <a:t>类活动</a:t>
            </a:r>
            <a:r>
              <a:rPr lang="zh-CN" altLang="en-US" sz="2800" dirty="0" smtClean="0"/>
              <a:t>；</a:t>
            </a:r>
            <a:endParaRPr lang="en-US" altLang="zh-CN" sz="2800" dirty="0" smtClean="0"/>
          </a:p>
          <a:p>
            <a:r>
              <a:rPr lang="zh-CN" altLang="en-US" sz="2800" dirty="0" smtClean="0"/>
              <a:t>这些活动一般</a:t>
            </a:r>
            <a:r>
              <a:rPr lang="zh-CN" altLang="en-US" sz="2800" dirty="0" smtClean="0">
                <a:solidFill>
                  <a:srgbClr val="0000FF"/>
                </a:solidFill>
              </a:rPr>
              <a:t>以线性顺序发生，</a:t>
            </a:r>
            <a:r>
              <a:rPr lang="zh-CN" altLang="en-US" sz="2800" dirty="0" smtClean="0"/>
              <a:t>可在完成任意一个活动后终止；</a:t>
            </a:r>
            <a:endParaRPr lang="en-US" altLang="zh-CN" sz="2800" dirty="0" smtClean="0"/>
          </a:p>
          <a:p>
            <a:r>
              <a:rPr lang="zh-CN" altLang="en-US" sz="2800" dirty="0" smtClean="0"/>
              <a:t>该模型是一个</a:t>
            </a:r>
            <a:r>
              <a:rPr lang="zh-CN" altLang="en-US" sz="2800" dirty="0" smtClean="0">
                <a:solidFill>
                  <a:srgbClr val="0000FF"/>
                </a:solidFill>
              </a:rPr>
              <a:t>循环</a:t>
            </a:r>
            <a:r>
              <a:rPr lang="zh-CN" altLang="en-US" sz="2800" dirty="0" smtClean="0"/>
              <a:t>，意味着每项活动都可能被重复。</a:t>
            </a:r>
            <a:endParaRPr lang="zh-CN" alt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246" y="1844824"/>
            <a:ext cx="3478754" cy="350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33C36-F002-4A06-B709-7BB4FC82F2E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8344080" y="1936800"/>
              <a:ext cx="609840" cy="57816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8344080" y="1936800"/>
                <a:ext cx="609840" cy="578160"/>
              </a:xfrm>
              <a:prstGeom prst="rect"/>
            </p:spPr>
          </p:pic>
        </mc:Fallback>
      </mc:AlternateContent>
      <p:sp>
        <p:nvSpPr>
          <p:cNvPr id="7" name="TextBox 6"/>
          <p:cNvSpPr txBox="1"/>
          <p:nvPr/>
        </p:nvSpPr>
        <p:spPr>
          <a:xfrm>
            <a:off x="6444208" y="5435932"/>
            <a:ext cx="236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软件再工程过程模型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）库存目录分析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280805"/>
            <a:ext cx="4824536" cy="4904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B3951-A804-411A-B8E1-8765A208A2E9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2768760" y="2406600"/>
              <a:ext cx="3975480" cy="349920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2768760" y="2406600"/>
                <a:ext cx="3975480" cy="34992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确定软件再工程的候选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按照以下标准对</a:t>
            </a:r>
            <a:r>
              <a:rPr lang="zh-CN" altLang="en-US" dirty="0" smtClean="0">
                <a:solidFill>
                  <a:srgbClr val="FF0000"/>
                </a:solidFill>
              </a:rPr>
              <a:t>多个应用系统</a:t>
            </a:r>
            <a:r>
              <a:rPr lang="zh-CN" altLang="en-US" dirty="0" smtClean="0"/>
              <a:t>排序，以确定候选：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业务重要程度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系统寿命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可维护性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预期的修改次数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F582-5000-45D7-8AA9-076F63B59B75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6" name="墨迹 5"/>
              <p14:cNvContentPartPr/>
              <p14:nvPr/>
            </p14:nvContentPartPr>
            <p14:xfrm>
              <a:off x="6966000" y="5175360"/>
              <a:ext cx="360" cy="36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2"/>
            </p:blipFill>
            <p:spPr>
              <a:xfrm>
                <a:off x="6966000" y="517536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）文档重构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老程序往往</a:t>
            </a:r>
            <a:r>
              <a:rPr lang="zh-CN" altLang="en-US" dirty="0" smtClean="0">
                <a:solidFill>
                  <a:srgbClr val="FF0000"/>
                </a:solidFill>
              </a:rPr>
              <a:t>缺乏文档</a:t>
            </a:r>
            <a:r>
              <a:rPr lang="zh-CN" altLang="en-US" dirty="0" smtClean="0"/>
              <a:t>，因此需要重构；</a:t>
            </a:r>
            <a:endParaRPr lang="en-US" altLang="zh-CN" dirty="0" smtClean="0"/>
          </a:p>
          <a:p>
            <a:r>
              <a:rPr lang="zh-CN" altLang="en-US" dirty="0" smtClean="0"/>
              <a:t>如果某系统文档不全且是用户完成工作的关键，则需要</a:t>
            </a:r>
            <a:r>
              <a:rPr lang="zh-CN" altLang="en-US" dirty="0"/>
              <a:t>重构</a:t>
            </a:r>
            <a:r>
              <a:rPr lang="zh-CN" altLang="en-US" dirty="0" smtClean="0"/>
              <a:t>文档；</a:t>
            </a:r>
            <a:endParaRPr lang="en-US" altLang="zh-CN" dirty="0" smtClean="0"/>
          </a:p>
          <a:p>
            <a:r>
              <a:rPr lang="zh-CN" altLang="en-US" dirty="0" smtClean="0"/>
              <a:t>尽量减少文档重构的工作量；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00FF"/>
                </a:solidFill>
              </a:rPr>
              <a:t>不是一下子把系统的文档全部</a:t>
            </a:r>
            <a:r>
              <a:rPr lang="zh-CN" altLang="en-US" dirty="0">
                <a:solidFill>
                  <a:srgbClr val="0000FF"/>
                </a:solidFill>
              </a:rPr>
              <a:t>重建</a:t>
            </a:r>
            <a:r>
              <a:rPr lang="en-US" altLang="zh-CN" dirty="0">
                <a:solidFill>
                  <a:srgbClr val="0000FF"/>
                </a:solidFill>
              </a:rPr>
              <a:t>/</a:t>
            </a:r>
            <a:r>
              <a:rPr lang="zh-CN" altLang="en-US" dirty="0">
                <a:solidFill>
                  <a:srgbClr val="0000FF"/>
                </a:solidFill>
              </a:rPr>
              <a:t>重构</a:t>
            </a:r>
            <a:r>
              <a:rPr lang="zh-CN" altLang="en-US" dirty="0" smtClean="0">
                <a:solidFill>
                  <a:srgbClr val="0000FF"/>
                </a:solidFill>
              </a:rPr>
              <a:t>起来</a:t>
            </a:r>
            <a:r>
              <a:rPr lang="zh-CN" altLang="en-US" dirty="0" smtClean="0"/>
              <a:t>，而是只</a:t>
            </a:r>
            <a:r>
              <a:rPr lang="zh-CN" altLang="en-US" dirty="0"/>
              <a:t>针对</a:t>
            </a:r>
            <a:r>
              <a:rPr lang="zh-CN" altLang="en-US" dirty="0" smtClean="0">
                <a:solidFill>
                  <a:srgbClr val="0000FF"/>
                </a:solidFill>
              </a:rPr>
              <a:t>当前正在修改的那些部分</a:t>
            </a:r>
            <a:r>
              <a:rPr lang="zh-CN" altLang="en-US" dirty="0" smtClean="0"/>
              <a:t>建立完整文档。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853D-56B5-4DEB-B145-6A1D94396FD6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260648"/>
            <a:ext cx="8640960" cy="64087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）逆向工程</a:t>
            </a:r>
            <a:endParaRPr lang="en-US" altLang="zh-CN" dirty="0"/>
          </a:p>
          <a:p>
            <a:pPr lvl="2"/>
            <a:r>
              <a:rPr lang="zh-CN" altLang="en-US" dirty="0" smtClean="0"/>
              <a:t>分析程序，在</a:t>
            </a:r>
            <a:r>
              <a:rPr lang="zh-CN" altLang="en-US" dirty="0" smtClean="0">
                <a:solidFill>
                  <a:srgbClr val="0000FF"/>
                </a:solidFill>
              </a:rPr>
              <a:t>比源代码更高的抽象层次（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r>
              <a:rPr lang="zh-CN" altLang="en-US" dirty="0" smtClean="0">
                <a:solidFill>
                  <a:srgbClr val="0000FF"/>
                </a:solidFill>
              </a:rPr>
              <a:t>）</a:t>
            </a:r>
            <a:r>
              <a:rPr lang="zh-CN" altLang="en-US" dirty="0" smtClean="0"/>
              <a:t>上，创建出程序的某种表示（</a:t>
            </a:r>
            <a:r>
              <a:rPr lang="zh-CN" altLang="en-US" dirty="0" smtClean="0">
                <a:solidFill>
                  <a:srgbClr val="0000FF"/>
                </a:solidFill>
              </a:rPr>
              <a:t>重构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r>
              <a:rPr lang="zh-CN" altLang="en-US" dirty="0" smtClean="0">
                <a:solidFill>
                  <a:srgbClr val="0000FF"/>
                </a:solidFill>
              </a:rPr>
              <a:t>结果</a:t>
            </a:r>
            <a:r>
              <a:rPr lang="zh-CN" altLang="en-US" dirty="0" smtClean="0"/>
              <a:t>）。</a:t>
            </a:r>
            <a:r>
              <a:rPr lang="en-US" altLang="zh-CN" dirty="0" smtClean="0"/>
              <a:t>        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）代码重构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分析源代码，标注出</a:t>
            </a:r>
            <a:r>
              <a:rPr lang="zh-CN" altLang="en-US" dirty="0" smtClean="0">
                <a:solidFill>
                  <a:srgbClr val="0000FF"/>
                </a:solidFill>
              </a:rPr>
              <a:t>与结构化程序设计不符的部分</a:t>
            </a:r>
            <a:r>
              <a:rPr lang="zh-CN" altLang="en-US" dirty="0" smtClean="0"/>
              <a:t>，重构代码，并测试代码。</a:t>
            </a:r>
            <a:r>
              <a:rPr lang="en-US" altLang="zh-CN" dirty="0" smtClean="0"/>
              <a:t>       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）数据重构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当数据结构较差时，需要重构。如以</a:t>
            </a:r>
            <a:r>
              <a:rPr lang="zh-CN" altLang="en-US" dirty="0" smtClean="0">
                <a:solidFill>
                  <a:srgbClr val="0000FF"/>
                </a:solidFill>
              </a:rPr>
              <a:t>文件方式</a:t>
            </a:r>
            <a:r>
              <a:rPr lang="zh-CN" altLang="en-US" dirty="0" smtClean="0"/>
              <a:t>保存数据变为以</a:t>
            </a:r>
            <a:r>
              <a:rPr lang="zh-CN" altLang="en-US" dirty="0" smtClean="0">
                <a:solidFill>
                  <a:srgbClr val="0000FF"/>
                </a:solidFill>
              </a:rPr>
              <a:t>数据库方式</a:t>
            </a:r>
            <a:r>
              <a:rPr lang="zh-CN" altLang="en-US" dirty="0" smtClean="0"/>
              <a:t>存储。</a:t>
            </a:r>
            <a:r>
              <a:rPr lang="en-US" altLang="zh-CN" dirty="0" smtClean="0"/>
              <a:t>          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6</a:t>
            </a:r>
            <a:r>
              <a:rPr lang="zh-CN" altLang="en-US" dirty="0" smtClean="0"/>
              <a:t>）正向工程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也称</a:t>
            </a:r>
            <a:r>
              <a:rPr lang="zh-CN" altLang="en-US" dirty="0" smtClean="0">
                <a:solidFill>
                  <a:srgbClr val="0000FF"/>
                </a:solidFill>
              </a:rPr>
              <a:t>革新或改造</a:t>
            </a:r>
            <a:r>
              <a:rPr lang="zh-CN" altLang="en-US" dirty="0" smtClean="0"/>
              <a:t>，即应用软件工程的原理、概念、技术和方法来</a:t>
            </a:r>
            <a:r>
              <a:rPr lang="zh-CN" altLang="en-US" dirty="0" smtClean="0">
                <a:solidFill>
                  <a:srgbClr val="0000FF"/>
                </a:solidFill>
              </a:rPr>
              <a:t>重新开发现有系统</a:t>
            </a:r>
            <a:r>
              <a:rPr lang="zh-CN" altLang="en-US" dirty="0" smtClean="0"/>
              <a:t>。</a:t>
            </a:r>
            <a:r>
              <a:rPr lang="en-US" altLang="zh-CN" dirty="0" smtClean="0"/>
              <a:t>  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实现</a:t>
            </a:r>
            <a:r>
              <a:rPr lang="zh-CN" altLang="en-US" u="sng" dirty="0" smtClean="0">
                <a:highlight>
                  <a:srgbClr val="FFFF00"/>
                </a:highlight>
              </a:rPr>
              <a:t>现有系统的功能 </a:t>
            </a:r>
            <a:r>
              <a:rPr lang="en-US" altLang="zh-CN" u="sng" dirty="0" smtClean="0">
                <a:highlight>
                  <a:srgbClr val="FFFF00"/>
                </a:highlight>
              </a:rPr>
              <a:t>+ </a:t>
            </a:r>
            <a:r>
              <a:rPr lang="zh-CN" altLang="en-US" u="sng" dirty="0" smtClean="0">
                <a:highlight>
                  <a:srgbClr val="FFFF00"/>
                </a:highlight>
              </a:rPr>
              <a:t>加入新功能</a:t>
            </a:r>
            <a:r>
              <a:rPr lang="zh-CN" altLang="en-US" dirty="0" smtClean="0"/>
              <a:t>，提高整体性能</a:t>
            </a:r>
            <a:r>
              <a:rPr lang="en-US" altLang="zh-CN" dirty="0" smtClean="0"/>
              <a:t> </a:t>
            </a:r>
            <a:r>
              <a:rPr lang="zh-CN" altLang="en-US" dirty="0"/>
              <a:t>。</a:t>
            </a:r>
            <a:r>
              <a:rPr lang="en-US" altLang="zh-CN" dirty="0" smtClean="0"/>
              <a:t>   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BFA8-1AE4-43C5-9FD6-D77FF9F14BCF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BEAF582-5000-45D7-8AA9-076F63B59B75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763395" y="1916430"/>
            <a:ext cx="5363210" cy="2051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>
                <a:solidFill>
                  <a:srgbClr val="FF0000"/>
                </a:solidFill>
              </a:rPr>
              <a:t>之前的随堂练习做了吗？讲了吗？</a:t>
            </a:r>
            <a:endParaRPr lang="zh-CN" altLang="en-US" sz="4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</a:t>
            </a:r>
            <a:r>
              <a:rPr lang="zh-CN" altLang="en-US" dirty="0" smtClean="0"/>
              <a:t>堂练习（等价划分）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12776"/>
            <a:ext cx="6552728" cy="4891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E560E-9B5A-4ACA-865B-77A8CF5AEEA5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1327320" y="5784840"/>
              <a:ext cx="5537520" cy="5781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1327320" y="5784840"/>
                <a:ext cx="5537520" cy="5781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08520" y="53752"/>
            <a:ext cx="9361040" cy="1143000"/>
          </a:xfrm>
        </p:spPr>
        <p:txBody>
          <a:bodyPr>
            <a:noAutofit/>
          </a:bodyPr>
          <a:lstStyle/>
          <a:p>
            <a:r>
              <a:rPr lang="zh-CN" altLang="en-US" sz="3200" dirty="0" smtClean="0"/>
              <a:t>（</a:t>
            </a:r>
            <a:r>
              <a:rPr lang="en-US" altLang="zh-CN" sz="3200" dirty="0" smtClean="0"/>
              <a:t>1</a:t>
            </a:r>
            <a:r>
              <a:rPr lang="zh-CN" altLang="en-US" sz="3200" dirty="0" smtClean="0"/>
              <a:t>）设计（或划分）有效</a:t>
            </a:r>
            <a:r>
              <a:rPr lang="zh-CN" altLang="en-US" sz="3200" dirty="0"/>
              <a:t>等价类</a:t>
            </a:r>
            <a:r>
              <a:rPr lang="zh-CN" altLang="en-US" sz="3200" dirty="0" smtClean="0"/>
              <a:t>与无效等价类</a:t>
            </a:r>
            <a:endParaRPr lang="zh-CN" altLang="en-US" sz="32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196752"/>
            <a:ext cx="6852256" cy="549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5560-3071-473C-8E15-906D0D5BA3F7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）设计有效等价类的测试用例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38" y="1484784"/>
            <a:ext cx="67913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FDC61-23A8-4A4F-AB7B-31F365875248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3562920" y="1446480"/>
              <a:ext cx="1866600" cy="67032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3562920" y="1446480"/>
                <a:ext cx="1866600" cy="67032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）设计</a:t>
            </a:r>
            <a:r>
              <a:rPr lang="zh-CN" altLang="en-US" dirty="0"/>
              <a:t>无效</a:t>
            </a:r>
            <a:r>
              <a:rPr lang="zh-CN" altLang="en-US" dirty="0" smtClean="0"/>
              <a:t>等价类</a:t>
            </a:r>
            <a:r>
              <a:rPr lang="zh-CN" altLang="en-US" dirty="0"/>
              <a:t>的测试用例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765" y="1484784"/>
            <a:ext cx="6480791" cy="4508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80FDB-30DE-409C-94E5-1E347DD17094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9308"/>
            <a:ext cx="2581401" cy="5035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2559240" y="1136520"/>
              <a:ext cx="6635880" cy="553752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2559240" y="1136520"/>
                <a:ext cx="6635880" cy="5537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6" name="墨迹 5"/>
              <p14:cNvContentPartPr/>
              <p14:nvPr/>
            </p14:nvContentPartPr>
            <p14:xfrm>
              <a:off x="5456160" y="1276920"/>
              <a:ext cx="1616400" cy="72360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6"/>
            </p:blipFill>
            <p:spPr>
              <a:xfrm>
                <a:off x="5456160" y="1276920"/>
                <a:ext cx="1616400" cy="7236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>
                <a:solidFill>
                  <a:srgbClr val="FF0000"/>
                </a:solidFill>
              </a:rPr>
              <a:t>设计的有效类有问题吗？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BEAF582-5000-45D7-8AA9-076F63B59B75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20" y="1125220"/>
            <a:ext cx="7169785" cy="5749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对象 5"/>
          <p:cNvGraphicFramePr/>
          <p:nvPr>
            <p:custDataLst>
              <p:tags r:id="rId3"/>
            </p:custDataLst>
          </p:nvPr>
        </p:nvGraphicFramePr>
        <p:xfrm>
          <a:off x="7379970" y="4509135"/>
          <a:ext cx="1780540" cy="2320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4" imgW="2971800" imgH="3619500" progId="Paint.Picture">
                  <p:embed/>
                </p:oleObj>
              </mc:Choice>
              <mc:Fallback>
                <p:oleObj name="" r:id="rId4" imgW="2971800" imgH="36195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79970" y="4509135"/>
                        <a:ext cx="1780540" cy="2320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MWRkYWM2NTk3YTg3N2JkZWYxNzVkMWE0MDlhMjU5MD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3691</Words>
  <Application>WPS 演示</Application>
  <PresentationFormat>全屏显示(4:3)</PresentationFormat>
  <Paragraphs>482</Paragraphs>
  <Slides>47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6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Office 主题</vt:lpstr>
      <vt:lpstr>Paint.Picture</vt:lpstr>
      <vt:lpstr>第8章 维护</vt:lpstr>
      <vt:lpstr>PowerPoint 演示文稿</vt:lpstr>
      <vt:lpstr>基本概念</vt:lpstr>
      <vt:lpstr>Outline of this Chapter</vt:lpstr>
      <vt:lpstr>8.1 软件维护的定义</vt:lpstr>
      <vt:lpstr>软件维护的类型</vt:lpstr>
      <vt:lpstr>2）适应性维护</vt:lpstr>
      <vt:lpstr>3）完善性维护</vt:lpstr>
      <vt:lpstr>4）预防性维护</vt:lpstr>
      <vt:lpstr>影响维护工作量的主要因素</vt:lpstr>
      <vt:lpstr>PowerPoint 演示文稿</vt:lpstr>
      <vt:lpstr>8.2 软件维护的特点</vt:lpstr>
      <vt:lpstr>结构化维护 vs 非结构化维护</vt:lpstr>
      <vt:lpstr>8.2.2 维护的代价高昂</vt:lpstr>
      <vt:lpstr>2）软件维护工作量模型</vt:lpstr>
      <vt:lpstr>维护工作量模型</vt:lpstr>
      <vt:lpstr>8.2.3 软件维护的典型问题</vt:lpstr>
      <vt:lpstr>PowerPoint 演示文稿</vt:lpstr>
      <vt:lpstr>8.3 软件维护过程</vt:lpstr>
      <vt:lpstr>软件维护的组织</vt:lpstr>
      <vt:lpstr>2）维护报告</vt:lpstr>
      <vt:lpstr>3）维护的事件流</vt:lpstr>
      <vt:lpstr>PowerPoint 演示文稿</vt:lpstr>
      <vt:lpstr>处境复查（情况评审）</vt:lpstr>
      <vt:lpstr>PowerPoint 演示文稿</vt:lpstr>
      <vt:lpstr>4）保存维护记录（了解）</vt:lpstr>
      <vt:lpstr>PowerPoint 演示文稿</vt:lpstr>
      <vt:lpstr>5）评价维护活动 （了解）</vt:lpstr>
      <vt:lpstr>8.4 软件的可维护性</vt:lpstr>
      <vt:lpstr>8.4.1 决定软件可维护性的因素</vt:lpstr>
      <vt:lpstr>8.4.2 文档</vt:lpstr>
      <vt:lpstr>PowerPoint 演示文稿</vt:lpstr>
      <vt:lpstr>8.4.3 可维护性复审</vt:lpstr>
      <vt:lpstr>8.5 预防性维护</vt:lpstr>
      <vt:lpstr>PowerPoint 演示文稿</vt:lpstr>
      <vt:lpstr>8.6 软件再工程</vt:lpstr>
      <vt:lpstr>PowerPoint 演示文稿</vt:lpstr>
      <vt:lpstr>（1）库存目录分析</vt:lpstr>
      <vt:lpstr>确定软件再工程的候选</vt:lpstr>
      <vt:lpstr>（2）文档重构</vt:lpstr>
      <vt:lpstr>PowerPoint 演示文稿</vt:lpstr>
      <vt:lpstr>PowerPoint 演示文稿</vt:lpstr>
      <vt:lpstr>随堂练习（等价划分）</vt:lpstr>
      <vt:lpstr>（1）设计（或划分）有效等价类与无效等价类</vt:lpstr>
      <vt:lpstr>（2）设计有效等价类的测试用例</vt:lpstr>
      <vt:lpstr>（3）设计无效等价类的测试用例</vt:lpstr>
      <vt:lpstr>设计的有效类有问题吗？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第8章 维护</dc:title>
  <dc:creator>Guohua</dc:creator>
  <cp:lastModifiedBy>LV</cp:lastModifiedBy>
  <cp:revision>471</cp:revision>
  <dcterms:created xsi:type="dcterms:W3CDTF">2016-10-30T08:22:00Z</dcterms:created>
  <dcterms:modified xsi:type="dcterms:W3CDTF">2025-10-27T15:15:51Z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67C3750E86294404A88D41A5FAC0744C_12</vt:lpwstr>
  </property>
  <property fmtid="{D5CDD505-2E9C-101B-9397-08002B2CF9AE}" pid="3" name="KSOProductBuildVer">
    <vt:lpwstr>2052-12.1.0.23125</vt:lpwstr>
  </property>
</Properties>
</file>