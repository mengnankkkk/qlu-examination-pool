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297" r:id="rId3"/>
    <p:sldId id="298" r:id="rId4"/>
    <p:sldId id="301" r:id="rId5"/>
    <p:sldId id="302" r:id="rId6"/>
    <p:sldId id="303" r:id="rId7"/>
    <p:sldId id="346" r:id="rId9"/>
    <p:sldId id="256" r:id="rId10"/>
    <p:sldId id="257" r:id="rId11"/>
    <p:sldId id="260" r:id="rId12"/>
    <p:sldId id="259" r:id="rId13"/>
    <p:sldId id="261" r:id="rId14"/>
    <p:sldId id="262" r:id="rId15"/>
    <p:sldId id="263" r:id="rId16"/>
    <p:sldId id="299" r:id="rId17"/>
    <p:sldId id="300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</p:sldIdLst>
  <p:sldSz cx="9144000" cy="6858000" type="screen4x3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0" autoAdjust="0"/>
    <p:restoredTop sz="82245" autoAdjust="0"/>
  </p:normalViewPr>
  <p:slideViewPr>
    <p:cSldViewPr showGuides="1">
      <p:cViewPr varScale="1">
        <p:scale>
          <a:sx n="52" d="100"/>
          <a:sy n="52" d="100"/>
        </p:scale>
        <p:origin x="-156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gs" Target="tags/tag2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7-10-16T06:21: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18486.000 7197.000,'17.000'0.000,"-17.000"0.000,35.000-36.000,-17.000 36.000,35.000 0.000,-35.000 0.000,35.000 0.000,0.000 0.000,-36.000 0.000,36.000 0.000,-35.000 0.000,35.000 0.000,-18.000-17.000,0.000 17.000,0.000 0.000,1.000 0.000,17.000 0.000,-36.000 0.000,36.000 0.000,-18.000 0.000,36.000 0.000,-53.000 0.000,-1.000 0.000,19.000 0.000,-19.000 0.000,19.000 0.000,-19.000 0.000,1.000 0.000,-1.000 0.000,1.000 0.000,-18.000 0.000,18.000 0.000,-1.000 0.000,1.000 0.000,-18.000 0.000,18.000-18.000,-1.000 18.000,-17.000 0.000</inkml:trace>
  <inkml:trace contextRef="#ctx0" brushRef="#br0">20973.000 7108.000,'17.000'0.000,"19.000"0.000,-36.000 0.000,35.000 0.000,0.000 0.000,-17.000 0.000,35.000 0.000,0.000-17.000,0.000 17.000,-1.000 0.000,19.000 0.000,0.000 0.000,-1.000 0.000,1.000 0.000,17.000 0.000,-35.000 0.000,0.000 0.000,-36.000-35.000,19.000 35.000,-19.000 0.000,19.000 0.000,-36.000 0.000,52.000 0.000,-16.000 0.000,17.000 0.000,0.000 0.000,-18.000 0.000,35.000 0.000,-17.000 0.000,0.000 0.000,0.000 0.000,-18.000 0.000,18.000 0.000,0.000 0.000,-17.000 0.000,-1.000 0.000,-35.000 0.000,35.000 0.000,-17.000 0.000,-1.000 0.000,19.000 0.000,-19.000 0.000,1.000 0.000,17.000 0.000,18.000 0.000,-18.000 0.000,1.000 0.000,-19.000 0.000,36.000 0.000,-35.000 0.000,17.000 0.000,-35.000 0.000,18.000 0.000</inkml:trace>
  <inkml:trace contextRef="#ctx0" brushRef="#br0">11606.000 9049.000,'0.000'0.000,"18.000"0.000,35.000 0.000,18.000-36.000,-19.000 36.000,1.000 0.000,18.000 0.000,-1.000 0.000,-17.000 0.000,0.000 0.000,18.000 0.000,-18.000 0.000,-18.000 0.000,0.000 0.000,18.000 0.000,0.000 0.000,-18.000 0.000,36.000 0.000,-18.000 0.000,0.000 0.000,-18.000 0.000,18.000 0.000,18.000 0.000,-36.000-17.000,0.000 17.000,0.000 0.000,-17.000 0.000,17.000 0.000,1.000 0.000,-36.000 0.000,35.000 0.000,-17.000-18.000,-1.000 18.000,1.000 0.000,-18.000 0.000,17.000 0.000,1.000-17.000</inkml:trace>
  <inkml:trace contextRef="#ctx0" brushRef="#br0">10795.000 10213.000,'0.000'0.000,"35.000"0.000,-35.000 0.000,18.000 0.000,-18.000 0.000,35.000 0.000,-35.000 0.000,18.000 0.000,35.000 0.000,0.000 0.000,-18.000 0.000,18.000 0.000,17.000 0.000,36.000 0.000,0.000 0.000,0.000 0.000,0.000 0.000,35.000 0.000,-18.000 0.000,1.000 0.000,-36.000 0.000,35.000 0.000,-17.000 0.000,-17.000 0.000,16.000 0.000,-34.000 0.000,-1.000-18.000,-34.000 18.000,52.000-17.000,-53.000 17.000,-17.000 0.000,35.000-18.000,0.000 0.000,-53.000 18.000,17.000 0.000,19.000 0.000,-19.000 0.000,19.000 0.000,-19.000 0.000,1.000 0.000,-1.000 0.000,1.000 0.000,-18.000 0.000,35.000 0.000,-17.000 0.000,0.000 0.000,17.000 0.000,-17.000 0.000,-1.000 18.000,1.000-18.000,-18.000 0.000,35.000 0.000,-17.000 0.000,-1.000 0.000,19.000 0.000,-1.000 0.000,-35.000 0.000,35.000 0.000,-35.000 0.000,18.000 0.000,-18.000 0.000,35.000 0.000,-35.000 0.000,18.000 0.000,-18.000 18.000,17.000-1.000,-17.000-17.000,18.000 0.000,0.000 0.000,-18.000 0.000,17.000 0.000,1.000 0.000,0.000 0.000,-18.000 0.000,17.000 0.000,1.000 0.000,0.000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7-10-16T06:24: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11165.000 10795.000,'0.000'0.000,"-17.000"18.000,-18.000-1.000,35.000 1.000,-36.000 0.000,36.000-1.000,-17.000-17.000,17.000 18.000,-18.000-18.000,0.000 17.000,1.000 1.000,-1.000 0.000,0.000-18.000,18.000 17.000,-17.000 1.000,-1.000-18.000,0.000 35.000,18.000-35.000,-35.000 18.000,18.000 0.000,-1.000-1.000,18.000-17.000,-18.000 36.000,1.000-36.000,17.000 17.000,-18.000-17.000,18.000 35.000,-18.000-35.000,1.000 18.000,17.000-18.000,-18.000 18.000,0.000-1.000,18.000 1.000</inkml:trace>
  <inkml:trace contextRef="#ctx0" brushRef="#br0">11060.000 10954.000,'17.000'0.000,"-17.000"0.000,18.000 0.000,0.000 0.000,17.000 0.000,0.000 0.000,-35.000 0.000,35.000 0.000,1.000 0.000,-19.000 0.000,19.000 0.000,-1.000 0.000,0.000 0.000,-17.000 0.000,17.000 0.000,-17.000 0.000,17.000 0.000,-35.000 0.000,18.000 0.000,-1.000 0.000,1.000 0.000,-18.000 0.000,17.000 0.000,1.000 0.000,-36.000 0.000,18.000 0.000,-35.000 17.000,0.000 1.000,35.000 0.000,-35.000-1.000,17.000-17.000,-17.000 36.000,17.000-36.000,18.000 0.000,-35.000 17.000,17.000 1.000,1.000 0.000,-36.000-1.000,35.000-17.000,0.000 18.000,1.000-18.000,17.000 17.000,-18.000 1.000,0.000 0.000,-17.000-18.000,18.000 35.000,-19.000-35.000,19.000 18.000,-19.000-1.000,19.000-17.000,17.000 18.000,-36.000 0.000,19.000-18.000,-1.000 17.000,0.000 1.000,1.000-1.000,-1.000 1.000,-17.000-18.000,17.000 18.000,18.000-18.000,-17.000 17.000,17.000 1.000,-18.000-18.000,0.000 0.000,1.000 18.000,17.000-18.000</inkml:trace>
  <inkml:trace contextRef="#ctx0" brushRef="#br0">10813.000 11077.000,'17.000'0.000,"1.000"0.000,-18.000 0.000,35.000 0.000,-17.000 0.000,17.000 0.000,0.000 0.000,1.000 0.000,-19.000 0.000,19.000 0.000,-19.000 0.000,19.000 0.000,-19.000 0.000,18.000 0.000,-17.000 0.000,-18.000 0.000,53.000 18.000,-35.000-18.000,17.000 0.000,-17.000 0.000,17.000 18.000,-18.000-18.000,19.000 17.000,-19.000-17.000,1.000 18.000,-18.000-18.000,35.000 0.000,1.000 0.000,-1.000 17.000,-18.000 1.000,19.000-18.000,-19.000 0.000,1.000 0.000,-18.000 18.000,18.000-18.000,-18.000 0.000,35.000 17.000,-35.000-17.000,18.000 0.000,-1.000 18.000,1.000-18.000</inkml:trace>
  <inkml:trace contextRef="#ctx0" brushRef="#br0">10901.000 11483.000,'0.000'0.000,"17.000"0.000,1.000 0.000,35.000 0.000,-18.000 0.000,1.000 0.000,-19.000 0.000,19.000 0.000,-1.000 0.000,0.000 0.000,-17.000 0.000,-18.000 0.000,17.000 0.000,-17.000 0.000,18.000 0.000,-18.000 0.000,18.000 0.000,-1.000 0.000,1.000 0.000,-18.000 0.000,18.000 0.000,17.000 0.000,-18.000 0.000,-17.000 0.000,18.000 0.000,0.000 0.000,-1.000-18.000,19.000 18.000,-36.000 0.000,17.000 0.000,1.000 0.000,0.000 0.000,17.000 0.000,-35.000 0.000,0.000 0.000,0.000 0.000,0.000 18.000,0.000 0.000,0.000-1.000,-18.000 1.000,18.000-1.000,0.000 1.000,0.000 0.000,-17.000-1.000,17.000 19.000,-18.000-19.000,18.000-17.000,0.000 36.000,0.000-36.000,-18.000 17.000,18.000 19.000,-17.000-36.000,17.000 17.000,0.000 18.000,0.000-35.000,0.000 36.000,0.000-19.000,0.000 1.000,0.000-18.000,0.000 18.000,-18.000-18.000,18.000 0.000,-18.000 0.000,-17.000 0.000,35.000 0.000,-53.000-18.000,36.000 18.000,-1.000-18.000,-35.000 1.000,35.000-1.000,18.000 18.000,-17.000-18.000</inkml:trace>
  <inkml:trace contextRef="#ctx0" brushRef="#br0">11271.000 11342.000,'0.000'0.000,"-17.000"0.000,-1.000 35.000,0.000-17.000,1.000-1.000,-1.000 19.000,0.000-19.000,1.000 1.000,17.000-18.000,-35.000 18.000,35.000-1.000,0.000 1.000,-18.000-18.000,18.000 17.000,-18.000-17.000,18.000 18.000,0.000 0.000,-17.000-18.000,-1.000 17.000,18.000 1.000,-18.000 0.000,18.000-1.000,-17.000-17.000,-1.000 18.000,18.000 17.000,-18.000-17.000,1.000-18.000,17.000 18.000,-18.000-18.000,18.000 17.000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7-10-17T03:59: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18838.000 14852.000,'0.000'-18.000,"18.000"1.000,17.000 17.000,1.000 0.000,-1.000 0.000,18.000-18.000,-18.000 18.000,0.000 0.000,18.000 0.000,0.000 0.000,0.000 0.000,-35.000 0.000,17.000 0.000,0.000 0.000,-17.000 0.000,0.000-18.000,17.000 18.000,-18.000 0.000,1.000 0.000,17.000 0.000,-17.000 0.000,17.000 0.000,-17.000 0.000,35.000 0.000,-18.000 0.000,0.000 0.000,1.000-17.000,-1.000 17.000,18.000 0.000,-53.000 0.000,17.000 0.000,36.000 0.000,0.000-36.000,-17.000 19.000,17.000 17.000,-36.000 0.000,18.000 0.000,1.000 0.000,-19.000 0.000,19.000 0.000,-19.000 0.000,19.000 0.000,-1.000 0.000,18.000 0.000,-18.000 0.000,18.000 0.000,0.000 0.000,-18.000 0.000,36.000 0.000,-36.000 0.000,18.000 0.000,-18.000 0.000,18.000 0.000,18.000 0.000,-54.000 0.000,19.000 0.000,-19.000 0.000,-17.000 0.000,35.000 0.000,-17.000 0.000,-18.000 0.000,35.000 0.000,-35.000 0.000,18.000 0.000,-18.000 0.000,35.000 0.000,-35.000 0.000,18.000 0.000,-18.000 17.000,35.000-17.000,-17.000 0.000,17.000 18.000,-17.000-18.000,35.000 18.000,-18.000-18.000,0.000 17.000,18.000 1.000,-18.000 0.000,18.000-18.000,0.000 17.000,-35.000-17.000,0.000 0.000,-1.000 0.000,1.000 0.000,-18.000 0.000,17.000 0.000,1.000 0.000,0.000 0.000,-18.000 0.000,17.000 0.000,19.000 0.000,-36.000 0.000,17.000 0.000,19.000 0.000,-19.000 0.000,1.000 0.000,17.000 0.000,0.000 18.000,-17.000-18.000,17.000 0.000,-17.000 0.000,0.000 0.000,-18.000 0.000</inkml:trace>
  <inkml:trace contextRef="#ctx0" brushRef="#br0">12735.000 14764.000,'36.000'0.000,"-19.000"0.000,71.000 0.000,-35.000-18.000,18.000 18.000,70.000-18.000,-35.000-17.000,17.000 18.000,36.000-1.000,-71.000 18.000,18.000 0.000,53.000 0.000,-53.000 0.000,35.000 0.000,-35.000 0.000,-18.000 0.000,35.000 0.000,1.000 0.000,17.000 0.000,-18.000-18.000,-17.000 18.000,-18.000-17.000,36.000-1.000,-36.000 18.000,-35.000 0.000,-18.000-18.000,0.000 18.000,18.000 0.000,-17.000 0.000,34.000 0.000,-17.000 0.000,0.000 0.000,-18.000 0.000,18.000 0.000,0.000 0.000,18.000 0.000,-18.000 0.000,17.000 0.000,1.000 0.000,17.000 0.000,0.000 0.000,-35.000 0.000,18.000 0.000,-18.000 0.000,-36.000 0.000,1.000 0.000,-1.000 0.000,19.000 0.000,17.000 0.000,-18.000 0.000,18.000 0.000,0.000 0.000,0.000 0.000,-18.000 18.000,36.000 0.000,-19.000-18.000,1.000 35.000,-35.000-35.000,35.000 0.000,-18.000 0.000,18.000 0.000,18.000 0.000,-36.000 0.000,35.000 18.000,-34.000-18.000,17.000 0.000,0.000 0.000,-36.000 0.000,19.000 0.000,-19.000 0.000,-17.000 0.000,18.000 0.000,-1.000 0.000,1.000 0.000,17.000 17.000,1.000-17.000,-1.000 0.000,-17.000 0.000,17.000 0.000,18.000 0.000,-18.000 0.000,-17.000 0.000,17.000 0.000,0.000 0.000,18.000 35.000,-18.000-35.000,36.000 0.000,-36.000 0.000,18.000 0.000,0.000 0.000,18.000 0.000,-36.000 0.000,0.000 0.000,-17.000 0.000,17.000 0.000,0.000 0.000,1.000 0.000,17.000 0.000,-18.000 0.000,0.000 0.000,18.000 0.000,0.000 0.000,-18.000 0.000,-17.000 0.000,17.000 0.000,-17.000 0.000,-18.000 0.000,35.000 0.000,-17.000 0.000,-1.000 0.000,19.000 0.000,-36.000 18.000,35.000-18.000,-17.000 0.000,-18.000 0.000,17.000 0.000,1.000 0.000,-1.000 0.000,-17.000 0.000,18.000 0.000,0.000 35.000,17.000-35.000,-35.000 18.000,18.000-18.000,-1.000 18.000,1.000-18.000,17.000 17.000,-17.000 1.000,-1.000-18.000,19.000 0.000,-36.000 0.000,35.000 18.000,-17.000-18.000,-18.000 0.000,17.000 0.000,1.000 0.000,0.000 0.000,-1.000 0.000,1.000 0.000,17.000 0.000,0.000 0.000,-35.000 0.000,18.000 0.000,-18.000 0.000,35.000 0.000,-35.000 0.000,18.000 0.000,-18.000 0.000,35.000 0.000,-35.000 0.000,36.000 0.000,-19.000 0.000,-17.000 0.000,18.000 0.000,-1.000 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13T23:42: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811.000 2928.000,'0.000'0.000,"36.000"0.000,34.000 0.000,1.000 0.000,17.000 0.000,0.000 0.000,-17.000 0.000,52.000 0.000,-17.000 0.000,-53.000 0.000,35.000 0.000,-35.000 0.000,18.000 0.000,-1.000 0.000,-17.000 0.000,0.000 0.000,18.000 0.000,-36.000 0.000,0.000 0.000,0.000 0.000,18.000 0.000,18.000 0.000,-18.000 0.000,53.000 0.000,-36.000 0.000,36.000 0.000,-35.000 0.000,17.000 0.000,-35.000 0.000,17.000 0.000,-52.000 0.000,17.000 0.000,-17.000 0.000,35.000 0.000,-36.000 0.000,36.000 0.000,0.000 0.000,18.000 0.000,-1.000 0.000,-17.000 0.000,0.000 0.000,0.000 0.000,-35.000 0.000,17.000 0.000,-17.000 0.000,-18.000 0.000,35.000 0.000,18.000 0.000,0.000 0.000,17.000 0.000,54.000 0.000,-36.000 0.000,0.000 0.000,18.000 0.000,-71.000 0.000,18.000 0.000,-35.000 0.000,17.000 0.000,-17.000 0.000,-1.000 0.000,19.000 0.000,-36.000 0.000,35.000 0.000,0.000 0.000,18.000 0.000,0.000 0.000,0.000 0.000,0.000 0.000,0.000 0.000,17.000 0.000,1.000 0.000,-1.000 0.000,1.000 0.000,17.000 0.000,-17.000 0.000,-1.000 0.000,-17.000 0.000,-18.000 0.000,18.000 0.000,-35.000 0.000,17.000 0.000,-17.000 0.000,-18.000 0.000,18.000 0.000,-1.000 0.000,1.000-18.000,35.000 18.000,-18.000-17.000,0.000 17.000,1.000 0.000,-1.000-18.000,0.000 18.000,-17.000 0.000,-1.000 0.000,1.000 0.000,-18.000 0.000,18.000-17.000,-1.000 17.000,19.000 0.000,-19.000 0.000,19.000 0.000,-19.000 0.000,-17.000 0.000,35.000 0.000,-35.000 0.000,18.000 0.000,-18.000 0.000,18.000 0.000,-1.000 0.000,1.000 0.000,-18.000 0.000,18.000 0.000,17.000 0.000,0.000 0.000,-17.000 0.000,17.000 0.000,18.000 0.000,-18.000 0.000,-17.000 0.000,0.000 0.000,17.000 0.000,-35.000 0.000,35.000 0.000,-35.000 0.000,18.000 0.000,-18.000 0.000,35.000 0.000,-35.000 0.000,18.000 0.000</inkml:trace>
  <inkml:trace contextRef="#ctx0" brushRef="#br0">829.000 11342.000,'0.000'-18.000,"35.000"18.000,1.000 0.000,16.000 0.000,1.000 0.000,0.000 0.000,-17.000 0.000,-1.000 0.000,0.000 0.000,-17.000 0.000,-1.000 0.000,-17.000 0.000,53.000 0.000,-35.000 0.000,53.000 0.000,-1.000 18.000,-17.000-18.000,0.000 0.000,-35.000 0.000,17.000 0.000,-18.000 0.000,-17.000 0.000,18.000 0.000,0.000 0.000,17.000 0.000,0.000 0.000,-35.000 0.000,36.000 0.000,17.000 0.000,-53.000 0.000,17.000 0.000,1.000 0.000,-1.000 0.000,-17.000 0.000,18.000 0.000,17.000 0.000,18.000 17.000,0.000-17.000,-18.000 18.000,36.000-18.000,-18.000 0.000,17.000 0.000,1.000 18.000,-18.000-18.000,-18.000 17.000,-17.000-17.000,17.000 0.000,0.000 0.000,-35.000 0.000,18.000 0.000,-18.000 0.000,35.000 0.000,1.000 0.000,-19.000 0.000,1.000 0.000,35.000 0.000,0.000 0.000,0.000 0.000,-18.000 0.000,36.000 0.000,-19.000 0.000,19.000 0.000,-18.000 0.000,0.000 0.000,17.000 0.000,-17.000 0.000,18.000 0.000,-18.000 0.000,-18.000 0.000,18.000 0.000,0.000 0.000,-35.000 0.000,17.000 0.000,-18.000 0.000,19.000 0.000,-19.000 0.000,36.000 0.000,-35.000 0.000,17.000 0.000,0.000 0.000,18.000 0.000,0.000 0.000,-17.000 0.000,34.000 0.000,-35.000 0.000,-17.000 0.000,35.000 0.000,-18.000 0.000,1.000 0.000,-1.000 0.000,0.000 0.000,18.000 0.000,0.000 0.000,17.000 0.000,-17.000 0.000,36.000 0.000,-54.000 0.000,35.000 0.000,-17.000 0.000,18.000 0.000,-18.000 0.000,0.000 0.000,-18.000 0.000,18.000 0.000,0.000 0.000,0.000 0.000,0.000 0.000,0.000 0.000,-18.000 0.000,0.000 0.000,0.000 0.000,18.000 0.000,-17.000 0.000,17.000 0.000,-1.000 0.000,-34.000 0.000,35.000 0.000,0.000 0.000,-18.000 0.000,18.000 0.000,0.000 0.000,-35.000 0.000,35.000 0.000,-36.000 0.000,-17.000 0.000,18.000 0.000,-1.000 0.000,1.000 0.000,0.000 0.000,-18.000 0.000,35.000 0.000,-17.000 0.000,-1.000 0.000,19.000 0.000,17.000 0.000,-1.000 0.000,1.000 0.000,-17.000 0.000,17.000 0.000,-1.000 0.000,19.000 0.000,0.000 0.000,17.000 0.000,-18.000 0.000,-17.000 0.000,-17.000 0.000,-1.000 0.000,0.000 0.000,0.000 0.000,-35.000 0.000,36.000 0.000,-19.000 0.000,-17.000 0.000,36.000 0.000,-19.000 0.000,1.000 0.000,-18.000 0.000,17.000 0.000,1.000 0.000,0.000 0.000,17.000 0.000,0.000 0.000,1.000 0.000,-19.000 0.000,54.000 0.000,-18.000 0.000,0.000 0.000,0.000 0.000,17.000 0.000,-35.000 0.000,18.000 0.000,-35.000 0.000,17.000 0.000,-17.000 0.000,17.000 0.000,-17.000 0.000,-1.000 0.000,1.000 0.000,0.000 0.000,-1.000 0.000,19.000 0.000,-36.000 0.000,35.000 0.000,-18.000 0.000,1.000 0.000,-18.000 0.000,18.000 0.000,-1.000 0.000,1.000 0.000,-18.000 0.000,18.000 0.000,-1.000 0.000,1.000 0.000,-18.000 0.000,18.000 0.000</inkml:trace>
  <inkml:trace contextRef="#ctx0" brushRef="#br0">1111.000 10830.000,'0.000'0.000,"-35.000"0.000,35.000 0.000,-18.000 0.000,18.000 0.000,-17.000 0.000,17.000 0.000,-18.000 18.000,0.000-18.000,18.000 18.000,0.000-1.000,-17.000-17.000,-1.000 53.000,0.000-53.000,18.000 18.000,-17.000-18.000,-1.000 35.000,1.000-35.000,17.000 18.000,0.000-18.000,-18.000 35.000,18.000-35.000,-18.000 18.000,1.000-1.000,17.000 1.000,0.000-18.000,-18.000 35.000,18.000 0.000,-35.000 1.000,35.000-19.000,-18.000 1.000,18.000 0.000,0.000-18.000,0.000 17.000,0.000-17.000,0.000 18.000,0.000-18.000,0.000 35.000,0.000-35.000,0.000 18.000,0.000 35.000,0.000-18.000,0.000 0.000,0.000 1.000,0.000-1.000,0.000 18.000,0.000-36.000,0.000 1.000,0.000 0.000,0.000 17.000,0.000-35.000,18.000 18.000,-18.000-1.000,0.000-17.000,17.000 18.000,36.000 17.000,18.000-17.000,35.000 35.000,0.000-18.000,-18.000 18.000,-53.000-53.000,53.000 18.000,-53.000-18.000,-35.000 0.000,18.000 0.000,17.000 0.000,36.000 0.000,-18.000 0.000,-18.000 0.000,0.000 0.000,-17.000 0.000,17.000 0.000,-17.000 0.000,0.000 0.000,-1.000 0.000,1.000 0.000,0.000 0.000,17.000 0.000,-18.000 0.000,19.000 0.000,-36.000 0.000,35.000-18.000,-35.000 18.000,18.000 0.000,-18.000-18.000,35.000 1.000,-35.000 17.000,18.000-18.000,-18.000 18.000,35.000-18.000,-35.000 1.000,0.000 17.000,35.000-18.000,-35.000 0.000,18.000 1.000,-18.000-1.000,0.000 18.000,17.000-35.000,1.000 17.000,-18.000 1.000,0.000-1.000,18.000 0.000,-18.000 1.000,0.000-1.000,0.000 0.000,17.000 1.000,1.000-1.000,-18.000 18.000,0.000-18.000,0.000 18.000,0.000-17.000,18.000-18.000,-1.000 17.000,-17.000-17.000,0.000 35.000,0.000-18.000,0.000 18.000,18.000-18.000,-18.000 1.000,0.000 17.000,0.000-18.000,0.000 18.000,0.000-35.000,0.000 35.000,0.000-18.000,0.000 18.000,0.000-35.000,0.000 35.000,0.000-18.000,0.000 18.000,0.000-35.000,-18.000 35.000,1.000-18.000,-1.000 1.000,0.000-1.000,18.000 18.000,-17.000-35.000,-1.000 35.000,0.000 0.000,1.000-18.000,-1.000 1.000,-52.000-19.000,34.000 19.000,1.000-1.000,-18.000 0.000,18.000 1.000,-18.000-1.000,35.000 0.000,-17.000 1.000,35.000 17.000,-18.000 0.000,-35.000 0.000,-17.000-53.000,-36.000 35.000,-17.000-35.000,-1.000 36.000,18.000-19.000,-17.000 1.000,87.000 17.000,-16.000 18.000,52.000 0.000,0.000 0.000,0.000 0.000,0.000 18.000,0.000 0.000,0.000-1.000,0.000 1.000,0.000 0.000,0.000-1.000</inkml:trace>
  <inkml:trace contextRef="#ctx0" brushRef="#br0">5803.000 10813.000,'-17.000'0.000,"-1.000"0.000,0.000 0.000,-17.000 0.000,35.000 0.000,-18.000 0.000,18.000 0.000,-35.000 0.000,35.000 0.000,-18.000 0.000,1.000 0.000,-18.000 0.000,-1.000 0.000,-17.000 0.000,-17.000 0.000,17.000 0.000,0.000 0.000,35.000 0.000,1.000 0.000,-1.000 0.000,18.000 0.000,-18.000 0.000,1.000 0.000,-19.000 17.000,19.000 1.000,-1.000-18.000,18.000 0.000,-35.000 18.000,0.000-18.000,17.000 17.000,-17.000-17.000,17.000 0.000,-17.000 35.000,35.000-35.000,-18.000 0.000,18.000 0.000,-17.000 18.000,-1.000-18.000,-17.000 18.000,17.000-1.000,-17.000 1.000,35.000-18.000,-18.000 0.000,-17.000 18.000,35.000-1.000,-18.000-17.000,1.000 18.000,-1.000 35.000,0.000-35.000,18.000-1.000,0.000 18.000,0.000 1.000,0.000-19.000,-17.000-17.000,17.000 18.000,0.000 0.000,0.000-1.000,0.000-17.000,0.000 36.000,0.000-19.000,0.000 1.000,0.000 35.000,0.000-53.000,0.000 35.000,0.000-17.000,0.000 17.000,17.000-17.000,1.000-1.000,-18.000 1.000,18.000-1.000,-18.000 19.000,35.000-19.000,-18.000 1.000,1.000-18.000,-18.000 0.000,35.000 0.000,-17.000 0.000,0.000 18.000,17.000-18.000,0.000 0.000,18.000 0.000,0.000 35.000,-18.000-17.000,36.000-18.000,-1.000 0.000,-17.000 0.000,0.000 0.000,-35.000 0.000,0.000 0.000,-1.000 0.000,-17.000 0.000,18.000 0.000,-1.000 0.000,19.000 0.000,-36.000 0.000,35.000 0.000,-17.000 0.000,52.000 0.000,-35.000 0.000,-17.000 0.000,0.000 0.000,-18.000 0.000,35.000 0.000,-17.000-18.000,17.000 0.000,-17.000 18.000,-1.000 0.000,1.000 0.000,-18.000 0.000,17.000-17.000,1.000 17.000,0.000-18.000,-1.000 0.000,1.000-17.000,-18.000 35.000,18.000-35.000,-18.000 35.000,17.000-35.000,-17.000-1.000,18.000 19.000,-18.000-1.000,0.000 0.000,18.000 1.000,17.000-19.000,-35.000 19.000,0.000-1.000,0.000-17.000,0.000 17.000,18.000 1.000,-18.000-1.000,0.000 0.000,0.000 18.000,17.000-17.000,-17.000-19.000,0.000 19.000,18.000-1.000,-18.000 18.000,0.000-17.000,0.000 17.000,0.000-18.000,0.000 0.000,0.000 1.000,0.000 17.000,0.000 0.000,-18.000-18.000,18.000-17.000,0.000 17.000,-17.000 0.000,-1.000 18.000,18.000 0.000,-35.000 0.000,35.000 0.000,-18.000 0.000,-53.000-17.000,71.000-1.000,-17.000 0.000,17.000 18.000,-18.000 0.000,0.000 0.000,18.000 0.000,-17.000 0.000,-18.000 0.000,35.000 0.000,-36.000 0.000,19.000 0.000,-1.000 0.000,18.000-17.000,0.000 17.000,0.000-18.000,0.000-17.000,0.000 17.000,-18.000 18.000,18.000 0.000,-17.000 0.000</inkml:trace>
  <inkml:trace contextRef="#ctx0" brushRef="#br0">7408.000 10848.000,'-17.000'0.000,"-1.000"0.000,18.000 0.000,-18.000 0.000,1.000 0.000,-1.000 0.000,18.000 18.000,-17.000-18.000,-1.000 0.000,0.000 0.000,1.000 17.000,-19.000-17.000,19.000 18.000,17.000-1.000,-36.000-17.000,1.000 0.000,17.000 0.000,1.000 0.000,-18.000 0.000,17.000 0.000,0.000 0.000,1.000 0.000,-1.000 0.000,0.000 0.000,1.000 18.000,-1.000-18.000,0.000 18.000,18.000-18.000,-17.000 17.000,-1.000-17.000,1.000 0.000,17.000 18.000,-36.000 0.000,19.000-18.000,-1.000 17.000,0.000-17.000,18.000 18.000,-35.000 0.000,35.000-1.000,-18.000-17.000,1.000 18.000,17.000-18.000,-18.000 18.000,18.000-18.000,-17.000 35.000,-1.000-35.000,18.000 17.000,0.000-17.000,-18.000 18.000,18.000 0.000,0.000-1.000,0.000-17.000,0.000 18.000,0.000 17.000,0.000-17.000,0.000-18.000,0.000 18.000,0.000-1.000,0.000 1.000,0.000-18.000,0.000 17.000,0.000 19.000,36.000-19.000,-1.000-17.000,0.000 18.000,18.000 35.000,0.000-53.000,-35.000 0.000,-1.000 0.000,1.000 18.000,-18.000-18.000,17.000 0.000,1.000 0.000,17.000 0.000,-35.000 0.000,36.000 17.000,-19.000-17.000,1.000 0.000,0.000 0.000,-1.000 18.000,-17.000-18.000,18.000 0.000,17.000 0.000,-17.000 0.000,17.000 0.000,0.000 0.000,18.000 17.000,-53.000-17.000,36.000 0.000,-36.000 0.000,17.000 0.000,-17.000 0.000,35.000 0.000,-17.000 0.000,17.000 0.000,-17.000 0.000,0.000 0.000,17.000 0.000,-35.000 0.000,35.000 0.000,0.000 0.000,-35.000 0.000,36.000 0.000,-1.000 18.000,0.000 0.000,18.000-18.000,0.000 17.000,-18.000-17.000,36.000 0.000,-53.000 0.000,-1.000 0.000,1.000 0.000,-18.000 0.000,18.000 0.000,-1.000 0.000,18.000-17.000,-35.000 17.000,36.000-18.000,-1.000-17.000,0.000 17.000,-17.000 1.000,17.000-1.000,-17.000 0.000,17.000 1.000,0.000-1.000,-17.000-17.000,17.000 35.000,-17.000-36.000,17.000 19.000,-35.000-1.000,18.000 18.000,-18.000 0.000,17.000-17.000,-17.000-1.000,0.000 18.000,0.000-35.000,0.000 17.000,0.000-35.000,0.000 18.000,0.000-18.000,-17.000 18.000,-18.000-18.000,-1.000 0.000,1.000 35.000,17.000-17.000,-17.000 0.000,17.000-1.000,-17.000 19.000,35.000-1.000,-17.000 18.000,-1.000 0.000,0.000 0.000,1.000 0.000,-19.000 0.000,-17.000 0.000,18.000-18.000,-18.000 18.000,18.000-17.000,0.000 17.000,-18.000-18.000,17.000 18.000,19.000 0.000,-1.000 0.000,1.000 0.000,-1.000 0.000,0.000 0.000,18.000 0.000,-17.000 0.000,-1.000 18.000,-17.000-18.000,35.000 0.000,-36.000 17.000,19.000 1.000,17.000 0.000,-18.000-18.000,1.000 35.000,17.000-35.000,-18.000 18.000,18.000-18.000,-35.000 17.000,17.000-17.000,0.000 18.000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13T23:44: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14499.000 11712.000,'-17.000'0.000,"-1.000"0.000,0.000 0.000,18.000 18.000,-17.000-18.000,-19.000 18.000,36.000-18.000,-35.000 17.000,17.000-17.000,1.000 18.000,-18.000-1.000,-1.000 1.000,19.000 0.000,-19.000-1.000,1.000 19.000,17.000-36.000,18.000 0.000,-17.000 0.000,-1.000 17.000,0.000 1.000,-17.000-18.000,35.000 18.000,-35.000-1.000,35.000-17.000,-18.000 0.000,18.000 0.000,-17.000 18.000,17.000-18.000,-18.000 17.000,0.000 1.000,1.000 0.000,-1.000-18.000,18.000 17.000,-18.000 1.000,1.000 17.000,-1.000-17.000,1.000 17.000,-1.000 0.000,0.000 1.000,1.000-1.000,17.000 18.000,0.000-18.000,0.000 1.000,-36.000 16.000,36.000-34.000,0.000 35.000,-17.000-18.000,17.000-17.000,0.000 35.000,0.000-36.000,0.000 54.000,0.000-36.000,0.000 1.000,0.000-1.000,0.000-18.000,0.000 36.000,0.000-35.000,0.000 35.000,0.000 0.000,0.000 17.000,0.000-17.000,0.000 18.000,0.000-36.000,0.000 53.000,0.000-35.000,0.000 0.000,0.000 0.000,0.000-18.000,0.000 1.000,0.000 17.000,0.000-36.000,0.000 36.000,0.000-35.000,0.000-1.000,0.000 19.000,0.000-19.000,17.000 19.000,-17.000-19.000,18.000 19.000,35.000-1.000,17.000 0.000,-17.000 18.000,36.000-18.000,-1.000 1.000,35.000 16.000,-35.000-16.000,-17.000-19.000,17.000 19.000,-35.000-19.000,18.000-17.000,-18.000 18.000,17.000-18.000,18.000 18.000,-17.000-18.000,-18.000 0.000,17.000 0.000,-34.000 0.000,34.000 0.000,-17.000 0.000,-35.000 0.000,52.000 0.000,-17.000 0.000,35.000-36.000,-17.000 19.000,-18.000-1.000,35.000 18.000,-35.000-18.000,-18.000 18.000,36.000 0.000,-36.000-17.000,0.000 17.000,36.000-36.000,-36.000 19.000,36.000-1.000,-36.000-17.000,0.000 35.000,-17.000-18.000,35.000-17.000,-35.000 17.000,17.000 18.000,0.000-35.000,-17.000 17.000,35.000-34.000,-18.000 34.000,-17.000 0.000,34.000-35.000,-52.000 53.000,36.000-35.000,17.000-18.000,-18.000 0.000,18.000 0.000,-18.000 18.000,0.000 0.000,1.000-18.000,-1.000 0.000,-17.000 18.000,17.000-18.000,-17.000 17.000,34.000 1.000,-52.000-18.000,53.000 18.000,-53.000 17.000,18.000 1.000,0.000-19.000,-1.000 36.000,-17.000-17.000,0.000-1.000,0.000 18.000,0.000-17.000,18.000-1.000,0.000-17.000,-1.000 17.000,-17.000-17.000,0.000 17.000,0.000-35.000,0.000 0.000,18.000 0.000,-18.000 36.000,0.000-36.000,0.000 0.000,0.000 18.000,0.000-18.000,0.000 17.000,0.000 19.000,0.000-1.000,0.000-17.000,0.000 17.000,0.000 1.000,0.000-1.000,0.000 0.000,-35.000-35.000,-1.000 0.000,-17.000-17.000,-17.000-1.000,-1.000 1.000,-35.000-18.000,18.000 17.000,-35.000-35.000,35.000 71.000,-1.000-18.000,72.000 35.000,-1.000 1.000,18.000 17.000,-35.000 0.000,17.000 0.000,1.000 17.000,-1.000-17.000,-17.000 0.000,-18.000 0.000,0.000 0.000,-18.000 0.000,-17.000 0.000,17.000 0.000,36.000 0.000,0.000 0.000,0.000 0.000,17.000 0.000,0.000 0.000,1.000 0.000,17.000 0.000,-18.000 0.000,-17.000 0.000,0.000 0.000,-18.000 0.000,0.000 0.000,-18.000 0.000,36.000 0.000,-18.000 0.000,0.000 0.000,35.000 0.000,1.000 0.000,-1.000 0.000,0.000 0.000,18.000 0.000,-17.000 0.000,-1.000 0.000,18.000 0.000,-17.000 18.000,-1.000-18.000,-17.000 0.000,-18.000 0.000,35.000 18.000,-17.000-18.000,-18.000 17.000,18.000-17.000,-1.000 0.000,19.000 18.000,-1.000 0.000,0.000-18.000,1.000 0.000,17.000 17.000,-18.000-17.000,0.000 0.000,18.000 0.000,-17.000 0.000,17.000 18.000,-18.000-18.000,1.000 17.000,17.000-17.000,-18.000 0.000,18.000 0.000,-18.000 0.000,-17.000 0.000,17.000 0.000,-17.000 0.000,17.000 0.000,18.000 0.000,-17.000 0.000,-1.000 0.000,18.000 0.000,-17.000 0.000,17.000 0.000,-36.000 0.000,36.000 0.000,-17.000 0.000,-19.000 0.000,36.000 0.000,-53.000 0.000,36.000 0.000,17.000 0.000,-18.000 0.000</inkml:trace>
  <inkml:trace contextRef="#ctx0" brushRef="#br0">12700.000 14640.000,'-18.000'0.000,"1.000"0.000,17.000 0.000,-18.000 0.000,0.000 0.000,1.000 0.000,-1.000 0.000,1.000 0.000,-1.000 0.000,-35.000 0.000,35.000 0.000,-35.000 0.000,1.000 0.000,16.000 0.000,-17.000 0.000,-17.000 0.000,52.000 0.000,0.000 0.000,1.000 0.000,17.000 0.000,-18.000 0.000,18.000 18.000,-17.000-18.000,-1.000 0.000,18.000 18.000,-18.000-18.000,1.000 0.000,-1.000 17.000,0.000-17.000,-17.000 18.000,17.000-18.000,-52.000 35.000,17.000-17.000,0.000-18.000,18.000 17.000,-18.000-17.000,0.000 36.000,35.000-36.000,-17.000 17.000,17.000-17.000,18.000 18.000,-35.000 0.000,17.000-1.000,1.000-17.000,-18.000 18.000,17.000 0.000,-17.000 17.000,17.000-18.000,0.000-17.000,1.000 18.000,-1.000-18.000,18.000 18.000,-18.000-1.000,18.000-17.000,0.000 18.000,-17.000-18.000,-1.000 35.000,18.000-35.000,-17.000 18.000,-1.000 0.000,18.000 17.000,0.000 0.000,0.000 0.000,-35.000-17.000,35.000 17.000,0.000-17.000,-18.000 17.000,18.000 18.000,-18.000-18.000,18.000-35.000,-17.000 53.000,17.000-17.000,-18.000-1.000,18.000 35.000,-18.000-52.000,18.000 35.000,0.000 0.000,0.000 0.000,0.000 0.000,0.000-18.000,-17.000 0.000,-1.000 1.000,1.000 16.000,17.000-16.000,0.000 17.000,0.000-18.000,0.000-17.000,0.000 35.000,0.000-18.000,0.000 0.000,0.000-17.000,0.000 17.000,0.000-17.000,0.000 17.000,0.000-17.000,0.000 34.000,0.000-16.000,0.000 17.000,17.000-18.000,-17.000 0.000,18.000 18.000,-18.000-53.000,35.000 35.000,-35.000 1.000,18.000-19.000,-1.000 1.000,-17.000 0.000,18.000-1.000,0.000 19.000,-18.000-36.000,0.000 17.000,17.000 1.000,-17.000-1.000,36.000 1.000,-1.000 0.000,53.000 35.000,-17.000-18.000,-1.000 0.000,36.000 0.000,0.000 18.000,0.000-17.000,-36.000 17.000,18.000-18.000,1.000 0.000,-54.000-35.000,0.000 18.000,0.000-1.000,18.000 19.000,-35.000-36.000,0.000 0.000,17.000 0.000,-35.000 0.000,35.000 0.000,-17.000 0.000,17.000 0.000,18.000 0.000,0.000 0.000,53.000 0.000,17.000 0.000,-17.000 0.000,18.000 0.000,17.000 0.000,-36.000 0.000,-34.000 0.000,0.000 0.000,-19.000-18.000,-16.000 18.000,-19.000 0.000,1.000 0.000,-18.000 0.000,18.000 0.000,17.000-18.000,-17.000 18.000,-1.000-17.000,1.000-1.000,0.000 0.000,-1.000 1.000,1.000-18.000,35.000-1.000,-36.000 1.000,19.000-18.000,-1.000 0.000,0.000 18.000,-17.000-36.000,35.000 18.000,-18.000-35.000,0.000 53.000,-35.000 0.000,18.000-18.000,17.000-18.000,-17.000 18.000,-18.000 36.000,0.000-36.000,17.000 35.000,1.000-35.000,0.000 18.000,-1.000 0.000,-17.000 35.000,18.000-36.000,-18.000 36.000,18.000-35.000,-1.000 0.000,-17.000 17.000,0.000 1.000,18.000-19.000,0.000 1.000,-18.000 17.000,17.000-17.000,-17.000 0.000,0.000 35.000,18.000-53.000,-18.000 35.000,0.000-17.000,0.000 35.000,0.000-35.000,0.000 35.000,0.000-18.000,0.000 18.000,0.000-18.000,0.000 18.000,0.000-35.000,-18.000 17.000,18.000 1.000,-35.000-36.000,35.000 35.000,-35.000 1.000,17.000-19.000,-17.000-17.000,-18.000-17.000,35.000 52.000,-17.000-35.000,-18.000 18.000,35.000 17.000,-17.000-17.000,17.000 17.000,-17.000-17.000,35.000 35.000,-17.000-17.000,-1.000-1.000,0.000 0.000,18.000 18.000,-17.000-17.000,-54.000-36.000,71.000 53.000,-35.000-18.000,0.000 0.000,17.000 1.000,0.000-1.000,1.000 18.000,-1.000-17.000,18.000 17.000,-18.000-18.000,18.000 18.000,-35.000-35.000,17.000 17.000,-35.000-17.000,1.000-1.000,-1.000 1.000,17.000 18.000,1.000-19.000,0.000 19.000,0.000-1.000,35.000 0.000,-18.000 18.000,18.000 0.000,-71.000-53.000,-17.000 36.000,-35.000-1.000,17.000 0.000,53.000-17.000,18.000 35.000,-1.000-17.000,36.000 17.000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7-10-17T04:03: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1923.000 5503.000,'0.000'0.000,"53.000"0.000,70.000 0.000,18.000 0.000,0.000 0.000,89.000 0.000,-19.000 0.000,1.000 0.000,0.000 0.000,-1.000 0.000,36.000 0.000,-53.000 0.000,-35.000 0.000,35.000 0.000,18.000 0.000,35.000 0.000,17.000 0.000,1.000 0.000,17.000 0.000,-17.000 0.000,-1.000 0.000,36.000 0.000,35.000 0.000,-35.000 0.000,-35.000 0.000,-1.000 0.000,54.000 0.000,-54.000 0.000,1.000 0.000,-18.000 0.000,-18.000 0.000,-70.000 0.000,53.000 0.000,-54.000 0.000,-17.000 0.000,36.000 0.000,-1.000 0.000,-70.000 0.000,53.000 0.000,-18.000 0.000,-18.000 0.000,-52.000 0.000,-1.000 0.000,1.000 0.000,17.000 0.000,-17.000 0.000,-18.000 0.000,35.000 0.000,-35.000 0.000,17.000 0.000,-34.000 0.000,52.000 0.000,-35.000 0.000,0.000 0.000,0.000 0.000,-18.000 0.000,18.000 0.000,0.000 0.000,17.000 0.000,1.000 0.000,-1.000 0.000,1.000 0.000,-1.000 0.000,-52.000 0.000,35.000 0.000,-35.000 0.000,-18.000 0.000,35.000 0.000,0.000 0.000,18.000-17.000,-18.000 17.000,1.000 0.000,-1.000 0.000,35.000 0.000,-34.000-36.000,17.000 36.000,-18.000 0.000,0.000 0.000,18.000-17.000,0.000 17.000,-35.000 0.000,52.000 0.000,-17.000 0.000,0.000 0.000,-18.000 0.000,36.000 0.000,-36.000 0.000,-35.000-18.000,18.000 18.000,-18.000 0.000,35.000-17.000,-17.000 17.000,-1.000 0.000,1.000 0.000,0.000-18.000,-1.000 18.000,19.000 0.000,-19.000-18.000,19.000 18.000,-36.000 0.000,17.000 0.000,18.000 0.000,-35.000 0.000,18.000 0.000,-18.000 0.000,35.000 0.000,-35.000 0.000,18.000 0.000,-18.000 0.000,35.000 0.000,1.000-35.000,-36.000 35.000,35.000 0.000,-35.000 0.000,17.000 0.000,1.000 0.000,0.000 0.000,-1.000 0.000,19.000 0.000,-19.000 0.000,36.000 0.000,-53.000 0.000,35.000 0.000,-17.000 0.000,35.000 0.000,-18.000 0.000,1.000 0.000,17.000 0.000,-36.000 0.000,1.000 0.000,-1.000 0.000,1.000 0.000,-18.000 0.000,18.000 0.000,17.000 0.000,-35.000 0.000,18.000 0.000,17.000 0.000,-17.000 0.000,-18.000 0.000,17.000 0.000,1.000 0.000,-1.000 0.000,-17.000 0.000,18.000 0.000,0.000 0.000,-1.000 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6-11-13T23:47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6227.000 3122.000,'0.000'18.000,"17.000"-18.000,36.000 0.000,-18.000 0.000,-17.000 0.000,0.000 0.000,35.000 0.000,-36.000 17.000,1.000-17.000,17.000 18.000,-17.000-18.000,-1.000 0.000,1.000 0.000,-18.000 0.000,18.000 0.000,-18.000 18.000,17.000-18.000,1.000 0.000,-18.000 0.000,18.000 0.000,-1.000 0.000,1.000 17.000,-18.000 1.000,18.000-18.000,-1.000 18.000,1.000-18.000,-18.000 17.000,35.000 1.000,-35.000-1.000,18.000 1.000,-1.000 17.000,1.000-17.000,-18.000 0.000,18.000-1.000,-18.000 1.000,0.000 0.000,0.000-1.000,0.000 1.000,17.000-18.000,-17.000 18.000,0.000-1.000,0.000 1.000,18.000-1.000,-18.000 1.000,0.000 0.000,0.000-18.000,0.000 17.000,0.000 1.000,0.000 0.000,0.000-18.000,0.000 17.000,0.000 1.000,0.000 0.000,18.000-1.000,-18.000 1.000,17.000 17.000,-17.000-35.000,0.000 35.000,0.000-35.000,0.000 18.000,0.000-18.000,0.000 35.000,0.000-35.000,0.000 18.000,0.000-18.000,0.000 35.000,0.000 0.000,0.000-17.000,0.000 0.000,0.000-18.000,0.000 17.000,0.000 1.000,0.000 0.000,0.000-18.000,0.000 17.000,0.000 1.000,0.000 0.000,0.000-18.000,0.000 17.000,0.000 1.000,0.000-18.000,0.000 18.000,0.000 34.000,0.000-34.000,0.000 0.000,0.000-1.000,0.000 1.000,0.000-18.000,0.000 53.000,0.000-18.000,0.000-17.000,0.000-1.000,0.000 1.000</inkml:trace>
  <inkml:trace contextRef="#ctx0" brushRef="#br0">6914.000 5045.000,'18.000'0.000,"0.000"0.000,-1.000 35.000,-17.000 0.000,36.000 18.000,-19.000-35.000,-17.000 17.000,0.000-17.000,0.000-1.000,0.000 19.000,0.000-36.000,0.000 17.000,0.000 1.000,0.000 0.000,0.000-18.000,0.000 17.000,0.000 19.000,0.000-36.000,0.000 52.000,0.000-34.000,0.000 17.000,0.000-35.000,0.000 18.000,0.000-18.000,0.000 35.000,0.000-35.000,0.000 18.000,0.000-18.000,-17.000 18.000,-1.000-1.000,18.000 18.000,-18.000-35.000,1.000 36.000,-1.000-36.000,18.000 0.000,-18.000 17.000,1.000-17.000,-1.000 0.000,18.000 0.000,-17.000 0.000,-1.000 36.000,-17.000-36.000,35.000 0.000,-18.000 0.000,-35.000 0.000,18.000 0.000,0.000 0.000,-18.000 0.000,35.000 0.000,-17.000 0.000,35.000 0.000,-36.000 0.000,19.000 0.000,17.000 0.000,-53.000 0.000,35.000 0.000,-52.000 0.000,70.000 0.000,-36.000 0.000,19.000 0.000,17.000-18.000,-18.000 18.000,-17.000-35.000,17.000-1.000,-17.000 19.000,35.000-1.000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7-10-16T03:08: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15558.000 2840.000,'-18.000'0.000,"0.000"18.000,18.000-18.000,-17.000 0.000,-1.000 0.000,18.000 17.000,-18.000-17.000,18.000 0.000,-17.000 0.000,-1.000 18.000,0.000-1.000,1.000-17.000,-1.000 18.000,18.000-18.000,-35.000 18.000,35.000-18.000,-35.000 17.000,35.000-17.000,-18.000 36.000,0.000-36.000,1.000 17.000,17.000-17.000,-18.000 18.000,18.000 0.000,-18.000-18.000,1.000 17.000,-1.000 1.000,18.000-1.000,-35.000-17.000,17.000 36.000,1.000-36.000,17.000 0.000,-36.000 17.000,19.000-17.000,-1.000 18.000,0.000-18.000,18.000 18.000,-35.000-18.000,35.000 17.000,-35.000 1.000,35.000-18.000,-18.000 0.000,18.000 18.000,-35.000-18.000,35.000 17.000,-18.000 1.000,18.000-18.000,0.000 17.000,-17.000-17.000,-1.000 36.000,18.000-36.000,-18.000 35.000,1.000 18.000,17.000-35.000,0.000 17.000,0.000-17.000,0.000 34.000,0.000-52.000,0.000 18.000,0.000 17.000,0.000-17.000,-36.000 35.000,36.000-18.000,-17.000 0.000,17.000-35.000,0.000 36.000,0.000-1.000,-18.000 0.000,18.000-17.000,0.000 17.000,-35.000-17.000,35.000-1.000,0.000 19.000,0.000-19.000,-18.000 1.000,18.000 17.000,0.000-17.000,-17.000 17.000,-1.000 1.000,18.000-19.000,0.000 1.000,0.000 35.000,0.000 0.000,0.000 17.000,0.000-52.000,0.000 35.000,0.000 0.000,0.000-36.000,0.000 36.000,0.000-18.000,0.000 1.000,0.000-36.000,0.000 35.000,0.000-17.000,0.000-1.000,0.000 19.000,0.000-36.000,0.000 17.000,0.000 19.000,0.000-36.000,0.000 17.000,0.000-17.000,0.000 35.000,0.000-35.000,0.000 18.000,0.000 0.000,0.000-1.000,18.000 1.000,-1.000 17.000,-17.000-17.000,18.000 0.000,-18.000 17.000,17.000-35.000,1.000 17.000,17.000 19.000,-17.000-19.000,0.000 19.000,-18.000-36.000,17.000 35.000,-17.000-35.000,18.000 35.000,17.000 0.000,1.000-17.000,-19.000 17.000,1.000-35.000,-18.000 18.000,17.000 0.000,1.000-1.000,17.000 1.000,-35.000 0.000,36.000-1.000,-19.000 19.000,19.000-19.000,-1.000 1.000,-18.000-1.000,19.000-17.000,-1.000 36.000,0.000-19.000,1.000 1.000,-19.000 0.000,1.000-1.000,17.000 1.000,-35.000-18.000,18.000 35.000,17.000-35.000,-35.000 18.000,18.000-18.000,-1.000 35.000,1.000-35.000,-18.000 18.000,18.000-1.000,-1.000 1.000,1.000-18.000,0.000 18.000,-18.000-1.000,0.000-17.000,17.000 18.000,1.000 0.000,-1.000 17.000,19.000-18.000,-19.000 1.000,72.000 17.000,-89.000-17.000,35.000-18.000,53.000 18.000,-70.000 17.000,35.000-17.000,-18.000-18.000,0.000 0.000,0.000 17.000,-17.000-17.000,0.000 0.000,35.000 0.000,0.000 0.000,-36.000 0.000,54.000 0.000,-36.000 0.000,18.000 0.000,-18.000 0.000,18.000 0.000,0.000 0.000,-35.000 0.000,17.000 0.000,-17.000 0.000,-1.000 0.000,18.000 0.000,-17.000 0.000,35.000 0.000,-35.000 0.000,17.000 0.000,-17.000-17.000,-18.000-1.000,35.000 18.000,0.000 0.000,-17.000 0.000,-1.000 0.000,-17.000-18.000,36.000 18.000,-1.000-17.000,-35.000-1.000,18.000 18.000,-1.000 0.000,1.000-18.000,0.000 18.000,-18.000 0.000,17.000 0.000,1.000-17.000,-18.000 17.000,17.000 0.000,1.000 0.000,0.000-18.000,17.000 0.000,-17.000 18.000,-1.000-17.000,-17.000-1.000,36.000 18.000,-19.000-17.000,-17.000 17.000,35.000-18.000,-17.000 0.000,17.000-17.000,-35.000 35.000,18.000-18.000,-18.000 1.000,18.000-19.000,17.000 1.000,-35.000 0.000,18.000 17.000,-18.000-17.000,17.000 17.000,1.000-35.000,-18.000 53.000,0.000-17.000,18.000-1.000,-18.000 1.000,0.000-1.000,0.000 0.000,0.000 1.000,0.000-1.000,17.000 0.000,-17.000-17.000,18.000 17.000,-1.000 1.000,1.000-19.000,-18.000-16.000,0.000 34.000,0.000-17.000,0.000 17.000,0.000-17.000,0.000 17.000,0.000 0.000,0.000 1.000,0.000-1.000,0.000 1.000,0.000-1.000,0.000 0.000,0.000 1.000,0.000-1.000,0.000-17.000,0.000 35.000,0.000-36.000,0.000 36.000,0.000-17.000,0.000-18.000,0.000 35.000,0.000-18.000,0.000-17.000,0.000 17.000,0.000 0.000,0.000-17.000,0.000 17.000,0.000-17.000,0.000 17.000,0.000-34.000,0.000 34.000,0.000-17.000,0.000 17.000,0.000-35.000,0.000 53.000,0.000-35.000,0.000 17.000,0.000-52.000,0.000 52.000,0.000-35.000,0.000 18.000,0.000 17.000,0.000-35.000,0.000 18.000,0.000 0.000,0.000 17.000,0.000-17.000,0.000-1.000,0.000 1.000,0.000 18.000,0.000-19.000,0.000 1.000,0.000-18.000,0.000 18.000,0.000 0.000,0.000-1.000,0.000 1.000,0.000-18.000,0.000 18.000,0.000 17.000,0.000-35.000,0.000 0.000,0.000 36.000,0.000-1.000,0.000-17.000,0.000 17.000,0.000-17.000,0.000 17.000,-18.000-17.000,18.000 35.000,0.000-18.000,-17.000 18.000,17.000-17.000,-18.000-1.000,1.000 0.000,-19.000 1.000,19.000-1.000,-1.000 18.000,0.000-18.000,1.000 1.000,-19.000-1.000,1.000 18.000,17.000-35.000,-34.000 17.000,34.000 18.000,-35.000-17.000,-18.000-36.000,54.000 53.000,-54.000-36.000,1.000 19.000,17.000-1.000,35.000 18.000,-35.000-17.000,-17.000-1.000,52.000 18.000,-17.000 0.000,17.000 0.000,-35.000 0.000,36.000-18.000,-54.000-17.000,36.000 35.000,-18.000-18.000,18.000 18.000,17.000 0.000,-17.000 0.000,-36.000-17.000,53.000 17.000,-17.000 0.000,18.000-18.000,-36.000 18.000,0.000 0.000,35.000-18.000,-17.000 18.000,17.000 0.000,0.000 0.000,1.000 0.000,-1.000 0.000,1.000 0.000,-19.000 0.000,36.000 0.000,-17.000 0.000,17.000 0.000,-36.000 18.000,36.000-18.000,-17.000 0.000,17.000 0.000,-36.000 0.000,19.000 0.000,17.000 0.000,-35.000 0.000,35.000 0.000,-18.000 0.000,18.000 18.000,-35.000-18.000,17.000 17.000,0.000-17.000,18.000 0.000,-17.000 18.000,17.000-18.000,-18.000 0.000,0.000 18.000,-17.000-1.000,35.000-17.000,-17.000 18.000</inkml:trace>
  <inkml:trace contextRef="#ctx0" brushRef="#br0">14817.000 12136.000,'0.000'0.000,"0.000"0.000,-18.000 0.000,0.000 0.000,18.000 0.000,-35.000 0.000,17.000 0.000,1.000 0.000,-36.000 17.000,35.000-17.000,1.000 0.000,-1.000 0.000,-35.000 0.000,53.000 18.000,-18.000-18.000,18.000 0.000,-35.000 0.000,18.000 0.000,-1.000 0.000,0.000 0.000,1.000 17.000,-1.000-17.000,-17.000 0.000,-1.000 18.000,19.000-18.000,-1.000 0.000,-35.000 0.000,36.000 0.000,-1.000 0.000,-17.000 0.000,17.000 18.000,0.000-18.000,1.000 0.000,-1.000 0.000,0.000 0.000,-17.000 0.000,18.000 0.000,-1.000 0.000,-35.000 0.000,35.000 0.000,-17.000 0.000,17.000 0.000,-34.000 0.000,52.000 0.000,-18.000 0.000,-17.000 0.000,35.000 0.000,-18.000 0.000,18.000 0.000,-35.000 0.000,17.000 0.000,-17.000 0.000,17.000 0.000,1.000 0.000,-1.000 0.000,0.000 0.000,1.000 0.000,-1.000 0.000,0.000 0.000,18.000 0.000,-17.000 0.000,-1.000 0.000,0.000 0.000,18.000 0.000,-17.000 0.000,-1.000 0.000,0.000 0.000,18.000 0.000,-17.000 0.000,-1.000 0.000,1.000 0.000,17.000 0.000,-18.000 0.000,0.000 0.000,1.000 0.000,17.000 0.000,-36.000 17.000,36.000 19.000,-17.000-36.000,17.000 17.000,-18.000 19.000,18.000-19.000,-18.000 1.000,18.000 0.000,-17.000 17.000,-1.000 0.000,18.000-17.000,-17.000 17.000,17.000-35.000,0.000 35.000,0.000-17.000,0.000 35.000,0.000 0.000,0.000-36.000,-18.000 36.000,0.000-17.000,1.000-1.000,17.000-18.000,0.000 54.000,0.000-36.000,0.000 18.000,0.000 0.000,0.000 0.000,0.000-18.000,0.000-17.000,0.000 0.000,0.000 17.000,0.000 18.000,0.000-36.000,0.000 19.000,0.000-19.000,0.000 1.000,0.000 17.000,0.000-17.000,0.000 0.000,0.000-1.000,0.000 1.000,0.000-18.000,0.000 35.000,17.000 0.000,-17.000-17.000,0.000 17.000,0.000 18.000,0.000-35.000,18.000 17.000,-18.000 18.000,0.000-18.000,35.000 54.000,-35.000-72.000,0.000 18.000,18.000 18.000,-18.000 0.000,17.000-35.000,-17.000 35.000,0.000-36.000,36.000 19.000,-36.000-19.000,0.000 1.000,0.000 0.000,0.000-1.000,17.000-17.000,1.000 18.000,-18.000 0.000,18.000-1.000,-1.000 1.000,-17.000 17.000,18.000-17.000,17.000 35.000,-35.000-36.000,18.000 19.000,-1.000-1.000,1.000 35.000,0.000-34.000,35.000-1.000,-53.000 0.000,35.000 1.000,-35.000-19.000,35.000 18.000,-17.000-17.000,0.000 17.000,-18.000-35.000,17.000 53.000,1.000-35.000,-18.000-18.000,17.000 35.000,19.000-17.000,-36.000 0.000,17.000-18.000,19.000 35.000,-36.000-18.000,35.000 19.000,0.000-1.000,0.000-17.000,18.000 17.000,-35.000-35.000,17.000 18.000,1.000-1.000,-1.000 1.000,18.000-18.000,-18.000 0.000,0.000 0.000,1.000 0.000,-1.000 0.000,0.000 0.000,18.000 0.000,-35.000 0.000,35.000 0.000,0.000 0.000,-1.000 17.000,1.000-17.000,-17.000 0.000,-19.000 0.000,19.000 0.000,-1.000 0.000,-35.000 0.000,35.000 0.000,-17.000 0.000,17.000 0.000,-17.000 0.000,35.000-35.000,-36.000 18.000,1.000 17.000,17.000-36.000,0.000 19.000,-17.000-1.000,35.000-17.000,-35.000-1.000,17.000 19.000,-17.000-1.000,17.000-17.000,-18.000 0.000,19.000-1.000,-36.000 19.000,35.000-19.000,-17.000-17.000,-1.000 36.000,1.000-18.000,0.000-18.000,17.000 35.000,-18.000-35.000,1.000 18.000,17.000 0.000,-35.000-1.000,53.000-17.000,-35.000 0.000,0.000 18.000,17.000-18.000,-17.000 0.000,34.000-35.000,-16.000 35.000,-19.000 0.000,-17.000 0.000,36.000 0.000,-1.000 1.000,-17.000 16.000,-1.000-34.000,1.000 34.000,-18.000 19.000,17.000-18.000,-17.000-1.000,18.000-17.000,0.000 36.000,-18.000-1.000,0.000 18.000,0.000-18.000,0.000 1.000,17.000-1.000,-17.000 18.000,18.000-35.000,0.000 0.000,-1.000 17.000,-17.000-17.000,36.000-1.000,-19.000 19.000,-17.000-19.000,0.000 19.000,18.000-1.000,17.000-52.000,-35.000 52.000,0.000-17.000,0.000 17.000,0.000-35.000,0.000 36.000,0.000-1.000,0.000-17.000,0.000 17.000,0.000-17.000,0.000 17.000,0.000 0.000,0.000-35.000,0.000 36.000,-35.000-1.000,35.000-17.000,-18.000 0.000,1.000 17.000,17.000 18.000,-36.000-35.000,19.000 17.000,-1.000 0.000,18.000 18.000,-35.000-17.000,35.000-1.000,-18.000 18.000,18.000-17.000,-18.000 17.000,18.000 0.000,-17.000-18.000,-1.000 18.000,-17.000-18.000,35.000 1.000,-18.000 17.000,1.000-18.000,-1.000 18.000,18.000 0.000,-35.000-18.000,35.000 18.000,-18.000-17.000,-17.000-1.000,35.000 18.000,-35.000-18.000,35.000 1.000,-36.000 17.000,1.000-35.000,17.000 35.000,-17.000-18.000,17.000 0.000,1.000 1.000,-19.000-19.000,1.000 36.000,0.000-35.000,35.000 35.000,-18.000-18.000,18.000 1.000,-35.000-1.000,35.000 0.000,-18.000 18.000,1.000 0.000,-1.000-17.000,0.000-1.000,1.000 18.000,-1.000-17.000,1.000 17.000,-1.000 0.000,18.000 0.000,-18.000-18.000,1.000 18.000,-36.000-18.000,35.000 18.000,18.000 0.000,-18.000 0.000,1.000 0.000,17.000 0.000,-18.000 0.000,18.000 0.000,-17.000 0.000,-1.000 0.000,0.000 0.000,18.000 0.000,-17.000 18.000,-1.000-18.000,-17.000 18.000,17.000-1.000,0.000-17.000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9-10-17T15:02: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8202.000 1834.000,'-17.000'0.000,"-1.000"0.000,1.000 0.000,-19.000 0.000,1.000 0.000,0.000 0.000,-1.000 0.000,19.000 0.000,-36.000 18.000,18.000 0.000,17.000-1.000,0.000 1.000,1.000-18.000,-19.000 0.000,19.000 18.000,-1.000-1.000,-17.000-17.000,0.000 0.000,17.000 0.000,0.000 0.000,-52.000 0.000,34.000 18.000,1.000 17.000,18.000-35.000,-1.000 0.000,-17.000 0.000,17.000 0.000,-17.000 0.000,17.000 18.000,0.000-1.000,-17.000 1.000,17.000-18.000,-17.000 18.000,-18.000 17.000,18.000-35.000,17.000 0.000,-35.000 18.000,1.000-1.000,-1.000 1.000,17.000-18.000,19.000 0.000,-36.000 18.000,18.000-18.000,-1.000 17.000,-17.000-17.000,18.000 18.000,17.000 0.000,-17.000-1.000,0.000-17.000,-18.000 18.000,18.000-18.000,-1.000 17.000,19.000 1.000,-19.000-18.000,1.000 18.000,18.000-18.000,34.000 0.000,301.000 0.000,-107.000-88.000,-211.000 70.000,18.000 18.000,17.000 0.000,-52.000 0.000,-1.000 0.000,-17.000 18.000,-1.000-1.000,-34.000 18.000,35.000-17.000,-1.000 17.000,-17.000 18.000,-35.000 0.000,-35.000 0.000,87.000-35.000,-16.000 17.000,16.000 0.000,19.000-17.000,-19.000 17.000,-52.000 36.000,18.000-18.000,34.000-36.000,19.000 19.000,-36.000 17.000,35.000-18.000,0.000 0.000,1.000 0.000,-1.000-17.000,1.000 17.000,-1.000-35.000,-17.000 18.000,-1.000 70.000,1.000-17.000,0.000-18.000,-18.000-1.000,0.000 19.000,18.000-36.000,-18.000 18.000,35.000 18.000,1.000-36.000,-1.000-35.000,18.000 53.000,-35.000-18.000,35.000-17.000,-18.000 17.000,0.000-17.000,1.000 35.000,-1.000-18.000,0.000 0.000,1.000 1.000,17.000-1.000,-18.000-18.000,-17.000 19.000,35.000-1.000,-18.000 0.000,1.000 18.000,-19.000-17.000,1.000-1.000,17.000 35.000,-52.000-17.000,35.000 0.000,-18.000 35.000,0.000 1.000,35.000-54.000,-35.000 18.000,18.000-18.000,0.000 0.000,35.000 1.000,-18.000-1.000,-17.000 18.000,17.000-18.000,-17.000 0.000,17.000 1.000,-17.000 17.000,17.000-53.000,-17.000 52.000,17.000-16.000,-17.000 17.000,17.000-18.000,-52.000 53.000,52.000-53.000,1.000 18.000,-36.000 0.000,0.000 18.000,35.000-1.000,-35.000 19.000,18.000-1.000,-18.000-53.000,0.000 0.000,35.000 18.000,1.000 0.000,-19.000 35.000,-34.000-35.000,35.000 18.000,17.000-18.000,0.000-18.000,1.000 18.000,-1.000 17.000,-17.000-17.000,0.000 0.000,17.000-17.000,18.000-1.000,0.000 0.000,-18.000 0.000,18.000 1.000,0.000-19.000,0.000 19.000,0.000-1.000,0.000 0.000,0.000 0.000,0.000 18.000,0.000-17.000,0.000-19.000,0.000 19.000,0.000-19.000,18.000 18.000,-18.000-17.000,18.000 0.000,17.000-1.000,35.000 19.000,-70.000-19.000,36.000 19.000,-19.000-1.000,-17.000-18.000,18.000 1.000,-18.000 0.000,0.000 17.000,18.000-17.000,-1.000 17.000,1.000-17.000,-1.000-18.000,-17.000 17.000,18.000 19.000,17.000-19.000,1.000 1.000,-19.000 17.000,1.000 0.000,0.000-17.000,-1.000 0.000,-17.000 17.000,18.000 0.000,0.000-17.000,-18.000-1.000,17.000-17.000,1.000 18.000,-1.000 17.000,1.000-17.000,17.000 0.000,-17.000-1.000,0.000 1.000,-18.000 0.000,17.000-18.000,19.000 0.000,-19.000 17.000,1.000 1.000,-1.000-1.000,1.000 1.000,0.000-18.000,17.000 18.000,-17.000-1.000,17.000 1.000,-17.000-18.000,17.000 0.000,0.000 0.000,-17.000 0.000,17.000 0.000,-17.000 0.000,17.000 0.000,0.000 18.000,-17.000-18.000,17.000 0.000,-17.000 0.000,17.000 0.000,-17.000 0.000,-1.000 0.000,1.000 0.000,17.000 0.000,-17.000 0.000,17.000 0.000,-17.000 0.000,-1.000 0.000,1.000 0.000,17.000 0.000,-17.000 0.000,17.000 0.000,-17.000 0.000,0.000 0.000,-1.000 0.000,18.000 0.000,1.000 17.000,-1.000-17.000,0.000 0.000,-17.000 0.000,17.000 0.000,1.000 0.000,-19.000 0.000,18.000 0.000,-17.000 0.000,17.000 0.000,1.000 0.000,-19.000 0.000,19.000 0.000,-19.000 0.000,18.000 0.000,1.000 0.000,-19.000 0.000,1.000 0.000,17.000 0.000,1.000 0.000,-19.000-17.000,1.000-1.000,17.000 18.000,18.000-18.000,-18.000 18.000,1.000-17.000,17.000-1.000,-18.000 18.000,-18.000-18.000,19.000 18.000,-1.000 0.000,-35.000-17.000,18.000-1.000,17.000 18.000,-17.000-17.000,17.000 17.000,-18.000-36.000,1.000 19.000,0.000 17.000,-18.000-18.000,35.000 18.000,0.000 0.000,-17.000 0.000,17.000 0.000,-17.000 0.000,-1.000 0.000,1.000 0.000,17.000 0.000,-17.000 0.000,17.000 0.000,-17.000 0.000,0.000 0.000,-1.000 0.000,19.000 0.000,-1.000 0.000,18.000 0.000,0.000 0.000,-18.000 0.000,53.000 0.000,-35.000 18.000,18.000-1.000,-19.000 1.000,19.000 0.000,0.000-1.000,-1.000 18.000,1.000-35.000,-36.000 18.000,18.000 0.000,0.000-18.000,-18.000 17.000,18.000-17.000,-18.000 0.000,1.000 0.000,-19.000 0.000,18.000 0.000,1.000 0.000,17.000 0.000,-18.000 0.000,18.000 0.000,-18.000 0.000,-17.000 0.000,17.000 0.000,-17.000 0.000,17.000 0.000,0.000 0.000,-17.000 0.000,17.000 0.000,18.000 0.000,35.000 0.000,-35.000 0.000,18.000 0.000,-36.000 0.000,53.000 0.000,-35.000 0.000,0.000 0.000,35.000 0.000,-17.000 0.000,-36.000 0.000,18.000 0.000,35.000 0.000,-35.000 0.000,0.000 0.000,35.000 0.000,-35.000 0.000,18.000 0.000,-1.000 0.000,1.000 0.000,-36.000 0.000,0.000 0.000,-17.000 0.000,17.000 0.000,1.000 0.000,34.000 0.000,18.000 0.000,18.000-35.000,-53.000 35.000,-18.000-18.000,1.000 1.000,-1.000-1.000,0.000 18.000,36.000-17.000,-18.000-1.000,-18.000 0.000,0.000 1.000,-17.000-1.000,17.000 18.000,-17.000 0.000,-1.000 0.000,1.000 0.000,17.000 0.000,-17.000 0.000,17.000 0.000,-17.000 0.000,0.000 0.000,-1.000 0.000,18.000 0.000,1.000 0.000,17.000 0.000,-18.000 0.000,0.000 0.000,-17.000 0.000,17.000 0.000,-17.000 0.000,-1.000 0.000,1.000 0.000,17.000 0.000,-17.000 0.000,17.000 0.000,-17.000 0.000,-1.000 0.000,19.000 0.000,-1.000 0.000,0.000 0.000,-17.000 0.000,17.000 0.000,-17.000 0.000,0.000 0.000,-1.000 0.000,18.000 0.000,-17.000 0.000,35.000 0.000,-18.000 0.000,1.000-18.000,-1.000 18.000,0.000-17.000,-17.000-1.000,-1.000 18.000,1.000 0.000,0.000 0.000,17.000 0.000,18.000-18.000,-18.000 18.000,0.000-17.000,1.000-1.000,-1.000 1.000,0.000 17.000,1.000 0.000,-19.000-18.000,18.000 18.000,-17.000-18.000,17.000 18.000,1.000 0.000,-1.000-17.000,0.000-1.000,0.000 18.000,1.000-18.000,-1.000 18.000,-35.000-17.000,35.000-1.000,-17.000 0.000,17.000 1.000,-17.000-1.000,-1.000 1.000,1.000-1.000,0.000 0.000,-18.000 1.000,17.000-1.000,1.000-17.000,0.000-1.000,-1.000 19.000,1.000-1.000,0.000 0.000,-1.000-17.000,1.000 35.000,-18.000-17.000,0.000-19.000,0.000 1.000,0.000 17.000,18.000-17.000,-18.000 0.000,0.000-18.000,0.000 0.000,0.000 0.000,-18.000-17.000,18.000 17.000,0.000 17.000,0.000 1.000,-18.000 0.000,-17.000 17.000,35.000 0.000,-18.000 1.000,1.000-1.000,-1.000 1.000,18.000-19.000,0.000 1.000,0.000 17.000,0.000-35.000,0.000 18.000,0.000 0.000,0.000 17.000,0.000-35.000,0.000 0.000,-18.000-35.000,1.000 53.000,17.000 0.000,-18.000-18.000,18.000 0.000,0.000 18.000,0.000-18.000,0.000-18.000,0.000 18.000,0.000 18.000,0.000 0.000,-18.000-1.000,1.000 1.000,-1.000 0.000,18.000-18.000,-17.000 0.000,-19.000-35.000,1.000 0.000,17.000 35.000,-17.000 0.000,0.000-35.000,17.000-1.000,-35.000 1.000,36.000 35.000,-1.000 0.000,0.000-17.000,-17.000 34.000,17.000 19.000,-17.000-36.000,18.000 18.000,-1.000-18.000,-17.000 35.000,35.000-35.000,0.000 18.000,-18.000 17.000,0.000-17.000,18.000 0.000,-17.000-1.000,17.000 1.000,-18.000-18.000,0.000 36.000,18.000-19.000,-17.000 1.000,-1.000 0.000,0.000-1.000,1.000 1.000,17.000 18.000,-18.000-36.000,-17.000 35.000,35.000-17.000,-18.000 17.000,-17.000 0.000,17.000-52.000,-17.000 52.000,35.000-17.000,-18.000 17.000,-17.000 1.000,18.000-54.000,-19.000 54.000,19.000-19.000,-19.000 19.000,19.000-19.000,-19.000 19.000,19.000-36.000,-1.000 17.000,1.000-34.000,-1.000 35.000,-35.000 17.000,35.000-17.000,18.000 17.000,-17.000 18.000,17.000-35.000,-36.000 17.000,19.000-17.000,-1.000 17.000,-17.000-35.000,0.000 18.000,17.000 17.000,-17.000-34.000,-1.000 16.000,19.000 1.000,-36.000-36.000,0.000 36.000,35.000 0.000,1.000 17.000,-1.000-17.000,-17.000 17.000,35.000-35.000,-18.000 36.000,18.000-1.000,-18.000 18.000,1.000-35.000,-18.000 17.000,35.000-17.000,-36.000 35.000,19.000 0.000,-19.000-18.000,19.000 1.000,-1.000-19.000,-17.000 19.000,17.000-1.000,0.000 18.000,-17.000-35.000,18.000 35.000,-1.000-18.000,0.000 1.000,-17.000-1.000,17.000 18.000,-17.000-18.000,0.000 1.000,17.000-1.000,18.000 0.000,-17.000 1.000,-19.000 17.000,19.000 0.000,-36.000-18.000,17.000 18.000,1.000 0.000,-18.000-18.000,18.000 1.000,0.000 17.000,17.000-18.000,-17.000 18.000,17.000 0.000,0.000 0.000,1.000-18.000,-1.000 1.000,-17.000 17.000,0.000 0.000,17.000 0.000,0.000 0.000,1.000 0.000,-54.000-18.000,1.000 18.000,52.000 0.000,-53.000 0.000,19.000 0.000,16.000 0.000,19.000 0.000,-1.000 0.000,-35.000-17.000,18.000-1.000,-1.000 0.000,19.000 1.000,-36.000 17.000,18.000 0.000,-1.000-18.000,19.000 18.000,-19.000 0.000,1.000-18.000,0.000 1.000,17.000-1.000,-17.000 18.000,0.000-18.000,-1.000 1.000,1.000 17.000,35.000-18.000,-35.000 18.000,0.000-17.000,17.000-1.000,-17.000 18.000,17.000 0.000,-35.000-18.000,18.000 18.000,17.000 0.000,1.000 0.000,-1.000 0.000,-17.000 0.000,17.000 0.000,-17.000 0.000,17.000 0.000,0.000 0.000,1.000 0.000,-18.000 0.000,17.000 0.000,-17.000 0.000,17.000 0.000,0.000 0.000,1.000 0.000,-19.000 0.000,19.000 0.000,-18.000 18.000,17.000-18.000,-17.000 18.000,35.000-1.000,-18.000 1.000,0.000-18.000,1.000 17.000,-1.000 1.000,-17.000-18.000,17.000 35.000</inkml:trace>
  <inkml:trace contextRef="#ctx0" brushRef="#br0">15311.000 2099.000,'18.000'35.000,"17.000"-35.000,0.000 0.000,0.000-17.000,1.000-1.000,-19.000-17.000,1.000-1.000,0.000 19.000,-1.000-18.000,18.000 17.000,1.000-17.000,-1.000 17.000,18.000-17.000,-18.000 17.000,-17.000-35.000,17.000 36.000,0.000-1.000,1.000 0.000,17.000-17.000,-36.000 35.000,1.000 0.000,35.000-18.000,-36.000-35.000,19.000 53.000,-19.000-35.000,19.000 35.000,-19.000 0.000,19.000-17.000,-1.000-1.000,0.000 18.000,0.000-18.000,1.000 18.000,-19.000 0.000,36.000-17.000,-53.000-1.000,36.000 18.000,-1.000 0.000,-18.000 0.000,19.000 0.000,-19.000 0.000,19.000 0.000,-1.000 0.000,0.000 0.000,0.000 0.000,1.000 0.000,-19.000 0.000,36.000 0.000,-17.000 0.000,-19.000 0.000,1.000 0.000,-1.000 0.000,19.000 0.000,-19.000 0.000,19.000 0.000,17.000 0.000,52.000 18.000,-52.000 17.000,36.000-35.000,-54.000 18.000,0.000-1.000,0.000-17.000,-17.000 0.000,17.000 18.000,1.000-18.000,34.000 0.000,-17.000 0.000,-18.000 0.000,1.000 0.000,-1.000 0.000,0.000 0.000,0.000 0.000,1.000 0.000,-19.000 0.000,1.000 0.000,17.000 0.000,1.000 0.000,-1.000 0.000,-18.000 0.000,19.000 0.000,-19.000 0.000,19.000 0.000,-19.000 0.000,54.000 0.000,-18.000 0.000,0.000 0.000,0.000 0.000,-18.000 0.000,0.000 0.000,-17.000 0.000,17.000 0.000,-17.000 0.000,-1.000 0.000,1.000 0.000,17.000 0.000,-17.000 0.000,35.000 0.000,0.000 0.000,0.000 0.000,-18.000 0.000,-17.000 0.000,34.000 0.000,-16.000 0.000,-19.000 0.000,19.000 0.000,17.000 0.000,35.000 0.000,-18.000 17.000,19.000 36.000,69.000 0.000,-34.000-17.000,-54.000-1.000,1.000-18.000,-36.000-17.000,0.000 18.000,18.000 0.000,-17.000-18.000,-1.000 17.000,-17.000-17.000,17.000 0.000,18.000 18.000,-18.000 35.000,0.000-35.000,1.000-1.000,34.000 36.000,-35.000-35.000,1.000-1.000,-19.000 19.000,19.000-19.000,-1.000 19.000,0.000-1.000,53.000 0.000,-52.000 36.000,17.000-36.000,-18.000-35.000,-35.000 35.000,17.000 1.000,19.000-1.000,17.000-18.000,-18.000 19.000,0.000-1.000,-17.000 0.000,17.000-17.000,-17.000 0.000,-1.000-1.000,1.000 18.000,-18.000-17.000,35.000 17.000,1.000 1.000,17.000 17.000,-1.000 17.000,-16.000-17.000,-1.000 35.000,0.000-52.000,-17.000-19.000,70.000-17.000,-53.000 18.000,1.000 17.000,-19.000-17.000,-17.000 35.000,18.000-18.000,0.000 0.000,34.000 18.000,19.000 35.000,-36.000-17.000,-17.000-36.000,53.000 18.000,-36.000 18.000,-18.000-18.000,54.000-18.000,-53.000 53.000,17.000-35.000,-17.000 53.000,-1.000-18.000,18.000 0.000,1.000 0.000,-36.000-35.000,17.000-17.000,1.000-19.000,0.000 18.000,-18.000-17.000,0.000 0.000,0.000-71.000,0.000 35.000,35.000 18.000,-17.000 0.000,70.000 0.000,-35.000 18.000,0.000 17.000,-36.000 0.000,54.000-52.000,-18.000-1.000,-53.000 53.000,0.000 71.000,-18.000-18.000,18.000-35.000,-35.000 0.000,0.000 35.000,17.000-35.000,0.000 18.000,1.000-1.000,17.000 19.000,0.000-36.000,-18.000 35.000,0.000-53.000,18.000 0.000,0.000 1.000,0.000-1.000,0.000-17.000,0.000 34.000,0.000 1.000,0.000-17.000,-70.000-54.000,34.000 18.000,19.000 0.000,17.000 35.000,-18.000 18.000,18.000-35.000,0.000-1.000,-17.000 36.000,-1.000-88.000,18.000 0.000,18.000 35.000,17.000 0.000,-35.000 35.000,-18.000-17.000,18.000 35.000,-17.000-18.000,-1.000 0.000,18.000 0.000,0.000-17.000,0.000 17.000,-18.000-35.000,18.000 36.000,-35.000-36.000,17.000 35.000,18.000-17.000,71.000-18.000,-71.000 17.000,0.000 19.000,0.000-19.000,0.000 1.000,35.000-18.000,-17.000 0.000,17.000 17.000,-35.000 19.000,0.000-19.000,0.000 36.000,0.000-17.000,0.000-19.000,-18.000 36.000,1.000-35.000,17.000 17.000,-18.000 0.000,18.000 1.000,-17.000 34.000,-36.000-35.000,35.000 1.000,36.000-54.000,-1.000 18.000,-17.000 35.000,0.000-17.000,0.000 17.000,-17.000 1.000,-1.000-1.000,0.000-18.000,1.000 19.000,-19.000-19.000,36.000 19.000,0.000-1.000,-17.000-35.000,-54.000 0.000,18.000 0.000,0.000 35.000,18.000 0.000,-18.000 1.000,36.000-1.000,-19.000 18.000,-17.000-18.000,-17.000 0.000,70.000 1.000,-18.000 17.000,-17.000-53.000,35.000 17.000,-35.000 1.000,17.000-18.000,-17.000 18.000,-1.000 35.000,1.000-36.000,0.000 1.000,0.000-1.000,17.000-17.000,-17.000 36.000,-18.000-19.000,-18.000 54.000,18.000-36.000,0.000-17.000,0.000 17.000,1.000 0.000,16.000 1.000,-17.000-19.000,36.000 19.000,-19.000-36.000,19.000 17.000,-18.000 1.000,17.000-18.000,-17.000 0.000,17.000 17.000,0.000 1.000,1.000 0.000,-19.000-1.000,19.000 1.000,-18.000-18.000,17.000 18.000,-17.000-1.000,-1.000 1.000,36.000 0.000,-17.000-18.000,-19.000 17.000,1.000 1.000,17.000 0.000,1.000-1.000,-18.000-17.000,-18.000 18.000,0.000-1.000,35.000 1.000,0.000 0.000,1.000-18.000,-36.000 17.000,35.000 1.000,-17.000 0.000,17.000-18.000,1.000 0.000,-36.000 17.000,35.000 1.000,1.000-18.000,-19.000 18.000,1.000-1.000,0.000-17.000,-18.000 18.000,-35.000-18.000,17.000 35.000,-17.000 0.000,53.000-35.000,-18.000 18.000,-18.000 17.000,36.000-35.000,0.000 0.000,-1.000 0.000,19.000 0.000,-36.000 0.000,-36.000 36.000,19.000-19.000,17.000-17.000,-18.000 0.000,36.000 18.000,-18.000-18.000,0.000 0.000,18.000 0.000,0.000 0.000,17.000 0.000,-17.000 0.000,-18.000 0.000,0.000 0.000,-18.000 0.000,1.000 0.000,17.000 0.000,18.000 0.000,-1.000 0.000,1.000-18.000,-35.000 18.000,34.000-17.000,1.000-1.000,-18.000-17.000,18.000 35.000,0.000 0.000,-1.000-18.000,1.000 0.000,-18.000 18.000,0.000 0.000,18.000 0.000,-36.000-17.000,18.000-1.000,36.000 0.000,-18.000 1.000,17.000 17.000,0.000 0.000,-17.000 0.000,17.000 0.000,-17.000 0.000,17.000 0.000,1.000-18.000,17.000 1.000,-18.000 17.000,-17.000 0.000,17.000 0.000,-17.000 0.000,-36.000-18.000,1.000 0.000,70.000 1.000,-53.000 17.000,18.000 0.000,-1.000 0.000,19.000 0.000,-36.000-18.000,35.000 0.000,-17.000 18.000,0.000 0.000,-1.000 0.000,1.000 0.000,-18.000 0.000,18.000 0.000,-36.000-17.000,54.000 17.000,-1.000-18.000,0.000 0.000,-17.000 18.000,17.000-17.000,-17.000 17.000,0.000 0.000,0.000 0.000,17.000-18.000,0.000 18.000,-17.000 0.000,0.000 0.000,17.000 0.000,1.000 0.000,-1.000 0.000,-17.000 0.000,-1.000 0.000,1.000 0.000,0.000 0.000,17.000-17.000,1.000 17.000,-1.000 0.000,-17.000 0.000,17.000 0.000,-17.000 0.000,17.000 0.000,0.000 0.000,1.000 0.000,-19.000 0.000,19.000 0.000,-18.000 0.000,17.000 0.000,0.000 0.000,1.000 0.000,-19.000 0.000,19.000 0.000,-19.000 0.000,1.000 0.000,-18.000 0.000,0.000 0.000,18.000 0.000,-18.000 0.000,18.000 0.000,17.000 0.000,-35.000 0.000,0.000 0.000,18.000 0.000,17.000 0.000,-17.000 0.000,18.000 0.000,-1.000 0.000,-17.000-18.000,-1.000 0.000,1.000 18.000,17.000 0.000,-17.000 0.000,18.000 0.000,-19.000 0.000,1.000 0.000,0.000 0.000,17.000 0.000,0.000 0.000,-17.000 0.000,18.000 0.000,-36.000-17.000,17.000 17.000,19.000 0.000,-1.000 0.000,0.000 0.000,-17.000 0.000,0.000-18.000,0.000 0.000,-1.000 1.000,19.000 17.000,-19.000 0.000,19.000 0.000,-19.000 0.000,1.000-18.000,0.000 0.000,0.000 1.000,17.000 17.000,0.000 0.000,-35.000-18.000,18.000-17.000,18.000 17.000,-1.000 1.000,0.000-1.000,-17.000 0.000,35.000-17.000,-35.000 17.000,35.000-17.000,-18.000-18.000,0.000 36.000,-17.000-19.000,17.000 1.000,1.000 17.000,-1.000-17.000,1.000-18.000,17.000 36.000,-18.000-19.000,18.000 1.000,-18.000 17.000,1.000-17.000,17.000 0.000,0.000-1.000,0.000 1.000,0.000 0.000,17.000 17.000,19.000-17.000,-36.000 0.000,17.000-1.000,18.000-34.000,-35.000-36.000,0.000 53.000,0.000-17.000,0.000-36.000,0.000 35.000,0.000 1.000,0.000-1.000,0.000 1.000,0.000 34.000,0.000 1.000,0.000 17.000,0.000-17.000,18.000 0.000,0.000-36.000,-18.000 36.000,0.000 0.000,0.000 17.000,0.000 0.000,17.000-35.000,1.000 36.000,0.000-36.000,-18.000 18.000,0.000-1.000,0.000-17.000,0.000-17.000,0.000 52.000,17.000-52.000,-17.000 17.000,0.000 18.000,18.000-1.000,0.000 1.000,17.000-18.000,-35.000 18.000,0.000-1.000,18.000 1.000,-1.000 0.000,1.000 0.000,-18.000-1.000,0.000-17.000,0.000-17.000,17.000 35.000,1.000-1.000,0.000-17.000,-1.000 18.000,19.000-18.000,-1.000-17.000,0.000 34.000,18.000 1.000,-53.000-18.000,18.000 18.000,-1.000 0.000,19.000 17.000,-19.000-17.000,1.000-1.000,0.000-34.000,17.000 17.000,-18.000 0.000,54.000-17.000,-36.000-19.000,-17.000 19.000,17.000-1.000,18.000 18.000,-18.000-17.000,1.000 17.000,-36.000 18.000,17.000-1.000,19.000 1.000,-19.000 0.000,1.000 17.000,0.000-17.000,-1.000 0.000,1.000-1.000,17.000-17.000,0.000 18.000,-35.000 17.000,18.000-35.000,0.000 18.000,-18.000 0.000,17.000 17.000,-17.000-17.000,0.000 17.000,0.000 1.000,0.000-1.000,18.000-52.000,0.000-1.000,-1.000 36.000,-17.000-1.000,0.000 19.000,18.000-18.000,-1.000 17.000,-17.000-17.000,0.000-1.000,0.000 19.000,18.000-19.000,-18.000 1.000,0.000 0.000,18.000 35.000,-1.000-35.000,-17.000-1.000,18.000 19.000,-18.000-19.000,18.000 19.000,-1.000-1.000,-17.000-17.000,18.000 0.000,0.000 35.000,-1.000-18.000,-17.000-17.000,18.000-1.000,0.000 19.000,-1.000-1.000,1.000 0.000,-1.000 1.000,1.000-1.000,-18.000 1.000,35.000 17.000,-35.000-36.000,0.000 19.000,18.000-19.000,0.000 19.000,17.000-1.000,0.000-17.000,-17.000-1.000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7-10-17T00:08: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22525.000 4516.000,'-17.000'0.000,"-1.000"0.000,-17.000-18.000,-1.000 18.000,-17.000 0.000,18.000-18.000,-53.000 1.000,35.000 17.000,-35.000-18.000,35.000 18.000,0.000-18.000,18.000 18.000,-1.000 0.000,19.000-17.000,-1.000 17.000,1.000 0.000,-1.000 0.000,-17.000 0.000,-36.000 0.000,18.000-18.000,18.000 18.000,-18.000 0.000,35.000-18.000,-17.000 18.000,17.000 0.000,1.000 0.000,-1.000 18.000,18.000 0.000,-17.000-18.000,17.000 17.000,0.000 1.000,-18.000 0.000,18.000 17.000,-18.000-35.000,18.000 35.000,0.000 0.000,-17.000 1.000,17.000-1.000,-18.000 0.000,18.000 1.000,0.000-1.000,0.000 0.000,0.000 0.000,0.000 1.000,0.000-1.000,-18.000 0.000,18.000 18.000,0.000-18.000,0.000 1.000,0.000-1.000,0.000-17.000,0.000-1.000,0.000 1.000,0.000 0.000,0.000-1.000,0.000 1.000,0.000-1.000,0.000 19.000,0.000-1.000,0.000 0.000,0.000 1.000,0.000-1.000,0.000 0.000,0.000 0.000,0.000 1.000,0.000-1.000,0.000 0.000,0.000 1.000,0.000-1.000,-17.000 0.000,17.000-17.000,0.000 17.000,0.000-17.000,0.000 17.000,-18.000-35.000,18.000 53.000,0.000-18.000,0.000 18.000,0.000-18.000,0.000 18.000,0.000 18.000,0.000-36.000,0.000 0.000,0.000 1.000,0.000-19.000,0.000 1.000,0.000 17.000,0.000 0.000,0.000 1.000,0.000 17.000,0.000-18.000,0.000 18.000,0.000-18.000,0.000 18.000,0.000 0.000,18.000-18.000,-18.000 18.000,17.000 0.000,-17.000 0.000,18.000 0.000,0.000-18.000,-18.000 0.000,17.000 1.000,-17.000-19.000,18.000 19.000,-18.000 17.000,18.000-18.000,-1.000 18.000,18.000-18.000,-35.000-17.000,18.000-1.000,0.000 1.000,-18.000 0.000,17.000-18.000,1.000 0.000,-18.000 17.000,18.000 1.000,-1.000-18.000,1.000 0.000,17.000 18.000,0.000-1.000,1.000 1.000,17.000 17.000,-18.000-35.000,0.000 18.000,36.000-18.000,-1.000 0.000,-17.000 17.000,-17.000-17.000,16.000 0.000,37.000 18.000,-36.000-18.000,-1.000 0.000,-16.000 0.000,17.000 0.000,-18.000 0.000,0.000 0.000,0.000 0.000,1.000 0.000,-1.000 0.000,18.000 0.000,-18.000 0.000,18.000 0.000,0.000 0.000,-18.000 0.000,18.000 0.000,18.000 0.000,-36.000 0.000,-17.000 0.000,-1.000 0.000,19.000 0.000,-19.000 0.000,19.000 0.000,-19.000 0.000,1.000 0.000,-18.000-18.000,17.000 1.000,19.000 17.000,-19.000-18.000,19.000 0.000,-19.000 18.000,1.000 0.000,0.000-35.000,-1.000 35.000,1.000-17.000,0.000-1.000,-1.000 0.000,1.000 1.000,-18.000-1.000,17.000 18.000,1.000-18.000,0.000 1.000,-1.000-1.000,-17.000 0.000,36.000 1.000,-19.000-19.000,-17.000 1.000,18.000 18.000,-18.000-1.000,53.000 0.000,-53.000 1.000,17.000-1.000,1.000-17.000,-18.000-1.000,35.000 19.000,1.000-54.000,-19.000 36.000,1.000 0.000,0.000 17.000,-1.000 0.000,1.000-17.000,-1.000 18.000,-17.000-1.000,18.000-17.000,0.000 35.000,-1.000-36.000,1.000 1.000,0.000 0.000,-1.000-1.000,1.000 19.000,-18.000-1.000,0.000 1.000,0.000-1.000,18.000 0.000,-18.000 1.000,17.000-1.000,-17.000 0.000,18.000-17.000,0.000 35.000,-18.000-35.000,0.000 17.000,17.000 1.000,-17.000-1.000,0.000 0.000,18.000-17.000,-18.000 17.000,0.000 1.000,0.000-1.000,0.000 0.000,0.000 1.000,0.000-1.000,0.000 1.000,0.000-1.000,0.000 0.000,-18.000 18.000,18.000-17.000,-17.000 17.000,17.000-18.000,0.000 0.000,0.000 1.000,-18.000 17.000,18.000-18.000,0.000 0.000,-18.000 1.000,1.000-19.000,17.000 19.000,-18.000-1.000,0.000-17.000,18.000 17.000,-17.000-17.000,17.000 17.000,-18.000-17.000,0.000 17.000,18.000-17.000,0.000 0.000,-17.000 17.000,17.000-17.000,0.000 17.000,-18.000 1.000,18.000-1.000,0.000 0.000,0.000 1.000,0.000-1.000,-18.000 1.000,18.000-1.000,0.000 0.000,0.000 1.000,0.000-1.000,0.000 0.000,0.000 1.000,0.000-1.000,0.000 0.000,0.000 1.000,-17.000 17.000,17.000-18.000,0.000 0.000,0.000 1.000,0.000-1.000,0.000 1.000,0.000-1.000,0.000 0.000,0.000 1.000,0.000-1.000,0.000 0.000,0.000-17.000,0.000 17.000,0.000 1.000,0.000-1.000,0.000 1.000,0.000-1.000,0.000 0.000,0.000 1.000,0.000-1.000,0.000 0.000,0.000 1.000,0.000-1.000,-35.000 0.000,17.000 18.000,0.000 0.000,18.000-17.000,-17.000 17.000,17.000-18.000,-18.000 18.000,0.000-17.000,-17.000 17.000,35.000-18.000,-35.000 18.000,17.000 0.000,18.000-18.000,-35.000 18.000,17.000 0.000,1.000 0.000,-1.000 0.000,0.000-17.000,1.000 17.000,-1.000 0.000,-17.000 0.000,17.000 0.000,-35.000-18.000,18.000 0.000,0.000 1.000,-18.000-19.000,17.000 36.000,1.000-17.000,18.000 17.000,-1.000 0.000,0.000 0.000,1.000 0.000,-1.000 0.000,0.000 0.000,1.000 0.000,-1.000 0.000,0.000 0.000,1.000-18.000,-1.000 18.000,-52.000 0.000,34.000-18.000,-17.000 1.000,1.000-18.000,16.000 17.000,-17.000 18.000,18.000-18.000,0.000 18.000,-1.000 0.000,1.000-17.000,18.000 17.000,-1.000 0.000,0.000 0.000,-17.000 0.000,17.000 0.000,1.000 0.000,-1.000 0.000,0.000 0.000,1.000 0.000,-1.000 0.000,1.000 0.000</inkml:trace>
  <inkml:trace contextRef="#ctx0" brushRef="#br0">22137.000 12277.000,'18.000'0.000,"-1.000"0.000,1.000 0.000,0.000 0.000,17.000 0.000,-17.000 0.000,17.000 0.000,18.000 0.000,0.000 0.000,-18.000 0.000,0.000 0.000,1.000 0.000,-19.000 0.000,1.000 0.000,-1.000 0.000,1.000 0.000,0.000 0.000,17.000 0.000,0.000 0.000,18.000 0.000,0.000 0.000,0.000 0.000,18.000 0.000,-36.000 0.000,-17.000 0.000,-1.000 0.000,1.000 0.000,17.000 0.000,-17.000 0.000,-1.000 0.000,1.000 0.000,0.000 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8-10-23T01:37: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13688.000 3810.000,'18.000'0.000,"35.000"0.000,0.000 0.000,17.000 0.000,1.000 0.000,-18.000 0.000,-18.000 0.000,0.000-18.000,-17.000 18.000,17.000 0.000,-17.000 0.000,-1.000 0.000,1.000 0.000,17.000 0.000,18.000 0.000,-18.000 0.000,1.000 0.000,-19.000 0.000,1.000 0.000,0.000 0.000,-1.000 0.000,19.000 0.000,-1.000 0.000,18.000 0.000,-18.000 0.000,-17.000 0.000,-1.000 0.000,1.000 0.000,17.000 0.000,-17.000 0.000,0.000 0.000,17.000 0.000,0.000 0.000,-17.000 0.000,-1.000 0.000,1.000 0.000,0.000 0.000,-1.000 0.000,1.000 0.000,0.000 0.000,34.000 0.000,-16.000 0.000,-1.000 0.000,18.000 0.000,-18.000 0.000,18.000 0.000,-18.000 0.000,-17.000 0.000,0.000 0.000,-1.000 0.000,1.000 0.000,17.000 0.000,1.000 0.000,-1.000 0.000,-18.000 0.000,1.000 0.000,17.000-17.000,1.000 17.000,17.000 0.000,-36.000 0.000,1.000 0.000,-1.000 0.000,1.000 0.000,17.000 0.000,-17.000 0.000,0.000 0.000,-1.000 0.000,19.000-18.000,-19.000 18.000,-17.000-35.000,18.000 35.000,-18.000-18.000,18.000 18.000,-1.000-17.000,-17.000-1.000,18.000 0.000,-1.000 18.000,-17.000-17.000,18.000-1.000,-18.000 0.000,0.000 1.000,18.000 17.000,-18.000-18.000,17.000-35.000,-17.000 36.000,0.000-1.000,0.000 0.000,0.000 1.000,0.000-1.000,0.000 0.000,0.000 1.000,0.000-19.000,0.000 19.000,0.000-1.000,0.000 0.000,0.000 1.000,0.000-1.000,0.000 1.000,0.000-1.000,0.000 0.000,0.000 1.000,0.000-1.000,0.000 0.000,0.000-17.000,-17.000 17.000,17.000 1.000,0.000-1.000,0.000 1.000,-18.000-1.000,18.000 0.000,0.000-17.000,0.000 17.000,-18.000 18.000,18.000-17.000,-17.000 17.000,17.000-18.000,0.000 0.000,-18.000 18.000,1.000 0.000,-19.000-17.000,-52.000-1.000,35.000 18.000,0.000-17.000,-35.000 17.000,35.000-18.000,18.000 0.000,-18.000 18.000,18.000 0.000,-54.000-53.000,72.000 53.000,-18.000 0.000,17.000 0.000,0.000 0.000,1.000 0.000,-1.000 0.000,-35.000-17.000,35.000 17.000,1.000 0.000,-1.000 0.000,0.000 0.000,1.000 0.000,-18.000 0.000,17.000 0.000,-17.000 0.000,-1.000 0.000,1.000 0.000,0.000 0.000,0.000 0.000,-36.000 0.000,53.000 0.000,-17.000 0.000,17.000 0.000,1.000 0.000,-1.000 0.000,1.000 35.000,-1.000-35.000,-17.000 0.000,-1.000 0.000,1.000 0.000,17.000 0.000,1.000 0.000,-1.000 18.000,-17.000-18.000,0.000 0.000,17.000 17.000,0.000-17.000,1.000 0.000,-1.000 0.000,0.000 18.000,1.000-18.000,-1.000 0.000,0.000 0.000,1.000 0.000,17.000 18.000,-18.000-18.000,1.000 0.000,-1.000 0.000,0.000 0.000,1.000 0.000,-1.000 0.000,0.000 17.000,-17.000-17.000,17.000 0.000,1.000 0.000,-18.000 0.000,35.000 18.000,-18.000-18.000,0.000 0.000,1.000 0.000,-1.000 17.000,0.000-17.000,1.000 0.000,-1.000 0.000,0.000 0.000,18.000 18.000,-35.000-18.000,17.000 18.000,1.000-1.000,-1.000-17.000,1.000 0.000,17.000 18.000,-18.000-18.000,0.000 18.000,1.000-18.000,17.000 17.000,-18.000-17.000,0.000 18.000,-17.000 0.000,35.000-1.000,-18.000-17.000,18.000 18.000,0.000-1.000,0.000 1.000,0.000 17.000,0.000-17.000,0.000 0.000,0.000-1.000,36.000 1.000,-36.000 0.000,0.000-1.000,0.000 1.000,0.000-1.000,0.000 1.000,17.000 0.000,-17.000-1.000,0.000 1.000,0.000 0.000,18.000-1.000,-18.000 1.000,18.000 0.000,-18.000-1.000,0.000 1.000,17.000 0.000,-17.000 17.000,0.000-18.000,0.000 19.000,0.000-19.000,0.000 1.000,0.000 0.000,18.000 17.000,-18.000-17.000,0.000-1.000,0.000 1.000,0.000-1.000,18.000 1.000,-1.000 0.000,1.000-1.000,-1.000 1.000,19.000 0.000,-19.000 17.000,1.000 0.000,-18.000-17.000,0.000-1.000,18.000 1.000,-18.000 0.000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7-10-16T04:05: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4851.000 8132.000,'0.000'0.000,"17.000"0.000,19.000 0.000,17.000 0.000,-1.000 0.000,-34.000 0.000,17.000 0.000,1.000 0.000,17.000 0.000,-53.000 0.000,17.000 0.000,18.000 0.000,-35.000 0.000,18.000 0.000,0.000 0.000,-1.000 0.000,1.000 0.000,0.000 0.000,17.000 0.000,-35.000 0.000,18.000 0.000,17.000 0.000,-35.000 0.000,35.000 0.000,0.000 0.000,1.000 0.000,17.000 0.000,-36.000 0.000,19.000 0.000,-1.000 0.000,18.000 0.000,0.000 0.000,-36.000 0.000,19.000 0.000,-1.000 0.000,0.000 0.000,-17.000 0.000,35.000 0.000,-36.000 0.000,36.000 0.000,-35.000 0.000,0.000 0.000,17.000 0.000,18.000 0.000,-36.000 0.000,36.000 0.000,-17.000 0.000,-19.000 0.000,54.000 0.000,-54.000 0.000,19.000 0.000,-1.000 0.000,0.000 0.000,-17.000 0.000,17.000 0.000,-17.000 0.000,35.000 0.000,-53.000 0.000,53.000 0.000,-36.000 0.000,19.000 0.000,-1.000 0.000,0.000 0.000,0.000 0.000,1.000 0.000,17.000 0.000,-18.000 0.000,18.000 0.000,0.000 0.000,-18.000 17.000,0.000-17.000,0.000 0.000,18.000 0.000,-17.000 0.000,-19.000 0.000,19.000 0.000,17.000 0.000,-18.000 0.000,0.000 0.000,0.000 0.000,1.000 0.000,-1.000 0.000,18.000 0.000,-18.000 0.000,0.000 0.000,1.000 0.000,17.000 0.000,-18.000 0.000,0.000 0.000,-17.000 0.000,17.000 0.000,0.000 0.000,18.000 0.000,18.000 0.000,-54.000 0.000,36.000 0.000,0.000 0.000,-35.000 0.000,17.000 0.000,-17.000 0.000,17.000 0.000,-17.000 0.000,35.000 0.000,-18.000 0.000,18.000 0.000,0.000 0.000,0.000 0.000,-36.000 0.000,19.000 0.000,-1.000 0.000,18.000 0.000,-36.000 0.000,19.000 0.000,-1.000 0.000,-17.000 0.000,-1.000 0.000,19.000 0.000,-19.000 0.000,1.000 0.000,17.000 0.000,-17.000 0.000,-18.000 0.000,35.000 0.000,-17.000 0.000,17.000 0.000,-17.000 0.000,-1.000 0.000,1.000 0.000,-1.000 0.000,-17.000 0.000,36.000 0.000,-19.000 0.000,1.000 0.000,-18.000 0.000,18.000 0.000,-1.000 0.000,1.000 0.000,-18.000 0.000,18.000 0.000,-1.000 0.000,1.000 0.000,-18.000 0.000,18.000 0.000,-1.000 0.000,1.000 0.000,-18.000 0.000,17.000 0.000,1.000 0.000,0.000 0.000</inkml:trace>
  <inkml:trace contextRef="#ctx0" brushRef="#br0">17004.000 8943.000,'18.000'0.000,"-18.000"-18.000,17.000 18.000,1.000 0.000,-1.000 0.000,-17.000 0.000,18.000 0.000,17.000 0.000,-17.000 0.000,17.000 0.000,1.000 0.000,16.000 0.000,-34.000 0.000,17.000 0.000,-17.000 0.000,17.000 0.000,18.000 0.000,-35.000 0.000,17.000 0.000,0.000 0.000,1.000 0.000,-36.000 0.000,53.000 0.000,-36.000 0.000,19.000 0.000,-1.000 0.000,0.000 0.000,0.000 0.000,18.000 0.000,18.000 0.000,-18.000 0.000,0.000 0.000,0.000 0.000,0.000 0.000,17.000 0.000,1.000 0.000,-1.000 0.000,18.000 18.000,-17.000-18.000,35.000 18.000,-36.000-1.000,1.000-17.000,17.000 0.000,-17.000 0.000,-18.000 0.000,-1.000 0.000,-34.000 0.000,35.000 0.000,-18.000 0.000,1.000 0.000,-1.000 0.000,-18.000 0.000,1.000 0.000,0.000 0.000,-1.000 0.000,-17.000 0.000,18.000 0.000,17.000 0.000,-17.000 0.000,0.000 0.000,-1.000 0.000,1.000 0.000,17.000 0.000,-17.000 0.000,17.000 0.000,-17.000 0.000,-1.000 0.000,1.000 0.000,0.000 0.000,-18.000 0.000,17.000 0.000,1.000 0.000,0.000 0.000,17.000 0.000,-18.000 0.000,1.000 0.000,17.000 0.000,-17.000 0.000,0.000 0.000,-1.000 0.000,-17.000 0.000,18.000 0.000,0.000 0.000,-1.000 0.000,-17.000 0.000,18.000 0.000,-1.000 0.000,1.000 0.000,-18.000 0.000,18.000 0.000,-1.000 0.000,1.000 0.000,-18.000 0.000</inkml:trace>
  <inkml:trace contextRef="#ctx0" brushRef="#br0">3210.000 9807.000,'18.000'0.000,"0.000"0.000,17.000 0.000,-18.000 0.000,36.000 0.000,18.000 0.000,-18.000 0.000,17.000 0.000,1.000 0.000,0.000 0.000,-1.000 0.000,18.000 0.000,-17.000 0.000,17.000 0.000,0.000 0.000,0.000 0.000,-17.000 0.000,17.000 0.000,-35.000 0.000,0.000 0.000,-18.000 0.000,18.000 0.000,0.000 0.000,-35.000 0.000,35.000 0.000,-36.000 0.000,19.000 0.000,-19.000 0.000,36.000 0.000,0.000 0.000,18.000 0.000,-36.000 0.000,35.000 0.000,1.000 0.000,0.000 0.000,17.000 0.000,-35.000 0.000,0.000 0.000,-36.000 0.000,19.000-17.000,-19.000 17.000,1.000 0.000,17.000 0.000,-35.000 0.000,18.000 0.000,17.000-18.000,-35.000 18.000,18.000 0.000,-1.000 0.000,1.000 0.000,-18.000 0.000,35.000 0.000,-17.000 0.000,-1.000-18.000,1.000 18.000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8-10-23T01:37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13159.000 5151.000,'18.000'0.000,"17.000"0.000,0.000 0.000,0.000-18.000,36.000 18.000,-18.000 0.000,17.000 0.000,1.000 0.000,-18.000 0.000,0.000 0.000,-18.000-18.000,0.000 18.000,1.000 0.000,-19.000 0.000,1.000 0.000,17.000 0.000,-17.000 0.000,17.000 0.000,18.000 0.000,0.000 0.000,-18.000 0.000,18.000 0.000,-18.000 0.000,-17.000 0.000,0.000 0.000,35.000 0.000,-36.000 0.000,1.000 0.000,35.000 0.000,-18.000 0.000,53.000 0.000,-35.000 0.000,-17.000 0.000,-19.000 0.000,1.000 0.000,-1.000 0.000,1.000 0.000,35.000 0.000,-35.000 0.000,-1.000 0.000,19.000 0.000,-36.000-17.000,17.000 17.000,18.000 0.000,-17.000 0.000,17.000 0.000,-17.000 0.000,0.000 0.000,-1.000 0.000,1.000 0.000,0.000 0.000,17.000 0.000,-18.000 0.000,19.000 0.000,-19.000 0.000,1.000 0.000,0.000 0.000,17.000 0.000,-17.000 0.000,-1.000 0.000,1.000 0.000,0.000 0.000,34.000 0.000,-34.000 0.000,0.000 0.000,-1.000 0.000,1.000 0.000,0.000 0.000,-1.000 0.000,-17.000-18.000,18.000 18.000,17.000 0.000,-35.000-18.000,18.000 18.000,-18.000-17.000,0.000-19.000,17.000 19.000,-17.000-1.000,0.000 1.000,0.000-1.000,0.000 0.000,0.000 1.000,0.000-1.000,0.000 0.000,-17.000-17.000,17.000 17.000,0.000 1.000,-35.000-1.000,35.000 1.000,0.000-1.000,0.000 0.000,-18.000 1.000,0.000-1.000,18.000 0.000,0.000-17.000,0.000 17.000,0.000 1.000,-17.000 17.000,17.000-18.000,-18.000 0.000,18.000 1.000,-18.000-18.000,18.000 17.000,0.000 0.000,-17.000-17.000,-1.000 17.000,18.000 1.000,0.000-1.000,0.000 0.000,0.000 1.000,0.000-1.000,-18.000 1.000,18.000-1.000,0.000-17.000,0.000 17.000,0.000 0.000,-17.000 18.000,-1.000 0.000,-17.000-17.000,-53.000-19.000,-1.000 19.000,-16.000-1.000,16.000 18.000,-16.000-35.000,-1.000 35.000,18.000-18.000,17.000 18.000,36.000-17.000,17.000 17.000,-17.000 0.000,17.000 0.000,1.000 0.000,-1.000 0.000,0.000 0.000,-35.000 0.000,18.000 0.000,0.000 0.000,0.000 0.000,-1.000 0.000,-34.000 0.000,52.000 0.000,-35.000 0.000,36.000 0.000,-1.000 0.000,0.000 0.000,1.000 0.000,-19.000 0.000,1.000 17.000,17.000-17.000,-17.000 0.000,0.000 0.000,0.000 18.000,-18.000-18.000,35.000 0.000,-17.000 0.000,17.000 18.000,0.000-18.000,1.000 17.000,-1.000-17.000,1.000 0.000,-1.000 0.000,18.000 18.000,-35.000-18.000,17.000 0.000,0.000 0.000,1.000 0.000,17.000 17.000,-18.000-17.000,18.000 18.000,-18.000-18.000,1.000 18.000,17.000 17.000,-18.000-17.000,1.000-18.000,17.000 17.000,-36.000-17.000,36.000 18.000,-17.000 0.000,-1.000-1.000,18.000 1.000,0.000-1.000,-18.000-17.000,18.000 18.000,0.000 17.000,0.000-17.000,-17.000-18.000,17.000 35.000,0.000-17.000,0.000 0.000,-18.000-1.000,18.000 1.000,0.000-1.000,0.000 1.000,-18.000-18.000,18.000 35.000,0.000-17.000,0.000 0.000,-17.000-1.000,17.000 1.000,0.000 17.000,0.000-17.000,0.000 17.000,0.000-17.000,0.000-1.000,0.000 1.000,0.000 0.000,0.000 17.000,0.000-17.000,0.000-1.000,0.000 1.000,0.000 0.000,0.000 17.000,0.000-18.000,0.000 1.000,0.000 0.000,0.000-1.000,0.000 1.000,17.000-18.000,1.000 18.000,0.000-18.000,-18.000 17.000,17.000 1.000,1.000-18.000,0.000 0.000,17.000 0.000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18-10-23T01:48: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13635.000 18997.000,'0.000'0.000,"18.000"0.000,-1.000-18.000,36.000-17.000,-35.000 18.000,0.000-1.000,35.000-17.000,-18.000-1.000,0.000 19.000,-17.000-19.000,35.000 19.000,-36.000-18.000,1.000 35.000,0.000-18.000,-1.000-17.000,1.000 17.000,0.000 0.000,-18.000 1.000,17.000-1.000,1.000 18.000,17.000-18.000,-17.000 1.000,-1.000 17.000,-17.000-18.000,18.000 18.000,-18.000-18.000,18.000 1.000,-1.000 17.000,1.000-18.000,0.000 18.000,-18.000-17.000,17.000 17.000,1.000-36.000,17.000 19.000,-35.000-1.000,35.000 18.000,-35.000-18.000,18.000 18.000,17.000-17.000,1.000-1.000,-1.000 0.000,18.000-17.000,-18.000 18.000,-17.000 17.000</inkml:trace>
  <inkml:trace contextRef="#ctx0" brushRef="#br0">14164.000 18274.000,'18.000'-18.000,"17.000"18.000,1.000 0.000,16.000-17.000,-16.000 17.000,-1.000 0.000,-17.000 0.000,-1.000 0.000,1.000 0.000,0.000 0.000,17.000 0.000,-17.000 0.000,-1.000 0.000,1.000 0.000,-1.000-18.000,-17.000 53.000,36.000 53.000,-36.000-52.000,0.000-19.000,0.000 19.000,0.000-1.000,0.000 0.000,0.000-17.000,0.000 17.000,0.000-17.000,0.000-1.000,0.000 1.000,0.000 0.000,0.000-1.000,0.000 1.000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65758-8310-46C4-A264-221C0D5E32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89A91-63DC-474D-8723-14B4301D93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限定词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（限定关联中使用）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489A91-63DC-474D-8723-14B4301D93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问题范围：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如开发“教学管理系统”，范围限定为齐鲁工业大学本科生的教学。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489A91-63DC-474D-8723-14B4301D93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三元关联：分为柜员处理事务和事务修改（或更新）账户。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489A91-63DC-474D-8723-14B4301D93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分行代码是限定词，不应作为属性。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以“账户”和“柜员事务”为例，说一下具体类的属性。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489A91-63DC-474D-8723-14B4301D93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以“更新”为例，说一下这一小节讲到的修改。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489A91-63DC-474D-8723-14B4301D93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9F410-C81C-4BFF-AE17-7C2AA84E2903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F4DB6-1900-4B73-BC53-F62D249ECAE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EBBB-D313-44C0-9717-DCA5A068A52D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3879E-DFE8-48DD-AF2D-C3334EA21910}" type="datetime1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17F4-1909-4482-8321-25E22029284A}" type="datetime1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4823D-C8CF-4B9A-B761-779B3EEC1431}" type="datetime1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8681B-A363-474E-A6FB-58C15FFBE560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16DE3-72F6-40A3-A89C-E35FD6D76CFD}" type="datetime1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B68E-E7CD-4DB7-8CB2-8CFE06A438BC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05BE5-8D63-48AB-984E-37E0F584CF9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5D5A7-2817-4173-B8D1-6BA2CA8CC5C4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customXml" Target="../ink/ink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customXml" Target="../ink/ink4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customXml" Target="../ink/ink6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8.xml"/><Relationship Id="rId3" Type="http://schemas.openxmlformats.org/officeDocument/2006/relationships/image" Target="../media/image17.png"/><Relationship Id="rId2" Type="http://schemas.openxmlformats.org/officeDocument/2006/relationships/customXml" Target="../ink/ink7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customXml" Target="../ink/ink9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customXml" Target="../ink/ink10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customXml" Target="../ink/ink11.xml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13.xml"/><Relationship Id="rId3" Type="http://schemas.openxmlformats.org/officeDocument/2006/relationships/image" Target="../media/image26.png"/><Relationship Id="rId2" Type="http://schemas.openxmlformats.org/officeDocument/2006/relationships/customXml" Target="../ink/ink12.xml"/><Relationship Id="rId1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customXml" Target="../ink/ink14.xml"/><Relationship Id="rId1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Revisiting what we have learned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Q1: </a:t>
            </a:r>
            <a:r>
              <a:rPr lang="zh-CN" altLang="en-US" dirty="0" smtClean="0"/>
              <a:t>用面向对象方法开发软件，需要建立哪</a:t>
            </a:r>
            <a:r>
              <a:rPr lang="en-US" altLang="zh-CN" dirty="0" smtClean="0"/>
              <a:t>3</a:t>
            </a:r>
            <a:r>
              <a:rPr lang="zh-CN" altLang="en-US" dirty="0" smtClean="0"/>
              <a:t>种模型？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对象模型</a:t>
            </a:r>
            <a:r>
              <a:rPr lang="zh-CN" altLang="en-US" dirty="0"/>
              <a:t>：描述系统的</a:t>
            </a:r>
            <a:r>
              <a:rPr lang="zh-CN" altLang="en-US" dirty="0">
                <a:solidFill>
                  <a:srgbClr val="0000FF"/>
                </a:solidFill>
              </a:rPr>
              <a:t>数据结构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动态模型</a:t>
            </a:r>
            <a:r>
              <a:rPr lang="zh-CN" altLang="en-US" dirty="0"/>
              <a:t>：描述系统的</a:t>
            </a:r>
            <a:r>
              <a:rPr lang="zh-CN" altLang="en-US" dirty="0">
                <a:solidFill>
                  <a:srgbClr val="0000FF"/>
                </a:solidFill>
              </a:rPr>
              <a:t>控制结构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0000FF"/>
                </a:solidFill>
              </a:rPr>
              <a:t>功能模型</a:t>
            </a:r>
            <a:r>
              <a:rPr lang="zh-CN" altLang="en-US" dirty="0"/>
              <a:t>：描述系统的</a:t>
            </a:r>
            <a:r>
              <a:rPr lang="zh-CN" altLang="en-US" dirty="0">
                <a:solidFill>
                  <a:srgbClr val="0000FF"/>
                </a:solidFill>
              </a:rPr>
              <a:t>功能</a:t>
            </a:r>
            <a:r>
              <a:rPr lang="zh-CN" altLang="en-US" dirty="0"/>
              <a:t>。</a:t>
            </a:r>
            <a:r>
              <a:rPr lang="en-US" altLang="zh-CN" dirty="0"/>
              <a:t>    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Q2: UML</a:t>
            </a:r>
            <a:r>
              <a:rPr lang="zh-CN" altLang="en-US" dirty="0"/>
              <a:t>怎样</a:t>
            </a:r>
            <a:r>
              <a:rPr lang="zh-CN" altLang="en-US" dirty="0" smtClean="0"/>
              <a:t>描述对象属性的可见性（</a:t>
            </a:r>
            <a:r>
              <a:rPr lang="en-US" altLang="zh-CN" dirty="0" smtClean="0"/>
              <a:t>3</a:t>
            </a:r>
            <a:r>
              <a:rPr lang="zh-CN" altLang="en-US" dirty="0"/>
              <a:t>种</a:t>
            </a:r>
            <a:r>
              <a:rPr lang="zh-CN" altLang="en-US" dirty="0" smtClean="0"/>
              <a:t>）？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UML</a:t>
            </a:r>
            <a:r>
              <a:rPr lang="zh-CN" altLang="en-US" sz="2800" dirty="0" smtClean="0"/>
              <a:t>描述属性</a:t>
            </a:r>
            <a:r>
              <a:rPr lang="zh-CN" altLang="en-US" sz="2800" dirty="0"/>
              <a:t>的可见性 </a:t>
            </a:r>
            <a:r>
              <a:rPr lang="en-US" altLang="zh-CN" sz="2800" dirty="0"/>
              <a:t>(visibility)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 </a:t>
            </a:r>
            <a:r>
              <a:rPr lang="zh-CN" altLang="en-US" sz="2400" dirty="0"/>
              <a:t>公有的（</a:t>
            </a:r>
            <a:r>
              <a:rPr lang="en-US" altLang="zh-CN" sz="2400" dirty="0"/>
              <a:t>public</a:t>
            </a:r>
            <a:r>
              <a:rPr lang="zh-CN" altLang="en-US" sz="2400" dirty="0"/>
              <a:t>）</a:t>
            </a:r>
            <a:r>
              <a:rPr lang="en-US" altLang="zh-CN" sz="2400" dirty="0"/>
              <a:t>:   +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私有的（</a:t>
            </a:r>
            <a:r>
              <a:rPr lang="en-US" altLang="zh-CN" sz="2400" dirty="0"/>
              <a:t>private</a:t>
            </a:r>
            <a:r>
              <a:rPr lang="zh-CN" altLang="en-US" sz="2400" dirty="0"/>
              <a:t>）</a:t>
            </a:r>
            <a:r>
              <a:rPr lang="en-US" altLang="zh-CN" sz="2400" dirty="0"/>
              <a:t>:   -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/>
              <a:t>保护的（</a:t>
            </a:r>
            <a:r>
              <a:rPr lang="en-US" altLang="zh-CN" sz="2400" dirty="0"/>
              <a:t>protected</a:t>
            </a:r>
            <a:r>
              <a:rPr lang="zh-CN" altLang="en-US" sz="2400" dirty="0"/>
              <a:t>）</a:t>
            </a:r>
            <a:r>
              <a:rPr lang="en-US" altLang="zh-CN" sz="2400" dirty="0"/>
              <a:t>: #</a:t>
            </a: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Q3:</a:t>
            </a:r>
            <a:r>
              <a:rPr lang="zh-CN" altLang="en-US" dirty="0" smtClean="0"/>
              <a:t>在限定关联中，利用</a:t>
            </a:r>
            <a:r>
              <a:rPr lang="en-US" altLang="zh-CN" dirty="0" smtClean="0"/>
              <a:t>________</a:t>
            </a:r>
            <a:r>
              <a:rPr lang="zh-CN" altLang="en-US" dirty="0" smtClean="0"/>
              <a:t>把</a:t>
            </a:r>
            <a:r>
              <a:rPr lang="zh-CN" altLang="en-US" dirty="0"/>
              <a:t>类</a:t>
            </a:r>
            <a:r>
              <a:rPr lang="zh-CN" altLang="en-US" dirty="0" smtClean="0"/>
              <a:t>之间的一对</a:t>
            </a:r>
            <a:r>
              <a:rPr lang="zh-CN" altLang="en-US" dirty="0"/>
              <a:t>多关系简化成了一对一关系。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795" y="1701165"/>
            <a:ext cx="7023735" cy="3437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10</a:t>
            </a:r>
            <a:r>
              <a:rPr lang="zh-CN" altLang="en-US" dirty="0" smtClean="0"/>
              <a:t>章 面向对象分析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00800" cy="2207096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吕国华</a:t>
            </a:r>
            <a:endParaRPr lang="en-US" altLang="zh-CN" dirty="0" smtClean="0"/>
          </a:p>
          <a:p>
            <a:r>
              <a:rPr lang="zh-CN" altLang="en-US" dirty="0"/>
              <a:t>齐鲁</a:t>
            </a:r>
            <a:r>
              <a:rPr lang="zh-CN" altLang="en-US" dirty="0" smtClean="0"/>
              <a:t>工业大学（山东省科学院）</a:t>
            </a:r>
            <a:endParaRPr lang="en-US" altLang="zh-CN" dirty="0" smtClean="0"/>
          </a:p>
          <a:p>
            <a:r>
              <a:rPr lang="zh-CN" altLang="en-US" dirty="0" smtClean="0"/>
              <a:t>计算机科学与技术学部</a:t>
            </a:r>
            <a:endParaRPr lang="en-US" altLang="zh-CN" dirty="0" smtClean="0"/>
          </a:p>
          <a:p>
            <a:r>
              <a:rPr lang="en-US" altLang="zh-CN" dirty="0" smtClean="0"/>
              <a:t>Email: guohualv@qlu.edu.cn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61047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面向对象分析</a:t>
            </a:r>
            <a:r>
              <a:rPr lang="en-US" altLang="zh-CN" sz="2800" dirty="0" smtClean="0"/>
              <a:t>(</a:t>
            </a:r>
            <a:r>
              <a:rPr lang="en-US" altLang="zh-CN" sz="2800" dirty="0" smtClean="0">
                <a:solidFill>
                  <a:srgbClr val="0000FF"/>
                </a:solidFill>
              </a:rPr>
              <a:t>OOA: Object-Oriented Analysis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相当于软件开发过程的</a:t>
            </a:r>
            <a:r>
              <a:rPr lang="zh-CN" altLang="en-US" sz="2800" dirty="0" smtClean="0">
                <a:solidFill>
                  <a:srgbClr val="0000FF"/>
                </a:solidFill>
              </a:rPr>
              <a:t>问题定义和需求分析</a:t>
            </a:r>
            <a:r>
              <a:rPr lang="zh-CN" altLang="en-US" sz="2800" dirty="0" smtClean="0"/>
              <a:t>阶段，是</a:t>
            </a:r>
            <a:r>
              <a:rPr lang="zh-CN" altLang="en-US" sz="2800" dirty="0" smtClean="0">
                <a:solidFill>
                  <a:srgbClr val="0000FF"/>
                </a:solidFill>
              </a:rPr>
              <a:t>用面向对象的概念和方法</a:t>
            </a:r>
            <a:r>
              <a:rPr lang="zh-CN" altLang="en-US" sz="2800" dirty="0" smtClean="0"/>
              <a:t>为软件需求建造模型，分析的过程是</a:t>
            </a:r>
            <a:r>
              <a:rPr lang="zh-CN" altLang="en-US" sz="2800" dirty="0" smtClean="0">
                <a:solidFill>
                  <a:srgbClr val="0000FF"/>
                </a:solidFill>
              </a:rPr>
              <a:t>提取和确定系统需求</a:t>
            </a:r>
            <a:r>
              <a:rPr lang="zh-CN" altLang="en-US" sz="2800" dirty="0" smtClean="0"/>
              <a:t>的过程。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7A16F-08AA-45BE-A80A-2D4BE40629AA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10.1 </a:t>
            </a:r>
            <a:r>
              <a:rPr lang="zh-CN" altLang="en-US" dirty="0" smtClean="0"/>
              <a:t>面向对象分析的基本过程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10.2 </a:t>
            </a:r>
            <a:r>
              <a:rPr lang="zh-CN" altLang="en-US" dirty="0" smtClean="0"/>
              <a:t>需求陈述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10.3 </a:t>
            </a:r>
            <a:r>
              <a:rPr lang="zh-CN" altLang="en-US" dirty="0" smtClean="0"/>
              <a:t>建立对象模型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10.4 </a:t>
            </a:r>
            <a:r>
              <a:rPr lang="zh-CN" altLang="en-US" dirty="0" smtClean="0"/>
              <a:t>建立动态模型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10.5 </a:t>
            </a:r>
            <a:r>
              <a:rPr lang="zh-CN" altLang="en-US" dirty="0" smtClean="0"/>
              <a:t>建立功能模型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10.6 </a:t>
            </a:r>
            <a:r>
              <a:rPr lang="zh-CN" altLang="en-US" dirty="0" smtClean="0"/>
              <a:t>定义服务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6980-36C0-4935-82BE-1243579DB516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10.1 </a:t>
            </a:r>
            <a:r>
              <a:rPr lang="zh-CN" altLang="en-US" dirty="0" smtClean="0"/>
              <a:t>面向对象分析的基本过程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79296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smtClean="0"/>
              <a:t>10.1.1 </a:t>
            </a:r>
            <a:r>
              <a:rPr lang="zh-CN" altLang="en-US" sz="2800" dirty="0" smtClean="0"/>
              <a:t>分析过程概述</a:t>
            </a:r>
            <a:endParaRPr lang="en-US" altLang="zh-CN" sz="2800" dirty="0" smtClean="0"/>
          </a:p>
          <a:p>
            <a:r>
              <a:rPr lang="zh-CN" altLang="en-US" sz="2800" dirty="0" smtClean="0"/>
              <a:t>分析：为了满足用户需求，系统必须</a:t>
            </a:r>
            <a:r>
              <a:rPr lang="zh-CN" altLang="en-US" sz="2800" dirty="0" smtClean="0">
                <a:solidFill>
                  <a:srgbClr val="0000FF"/>
                </a:solidFill>
              </a:rPr>
              <a:t>“做什么”</a:t>
            </a:r>
            <a:r>
              <a:rPr lang="zh-CN" altLang="en-US" sz="2800" dirty="0" smtClean="0"/>
              <a:t> ，而非“怎么做”。</a:t>
            </a:r>
            <a:endParaRPr lang="en-US" altLang="zh-CN" sz="2800" dirty="0" smtClean="0"/>
          </a:p>
          <a:p>
            <a:r>
              <a:rPr lang="zh-CN" altLang="en-US" sz="2800" dirty="0" smtClean="0"/>
              <a:t>分析的基本过程：</a:t>
            </a:r>
            <a:endParaRPr lang="en-US" altLang="zh-CN" sz="2800" dirty="0" smtClean="0"/>
          </a:p>
          <a:p>
            <a:pPr marL="0" indent="0">
              <a:buNone/>
            </a:pPr>
            <a:endParaRPr lang="en-US" altLang="zh-CN" sz="2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CB5E4-F598-4A39-B76E-D54236FB8CE5}" type="datetime11">
              <a:rPr lang="zh-CN" altLang="en-US" smtClean="0"/>
            </a:fld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852936"/>
            <a:ext cx="49815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164288" y="2408299"/>
            <a:ext cx="1806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</a:rPr>
              <a:t>       </a:t>
            </a:r>
            <a:r>
              <a:rPr lang="zh-CN" altLang="en-US" dirty="0" smtClean="0">
                <a:solidFill>
                  <a:srgbClr val="FF0000"/>
                </a:solidFill>
              </a:rPr>
              <a:t>简单描述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7524328" y="2492896"/>
            <a:ext cx="1237159" cy="377068"/>
          </a:xfrm>
          <a:prstGeom prst="wedgeRectCallout">
            <a:avLst>
              <a:gd name="adj1" fmla="val -75020"/>
              <a:gd name="adj2" fmla="val 172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标注 8"/>
          <p:cNvSpPr/>
          <p:nvPr/>
        </p:nvSpPr>
        <p:spPr>
          <a:xfrm>
            <a:off x="6444208" y="6453336"/>
            <a:ext cx="1237159" cy="377068"/>
          </a:xfrm>
          <a:prstGeom prst="wedgeRectCallout">
            <a:avLst>
              <a:gd name="adj1" fmla="val -50695"/>
              <a:gd name="adj2" fmla="val -13721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44208" y="6453336"/>
            <a:ext cx="123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规范描述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10.1.2    3</a:t>
            </a:r>
            <a:r>
              <a:rPr lang="zh-CN" altLang="en-US" dirty="0" smtClean="0"/>
              <a:t>个子模型与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个层次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lnSpcReduction="10000"/>
          </a:bodyPr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个子模型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对象模型（</a:t>
            </a:r>
            <a:r>
              <a:rPr lang="zh-CN" altLang="en-US" dirty="0" smtClean="0">
                <a:solidFill>
                  <a:srgbClr val="0000FF"/>
                </a:solidFill>
              </a:rPr>
              <a:t>静态结构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动态模型（</a:t>
            </a:r>
            <a:r>
              <a:rPr lang="zh-CN" altLang="en-US" dirty="0" smtClean="0">
                <a:solidFill>
                  <a:srgbClr val="0000FF"/>
                </a:solidFill>
              </a:rPr>
              <a:t>交互次序</a:t>
            </a:r>
            <a:r>
              <a:rPr lang="zh-CN" altLang="en-US" dirty="0" smtClean="0"/>
              <a:t>，状态图）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功能模型（</a:t>
            </a:r>
            <a:r>
              <a:rPr lang="zh-CN" altLang="en-US" dirty="0" smtClean="0">
                <a:solidFill>
                  <a:srgbClr val="0000FF"/>
                </a:solidFill>
              </a:rPr>
              <a:t>数据变换</a:t>
            </a:r>
            <a:r>
              <a:rPr lang="zh-CN" altLang="en-US" dirty="0" smtClean="0"/>
              <a:t>，用例图）</a:t>
            </a:r>
            <a:endParaRPr lang="en-US" altLang="zh-CN" dirty="0" smtClean="0"/>
          </a:p>
          <a:p>
            <a:pPr marL="400050" lvl="1" indent="0">
              <a:buNone/>
            </a:pPr>
            <a:endParaRPr lang="en-US" altLang="zh-CN" dirty="0"/>
          </a:p>
          <a:p>
            <a:pPr marL="457200" indent="-457200"/>
            <a:r>
              <a:rPr lang="en-US" altLang="zh-CN" sz="2800" dirty="0" smtClean="0"/>
              <a:t>3</a:t>
            </a:r>
            <a:r>
              <a:rPr lang="zh-CN" altLang="en-US" sz="2800" dirty="0" smtClean="0"/>
              <a:t>个子模型</a:t>
            </a:r>
            <a:r>
              <a:rPr lang="zh-CN" altLang="en-US" sz="2800" dirty="0" smtClean="0">
                <a:solidFill>
                  <a:srgbClr val="0000FF"/>
                </a:solidFill>
              </a:rPr>
              <a:t>对问题的描述角度不同</a:t>
            </a:r>
            <a:r>
              <a:rPr lang="zh-CN" altLang="en-US" sz="2800" dirty="0" smtClean="0"/>
              <a:t>，在不同的系统需求中的重要程度不同。</a:t>
            </a:r>
            <a:r>
              <a:rPr lang="en-US" altLang="zh-CN" dirty="0" smtClean="0"/>
              <a:t>   </a:t>
            </a:r>
            <a:endParaRPr lang="en-US" altLang="zh-CN" dirty="0" smtClean="0"/>
          </a:p>
          <a:p>
            <a:pPr marL="457200" indent="-457200"/>
            <a:r>
              <a:rPr lang="zh-CN" altLang="en-US" sz="2800" dirty="0" smtClean="0">
                <a:solidFill>
                  <a:srgbClr val="0000FF"/>
                </a:solidFill>
              </a:rPr>
              <a:t>对象模型是最基础、最核心的</a:t>
            </a:r>
            <a:r>
              <a:rPr lang="zh-CN" altLang="en-US" sz="2800" dirty="0" smtClean="0"/>
              <a:t>。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无论开发什么系统，首先</a:t>
            </a:r>
            <a:r>
              <a:rPr lang="zh-CN" altLang="en-US" sz="2800" u="sng" dirty="0" smtClean="0"/>
              <a:t>在问题域中提取对象、定义对象模型</a:t>
            </a:r>
            <a:r>
              <a:rPr lang="zh-CN" altLang="en-US" sz="2800" dirty="0" smtClean="0"/>
              <a:t>。</a:t>
            </a:r>
            <a:endParaRPr lang="en-US" altLang="zh-CN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EAA5-9983-4CC4-A5F8-24B028A960DA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大型系统对象模型的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个层次</a:t>
            </a:r>
            <a:br>
              <a:rPr lang="zh-CN" altLang="en-US" dirty="0" smtClean="0"/>
            </a:b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（可能出简答题）</a:t>
            </a:r>
            <a:endParaRPr lang="zh-CN" altLang="en-US" dirty="0" smtClean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772816"/>
            <a:ext cx="828092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000" dirty="0" smtClean="0"/>
              <a:t>主题层</a:t>
            </a:r>
            <a:r>
              <a:rPr lang="en-US" altLang="zh-CN" sz="2000" dirty="0" smtClean="0"/>
              <a:t>(Subject):  </a:t>
            </a:r>
            <a:r>
              <a:rPr lang="zh-CN" altLang="en-US" sz="2000" dirty="0" smtClean="0"/>
              <a:t>也称范畴层。主题是指导读者（开发人员、用户等）</a:t>
            </a:r>
            <a:r>
              <a:rPr lang="zh-CN" altLang="en-US" sz="2000" dirty="0" smtClean="0">
                <a:solidFill>
                  <a:srgbClr val="0000FF"/>
                </a:solidFill>
              </a:rPr>
              <a:t>理解系统的一种机制或若干层次</a:t>
            </a:r>
            <a:r>
              <a:rPr lang="zh-CN" altLang="en-US" sz="2000" dirty="0" smtClean="0"/>
              <a:t>；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000" dirty="0" smtClean="0"/>
              <a:t>类与对象层</a:t>
            </a:r>
            <a:r>
              <a:rPr lang="en-US" altLang="zh-CN" sz="2000" dirty="0" smtClean="0"/>
              <a:t>(Class &amp; Object): </a:t>
            </a:r>
            <a:r>
              <a:rPr lang="zh-CN" altLang="en-US" sz="2000" dirty="0" smtClean="0"/>
              <a:t>确定类与对象；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000" dirty="0" smtClean="0"/>
              <a:t>结构层</a:t>
            </a:r>
            <a:r>
              <a:rPr lang="en-US" altLang="zh-CN" sz="2000" dirty="0" smtClean="0"/>
              <a:t>(Structure): </a:t>
            </a:r>
            <a:r>
              <a:rPr lang="zh-CN" altLang="en-US" sz="2000" dirty="0" smtClean="0"/>
              <a:t>表示问题域的复杂性 （类与类之间的</a:t>
            </a:r>
            <a:r>
              <a:rPr lang="zh-CN" altLang="en-US" sz="2000" dirty="0"/>
              <a:t>关联</a:t>
            </a:r>
            <a:r>
              <a:rPr lang="zh-CN" altLang="en-US" sz="2000" dirty="0" smtClean="0"/>
              <a:t>）；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ü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rgbClr val="0000FF"/>
                </a:solidFill>
              </a:rPr>
              <a:t>属性</a:t>
            </a:r>
            <a:r>
              <a:rPr lang="zh-CN" altLang="en-US" sz="2000" dirty="0" smtClean="0"/>
              <a:t>层</a:t>
            </a:r>
            <a:r>
              <a:rPr lang="en-US" altLang="zh-CN" sz="2000" dirty="0" smtClean="0"/>
              <a:t>(Attribute): </a:t>
            </a:r>
            <a:r>
              <a:rPr lang="zh-CN" altLang="en-US" sz="2000" dirty="0" smtClean="0">
                <a:solidFill>
                  <a:srgbClr val="0000FF"/>
                </a:solidFill>
              </a:rPr>
              <a:t>数据</a:t>
            </a:r>
            <a:r>
              <a:rPr lang="zh-CN" altLang="en-US" sz="2000" dirty="0" smtClean="0"/>
              <a:t>元素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（</a:t>
            </a:r>
            <a:r>
              <a:rPr lang="zh-CN" altLang="en-US" sz="2000" dirty="0" smtClean="0">
                <a:solidFill>
                  <a:srgbClr val="0000FF"/>
                </a:solidFill>
              </a:rPr>
              <a:t>属性</a:t>
            </a:r>
            <a:r>
              <a:rPr lang="zh-CN" altLang="en-US" sz="2000" dirty="0" smtClean="0"/>
              <a:t>）；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000" dirty="0" smtClean="0">
                <a:solidFill>
                  <a:srgbClr val="0000FF"/>
                </a:solidFill>
              </a:rPr>
              <a:t>服务</a:t>
            </a:r>
            <a:r>
              <a:rPr lang="zh-CN" altLang="en-US" sz="2000" dirty="0" smtClean="0"/>
              <a:t>层</a:t>
            </a:r>
            <a:r>
              <a:rPr lang="en-US" altLang="zh-CN" sz="2000" dirty="0" smtClean="0"/>
              <a:t>(Service): </a:t>
            </a:r>
            <a:r>
              <a:rPr lang="zh-CN" altLang="en-US" sz="2000" dirty="0" smtClean="0"/>
              <a:t>对数据元素的</a:t>
            </a:r>
            <a:r>
              <a:rPr lang="zh-CN" altLang="en-US" sz="2000" dirty="0" smtClean="0">
                <a:solidFill>
                  <a:srgbClr val="0000FF"/>
                </a:solidFill>
              </a:rPr>
              <a:t>处理</a:t>
            </a:r>
            <a:r>
              <a:rPr lang="zh-CN" altLang="en-US" sz="2000" dirty="0" smtClean="0"/>
              <a:t> （</a:t>
            </a:r>
            <a:r>
              <a:rPr lang="zh-CN" altLang="en-US" sz="2000" dirty="0" smtClean="0">
                <a:solidFill>
                  <a:srgbClr val="0000FF"/>
                </a:solidFill>
              </a:rPr>
              <a:t>方法</a:t>
            </a:r>
            <a:r>
              <a:rPr lang="zh-CN" altLang="en-US" sz="2000" dirty="0" smtClean="0"/>
              <a:t>）。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AA63-E7E3-46DC-94AE-73B76564949C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10.2 </a:t>
            </a:r>
            <a:r>
              <a:rPr lang="zh-CN" altLang="en-US" dirty="0" smtClean="0"/>
              <a:t>需求陈述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需求陈述的要点：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问题范围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功能需求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性能需求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应用环境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 smtClean="0"/>
              <a:t>假设条件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32A1-4454-4DBC-B424-3D5ADA78E57C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银行（</a:t>
            </a:r>
            <a:r>
              <a:rPr lang="en-US" altLang="zh-CN" dirty="0" smtClean="0"/>
              <a:t>ATM</a:t>
            </a:r>
            <a:r>
              <a:rPr lang="zh-CN" altLang="en-US" dirty="0" smtClean="0"/>
              <a:t>）系统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86" y="1484784"/>
            <a:ext cx="7477125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需求陈述（部分）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7890"/>
            <a:ext cx="8424936" cy="383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3886200" y="2540160"/>
              <a:ext cx="4401000" cy="113688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3886200" y="2540160"/>
                <a:ext cx="4401000" cy="11368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10.3 </a:t>
            </a:r>
            <a:r>
              <a:rPr lang="zh-CN" altLang="en-US" dirty="0" smtClean="0"/>
              <a:t>建立对象模型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建立对象模型的</a:t>
            </a:r>
            <a:r>
              <a:rPr lang="zh-CN" altLang="en-US" dirty="0"/>
              <a:t>大体</a:t>
            </a:r>
            <a:r>
              <a:rPr lang="zh-CN" altLang="en-US" dirty="0" smtClean="0"/>
              <a:t>步骤：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确定</a:t>
            </a:r>
            <a:r>
              <a:rPr lang="zh-CN" altLang="en-US" dirty="0" smtClean="0">
                <a:solidFill>
                  <a:srgbClr val="0000FF"/>
                </a:solidFill>
              </a:rPr>
              <a:t>类和关联</a:t>
            </a:r>
            <a:r>
              <a:rPr lang="zh-CN" altLang="en-US" dirty="0" smtClean="0"/>
              <a:t>，对于大型复杂问题还要进一步</a:t>
            </a:r>
            <a:r>
              <a:rPr lang="zh-CN" altLang="en-US" dirty="0" smtClean="0">
                <a:solidFill>
                  <a:srgbClr val="0000FF"/>
                </a:solidFill>
              </a:rPr>
              <a:t>划分出若干个主题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给类和关联</a:t>
            </a:r>
            <a:r>
              <a:rPr lang="zh-CN" altLang="en-US" dirty="0" smtClean="0">
                <a:solidFill>
                  <a:srgbClr val="0000FF"/>
                </a:solidFill>
              </a:rPr>
              <a:t>增添属性</a:t>
            </a:r>
            <a:r>
              <a:rPr lang="zh-CN" altLang="en-US" dirty="0" smtClean="0"/>
              <a:t>，进一步描述它们；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dirty="0" smtClean="0"/>
              <a:t>利用继承关系进一步</a:t>
            </a:r>
            <a:r>
              <a:rPr lang="zh-CN" altLang="en-US" dirty="0" smtClean="0">
                <a:solidFill>
                  <a:srgbClr val="0000FF"/>
                </a:solidFill>
              </a:rPr>
              <a:t>合并和组织类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6082-3613-4990-AD52-2B0570079C6A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10.3.1 </a:t>
            </a:r>
            <a:r>
              <a:rPr lang="zh-CN" altLang="en-US" dirty="0"/>
              <a:t>确定</a:t>
            </a:r>
            <a:r>
              <a:rPr lang="zh-CN" altLang="en-US" dirty="0" smtClean="0"/>
              <a:t>类与对象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）找出候选类与对象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方法一：参照以下</a:t>
            </a:r>
            <a:r>
              <a:rPr lang="en-US" altLang="zh-CN" dirty="0" smtClean="0"/>
              <a:t>5</a:t>
            </a:r>
            <a:r>
              <a:rPr lang="zh-CN" altLang="en-US" dirty="0" smtClean="0"/>
              <a:t>类客观事物，找出候选类与对象：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可感知的物理实体（如：</a:t>
            </a:r>
            <a:r>
              <a:rPr lang="zh-CN" altLang="en-US" dirty="0"/>
              <a:t>机电楼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人或组织（如：学生、老师、</a:t>
            </a:r>
            <a:r>
              <a:rPr lang="zh-CN" altLang="en-US" dirty="0"/>
              <a:t>计算机</a:t>
            </a:r>
            <a:r>
              <a:rPr lang="zh-CN" altLang="en-US" dirty="0" smtClean="0"/>
              <a:t>学院）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应该记忆的事件（如：参加考试）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/>
              <a:t>两</a:t>
            </a:r>
            <a:r>
              <a:rPr lang="zh-CN" altLang="en-US" dirty="0" smtClean="0"/>
              <a:t>个或多个对象的相互作用（如：</a:t>
            </a:r>
            <a:r>
              <a:rPr lang="zh-CN" altLang="en-US" dirty="0" smtClean="0">
                <a:solidFill>
                  <a:srgbClr val="FF0000"/>
                </a:solidFill>
              </a:rPr>
              <a:t>考试时两个同学之间传纸条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914400" lvl="1" indent="-514350">
              <a:buFont typeface="+mj-ea"/>
              <a:buAutoNum type="circleNumDbPlain"/>
            </a:pPr>
            <a:r>
              <a:rPr lang="zh-CN" altLang="en-US" dirty="0" smtClean="0"/>
              <a:t>需要说明的概念（如：考试纪律）</a:t>
            </a:r>
            <a:r>
              <a:rPr lang="en-US" altLang="zh-CN" dirty="0" smtClean="0"/>
              <a:t>      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DCF-55F7-4D96-8718-F1E9C154A47B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方法二：</a:t>
            </a:r>
            <a:r>
              <a:rPr lang="zh-CN" altLang="en-US" dirty="0" smtClean="0">
                <a:solidFill>
                  <a:srgbClr val="0000FF"/>
                </a:solidFill>
              </a:rPr>
              <a:t>名词解析法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 smtClean="0"/>
              <a:t>从需求陈述中找出所有</a:t>
            </a:r>
            <a:r>
              <a:rPr lang="zh-CN" altLang="en-US" dirty="0" smtClean="0">
                <a:solidFill>
                  <a:srgbClr val="0000FF"/>
                </a:solidFill>
              </a:rPr>
              <a:t>名词</a:t>
            </a:r>
            <a:r>
              <a:rPr lang="zh-CN" altLang="en-US" dirty="0" smtClean="0"/>
              <a:t>，作为类与对象的</a:t>
            </a:r>
            <a:r>
              <a:rPr lang="zh-CN" altLang="en-US" dirty="0" smtClean="0">
                <a:solidFill>
                  <a:srgbClr val="0000FF"/>
                </a:solidFill>
              </a:rPr>
              <a:t>初步候选</a:t>
            </a:r>
            <a:r>
              <a:rPr lang="zh-CN" altLang="en-US" dirty="0" smtClean="0"/>
              <a:t>者，如</a:t>
            </a:r>
            <a:r>
              <a:rPr lang="en-US" altLang="zh-CN" dirty="0" smtClean="0"/>
              <a:t>ATM</a:t>
            </a:r>
            <a:r>
              <a:rPr lang="zh-CN" altLang="en-US" dirty="0" smtClean="0"/>
              <a:t>系统中：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>
                <a:solidFill>
                  <a:srgbClr val="0000FF"/>
                </a:solidFill>
              </a:rPr>
              <a:t>隐含的类与对象</a:t>
            </a:r>
            <a:r>
              <a:rPr lang="zh-CN" altLang="en-US" dirty="0" smtClean="0"/>
              <a:t> （需求陈述没有提及</a:t>
            </a:r>
            <a:r>
              <a:rPr lang="zh-CN" altLang="en-US" dirty="0"/>
              <a:t>的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如：事务</a:t>
            </a:r>
            <a:r>
              <a:rPr lang="zh-CN" altLang="en-US" dirty="0"/>
              <a:t>日志、通信</a:t>
            </a:r>
            <a:r>
              <a:rPr lang="zh-CN" altLang="en-US" dirty="0" smtClean="0"/>
              <a:t>链路 （网络通信）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endParaRPr lang="zh-CN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708920"/>
            <a:ext cx="6334125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DA9D-F95B-4FEF-942F-30F3C00431F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3860640" y="3886200"/>
              <a:ext cx="362520" cy="3942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3860640" y="3886200"/>
                <a:ext cx="362520" cy="3942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）筛选出正确的类与对象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6792"/>
            <a:ext cx="8363272" cy="4569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 smtClean="0"/>
              <a:t>依据下列标准，</a:t>
            </a:r>
            <a:r>
              <a:rPr lang="zh-CN" altLang="en-US" sz="2800" dirty="0" smtClean="0">
                <a:solidFill>
                  <a:srgbClr val="0000FF"/>
                </a:solidFill>
              </a:rPr>
              <a:t>删除不正确或不必要的类与对象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冗余（如：储户、用户）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无关（如：成本、街道、营业厅）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笼统（不具体，如：银行、信息、软件、系统、网络等）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作为属性</a:t>
            </a:r>
            <a:r>
              <a:rPr lang="en-US" altLang="zh-CN" sz="2800" dirty="0" smtClean="0"/>
              <a:t>or</a:t>
            </a:r>
            <a:r>
              <a:rPr lang="zh-CN" altLang="en-US" sz="2800" dirty="0" smtClean="0"/>
              <a:t>类？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作为操作</a:t>
            </a:r>
            <a:r>
              <a:rPr lang="en-US" altLang="zh-CN" sz="2800" dirty="0" smtClean="0"/>
              <a:t>or </a:t>
            </a:r>
            <a:r>
              <a:rPr lang="zh-CN" altLang="en-US" sz="2800" dirty="0" smtClean="0"/>
              <a:t>类？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</a:rPr>
              <a:t>设计或实现</a:t>
            </a:r>
            <a:r>
              <a:rPr lang="zh-CN" altLang="en-US" sz="2800" dirty="0" smtClean="0"/>
              <a:t>时才应考虑的内容（事务日志、通信链路），</a:t>
            </a:r>
            <a:r>
              <a:rPr lang="zh-CN" altLang="en-US" sz="2800" dirty="0" smtClean="0">
                <a:solidFill>
                  <a:srgbClr val="FF0000"/>
                </a:solidFill>
              </a:rPr>
              <a:t>分析阶段不需要考虑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Ø"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F379A-08E4-4F40-A264-3BA047D17E04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筛选出的类与对象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ATM</a:t>
            </a:r>
            <a:r>
              <a:rPr lang="zh-CN" altLang="en-US" dirty="0" smtClean="0"/>
              <a:t>、中央计算机、分行计算机、柜员终端、总行、分行、柜员、储户、账户、事务、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/>
              <a:t>现金兑换卡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472A-5417-4D5F-B494-2F25EF91DBB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10.3.2 </a:t>
            </a:r>
            <a:r>
              <a:rPr lang="zh-CN" altLang="en-US" dirty="0" smtClean="0"/>
              <a:t>确定关联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52565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）初步确定关联</a:t>
            </a:r>
            <a:endParaRPr lang="en-US" altLang="zh-CN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直接提取</a:t>
            </a:r>
            <a:r>
              <a:rPr lang="zh-CN" altLang="en-US" sz="2400" dirty="0" smtClean="0">
                <a:solidFill>
                  <a:srgbClr val="0000FF"/>
                </a:solidFill>
              </a:rPr>
              <a:t>动词短语</a:t>
            </a:r>
            <a:r>
              <a:rPr lang="zh-CN" altLang="en-US" sz="2400" dirty="0" smtClean="0"/>
              <a:t>得出关联</a:t>
            </a:r>
            <a:endParaRPr lang="en-US" altLang="zh-CN" sz="24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需求陈述中隐含的关联</a:t>
            </a:r>
            <a:endParaRPr lang="en-US" altLang="zh-CN" sz="24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 smtClean="0"/>
              <a:t>根据问题描述（或问题域知识）得出的关联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）筛选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</a:t>
            </a:r>
            <a:r>
              <a:rPr lang="zh-CN" altLang="en-US" sz="2400" dirty="0" smtClean="0"/>
              <a:t>标准：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 </a:t>
            </a:r>
            <a:r>
              <a:rPr lang="zh-CN" altLang="en-US" sz="2400" dirty="0" smtClean="0"/>
              <a:t>与已删去的类</a:t>
            </a:r>
            <a:r>
              <a:rPr lang="zh-CN" altLang="en-US" sz="2400" dirty="0"/>
              <a:t>相关</a:t>
            </a:r>
            <a:r>
              <a:rPr lang="zh-CN" altLang="en-US" sz="2400" dirty="0" smtClean="0"/>
              <a:t>的关联 （如：与成本相关的关联）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 </a:t>
            </a:r>
            <a:r>
              <a:rPr lang="zh-CN" altLang="en-US" sz="2400" dirty="0" smtClean="0"/>
              <a:t>与问题无关的或在实现阶段考虑的关联（如：系统处理并发访问，</a:t>
            </a:r>
            <a:r>
              <a:rPr lang="zh-CN" altLang="en-US" sz="2400" dirty="0" smtClean="0">
                <a:solidFill>
                  <a:srgbClr val="0000FF"/>
                </a:solidFill>
              </a:rPr>
              <a:t>目前是分析阶段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瞬时</a:t>
            </a:r>
            <a:r>
              <a:rPr lang="zh-CN" altLang="en-US" sz="2400" dirty="0"/>
              <a:t>事件</a:t>
            </a:r>
            <a:r>
              <a:rPr lang="zh-CN" altLang="en-US" sz="2400" dirty="0" smtClean="0"/>
              <a:t> （如：</a:t>
            </a:r>
            <a:r>
              <a:rPr lang="en-US" altLang="zh-CN" sz="2400" dirty="0" smtClean="0"/>
              <a:t>ATM</a:t>
            </a:r>
            <a:r>
              <a:rPr lang="zh-CN" altLang="en-US" sz="2400" dirty="0" smtClean="0"/>
              <a:t>读卡。关联描述问题域的静态结构。）</a:t>
            </a:r>
            <a:endParaRPr lang="en-US" altLang="zh-CN" sz="2400" dirty="0" smtClean="0"/>
          </a:p>
          <a:p>
            <a:pPr lvl="1"/>
            <a:r>
              <a:rPr lang="zh-CN" altLang="en-US" sz="2400" dirty="0"/>
              <a:t>三</a:t>
            </a:r>
            <a:r>
              <a:rPr lang="zh-CN" altLang="en-US" sz="2400" dirty="0" smtClean="0"/>
              <a:t>元关联（如：</a:t>
            </a:r>
            <a:r>
              <a:rPr lang="zh-CN" altLang="en-US" sz="2400" dirty="0" smtClean="0">
                <a:solidFill>
                  <a:srgbClr val="0000FF"/>
                </a:solidFill>
              </a:rPr>
              <a:t>柜员</a:t>
            </a:r>
            <a:r>
              <a:rPr lang="zh-CN" altLang="en-US" sz="2400" dirty="0" smtClean="0"/>
              <a:t>输入针对</a:t>
            </a:r>
            <a:r>
              <a:rPr lang="zh-CN" altLang="en-US" sz="2400" dirty="0" smtClean="0">
                <a:solidFill>
                  <a:srgbClr val="0000FF"/>
                </a:solidFill>
              </a:rPr>
              <a:t>账户</a:t>
            </a:r>
            <a:r>
              <a:rPr lang="zh-CN" altLang="en-US" sz="2400" dirty="0" smtClean="0"/>
              <a:t>的</a:t>
            </a:r>
            <a:r>
              <a:rPr lang="zh-CN" altLang="en-US" sz="2400" dirty="0" smtClean="0">
                <a:solidFill>
                  <a:srgbClr val="0000FF"/>
                </a:solidFill>
              </a:rPr>
              <a:t>事务</a:t>
            </a:r>
            <a:r>
              <a:rPr lang="zh-CN" altLang="en-US" sz="2400" dirty="0" smtClean="0"/>
              <a:t>，应分为</a:t>
            </a:r>
            <a:r>
              <a:rPr lang="zh-CN" altLang="en-US" sz="2400" dirty="0"/>
              <a:t>两个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派生关联（如：“</a:t>
            </a:r>
            <a:r>
              <a:rPr lang="zh-CN" altLang="en-US" sz="2400" dirty="0" smtClean="0">
                <a:solidFill>
                  <a:srgbClr val="0000FF"/>
                </a:solidFill>
              </a:rPr>
              <a:t>总行拥有多台</a:t>
            </a:r>
            <a:r>
              <a:rPr lang="en-US" altLang="zh-CN" sz="2400" dirty="0" smtClean="0">
                <a:solidFill>
                  <a:srgbClr val="0000FF"/>
                </a:solidFill>
              </a:rPr>
              <a:t>ATM</a:t>
            </a:r>
            <a:r>
              <a:rPr lang="zh-CN" altLang="en-US" sz="2400" dirty="0" smtClean="0"/>
              <a:t>”是“</a:t>
            </a:r>
            <a:r>
              <a:rPr lang="zh-CN" altLang="en-US" sz="2400" dirty="0" smtClean="0">
                <a:solidFill>
                  <a:srgbClr val="0000FF"/>
                </a:solidFill>
              </a:rPr>
              <a:t>总行拥有中央计算机</a:t>
            </a:r>
            <a:r>
              <a:rPr lang="zh-CN" altLang="en-US" sz="2400" dirty="0" smtClean="0"/>
              <a:t>”与“</a:t>
            </a:r>
            <a:r>
              <a:rPr lang="en-US" altLang="zh-CN" sz="2400" dirty="0" smtClean="0">
                <a:solidFill>
                  <a:srgbClr val="0000FF"/>
                </a:solidFill>
              </a:rPr>
              <a:t>ATM</a:t>
            </a:r>
            <a:r>
              <a:rPr lang="zh-CN" altLang="en-US" sz="2400" dirty="0" smtClean="0">
                <a:solidFill>
                  <a:srgbClr val="0000FF"/>
                </a:solidFill>
              </a:rPr>
              <a:t>与中央计算机通信</a:t>
            </a:r>
            <a:r>
              <a:rPr lang="zh-CN" altLang="en-US" sz="2400" dirty="0" smtClean="0"/>
              <a:t>”</a:t>
            </a:r>
            <a:r>
              <a:rPr lang="zh-CN" altLang="en-US" sz="2400" dirty="0"/>
              <a:t>两</a:t>
            </a:r>
            <a:r>
              <a:rPr lang="zh-CN" altLang="en-US" sz="2400" dirty="0" smtClean="0"/>
              <a:t>个关联的组合）</a:t>
            </a:r>
            <a:r>
              <a:rPr lang="en-US" altLang="zh-CN" sz="2400" dirty="0" smtClean="0"/>
              <a:t> </a:t>
            </a:r>
            <a:endParaRPr lang="en-US" altLang="zh-CN" sz="2400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C136-DDD1-4892-9E60-5BB49DF495A5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" name="墨迹 5"/>
              <p14:cNvContentPartPr/>
              <p14:nvPr/>
            </p14:nvContentPartPr>
            <p14:xfrm>
              <a:off x="4584600" y="5251320"/>
              <a:ext cx="3283560" cy="10224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"/>
            </p:blipFill>
            <p:spPr>
              <a:xfrm>
                <a:off x="4584600" y="5251320"/>
                <a:ext cx="3283560" cy="1022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188640"/>
            <a:ext cx="8883363" cy="640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6769-C0CB-4D59-B831-0E24F4F98DBA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279360" y="1028880"/>
              <a:ext cx="2737080" cy="32706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279360" y="1028880"/>
                <a:ext cx="2737080" cy="32706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）进一步完善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507288" cy="5328592"/>
          </a:xfrm>
        </p:spPr>
        <p:txBody>
          <a:bodyPr/>
          <a:lstStyle/>
          <a:p>
            <a:r>
              <a:rPr lang="zh-CN" altLang="en-US" dirty="0" smtClean="0"/>
              <a:t>正名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选择含义更明确的名字。</a:t>
            </a:r>
            <a:endParaRPr lang="en-US" altLang="zh-CN" dirty="0" smtClean="0"/>
          </a:p>
          <a:p>
            <a:r>
              <a:rPr lang="zh-CN" altLang="en-US" dirty="0" smtClean="0"/>
              <a:t>分解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必要时分解类与对象，如</a:t>
            </a:r>
            <a:r>
              <a:rPr lang="zh-CN" altLang="en-US" dirty="0" smtClean="0">
                <a:solidFill>
                  <a:srgbClr val="0000FF"/>
                </a:solidFill>
              </a:rPr>
              <a:t>“事务”分解为“远程事务”与“柜员事务”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补充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发现遗漏的关联及时补上。</a:t>
            </a:r>
            <a:endParaRPr lang="en-US" altLang="zh-CN" dirty="0" smtClean="0"/>
          </a:p>
          <a:p>
            <a:r>
              <a:rPr lang="zh-CN" altLang="en-US" dirty="0"/>
              <a:t>标明</a:t>
            </a:r>
            <a:r>
              <a:rPr lang="zh-CN" altLang="en-US" dirty="0" smtClean="0"/>
              <a:t>重数 （类与类之间几对几的关系）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0D96-BCC7-4701-A0AE-2B69B893DCC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ATM</a:t>
            </a:r>
            <a:r>
              <a:rPr lang="zh-CN" altLang="en-US" dirty="0" smtClean="0"/>
              <a:t>系统原始的类图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68760"/>
            <a:ext cx="7704856" cy="501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EC4DF-7666-4E14-B4AF-E4EA6C1A4280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4000680" y="4191120"/>
              <a:ext cx="2140200" cy="20577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4000680" y="4191120"/>
                <a:ext cx="2140200" cy="20577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10.3.3 </a:t>
            </a:r>
            <a:r>
              <a:rPr lang="zh-CN" altLang="en-US" dirty="0" smtClean="0"/>
              <a:t>划分主题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204482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目的：降低大型系统的复杂程度。</a:t>
            </a:r>
            <a:endParaRPr lang="en-US" altLang="zh-CN" dirty="0" smtClean="0"/>
          </a:p>
          <a:p>
            <a:r>
              <a:rPr lang="zh-CN" altLang="en-US" dirty="0" smtClean="0"/>
              <a:t>划分主题的原则：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按</a:t>
            </a:r>
            <a:r>
              <a:rPr lang="zh-CN" altLang="en-US" dirty="0" smtClean="0">
                <a:solidFill>
                  <a:srgbClr val="0000FF"/>
                </a:solidFill>
              </a:rPr>
              <a:t>问题域</a:t>
            </a:r>
            <a:r>
              <a:rPr lang="zh-CN" altLang="en-US" dirty="0" smtClean="0"/>
              <a:t>而不是</a:t>
            </a:r>
            <a:r>
              <a:rPr lang="zh-CN" altLang="en-US" dirty="0" smtClean="0">
                <a:solidFill>
                  <a:srgbClr val="FF0000"/>
                </a:solidFill>
              </a:rPr>
              <a:t>功能分解</a:t>
            </a:r>
            <a:r>
              <a:rPr lang="zh-CN" altLang="en-US" dirty="0" smtClean="0"/>
              <a:t>来确定主题；</a:t>
            </a:r>
            <a:endParaRPr lang="en-US" altLang="zh-CN" dirty="0" smtClean="0"/>
          </a:p>
          <a:p>
            <a:pPr marL="914400" lvl="1" indent="-514350">
              <a:buFont typeface="+mj-lt"/>
              <a:buAutoNum type="alphaLcParenR"/>
            </a:pPr>
            <a:r>
              <a:rPr lang="zh-CN" altLang="en-US" dirty="0" smtClean="0"/>
              <a:t>不同主题内的对象相互间依赖和交互最少的原则。</a:t>
            </a:r>
            <a:endParaRPr lang="en-US" altLang="zh-CN" dirty="0" smtClean="0"/>
          </a:p>
          <a:p>
            <a:pPr marL="400050" lvl="1" indent="0">
              <a:buNone/>
            </a:pPr>
            <a:endParaRPr lang="en-US" altLang="zh-CN" dirty="0" smtClean="0"/>
          </a:p>
          <a:p>
            <a:pPr marL="400050" lvl="1" indent="0">
              <a:buNone/>
            </a:pPr>
            <a:endParaRPr lang="en-US" altLang="zh-CN" dirty="0" smtClean="0"/>
          </a:p>
          <a:p>
            <a:pPr marL="400050" lvl="1" indent="0">
              <a:buNone/>
            </a:pP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28" y="4365104"/>
            <a:ext cx="70199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E4E6-D312-4A97-9FCF-6D257FFB52A9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18828" y="3645024"/>
            <a:ext cx="4329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ATM</a:t>
            </a:r>
            <a:r>
              <a:rPr lang="zh-CN" altLang="en-US" dirty="0" smtClean="0"/>
              <a:t>系统的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个主题：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划分主题后</a:t>
            </a:r>
            <a:r>
              <a:rPr lang="en-US" altLang="zh-CN" dirty="0" smtClean="0"/>
              <a:t>ATM</a:t>
            </a:r>
            <a:r>
              <a:rPr lang="zh-CN" altLang="en-US" dirty="0" smtClean="0"/>
              <a:t>系统的类图</a:t>
            </a:r>
            <a:endParaRPr lang="zh-CN" alt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340768"/>
            <a:ext cx="760095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79916-2789-400E-8234-2FA1A71CB737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10.3.4 </a:t>
            </a:r>
            <a:r>
              <a:rPr lang="zh-CN" altLang="en-US" dirty="0" smtClean="0"/>
              <a:t>确定属性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84784"/>
            <a:ext cx="8892480" cy="5256584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需求陈述不能得到所有属性，须借助</a:t>
            </a:r>
            <a:r>
              <a:rPr lang="zh-CN" altLang="en-US" sz="2800" dirty="0" smtClean="0">
                <a:solidFill>
                  <a:srgbClr val="0000FF"/>
                </a:solidFill>
              </a:rPr>
              <a:t>领域知识和常识</a:t>
            </a:r>
            <a:r>
              <a:rPr lang="zh-CN" altLang="en-US" sz="2800" dirty="0" smtClean="0"/>
              <a:t>。</a:t>
            </a:r>
            <a:endParaRPr lang="en-US" altLang="zh-CN" sz="2800" dirty="0"/>
          </a:p>
          <a:p>
            <a:r>
              <a:rPr lang="zh-CN" altLang="en-US" sz="2800" dirty="0" smtClean="0"/>
              <a:t>根据下述原则，删除不必要的属性：</a:t>
            </a:r>
            <a:endParaRPr lang="en-US" altLang="zh-CN" sz="28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/>
              <a:t> </a:t>
            </a:r>
            <a:r>
              <a:rPr lang="zh-CN" altLang="en-US" sz="2400" dirty="0" smtClean="0"/>
              <a:t>误把对象当属性；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dirty="0" smtClean="0"/>
              <a:t> </a:t>
            </a:r>
            <a:r>
              <a:rPr lang="zh-CN" altLang="en-US" sz="2400" dirty="0" smtClean="0"/>
              <a:t>误把关联类的属性当作一般</a:t>
            </a:r>
            <a:r>
              <a:rPr lang="zh-CN" altLang="en-US" sz="2400" dirty="0"/>
              <a:t>类</a:t>
            </a:r>
            <a:r>
              <a:rPr lang="zh-CN" altLang="en-US" sz="2400" dirty="0" smtClean="0"/>
              <a:t>的属性；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误把限定当成属性（如：分行代码）；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误把内部状态当成属性 （</a:t>
            </a:r>
            <a:r>
              <a:rPr lang="zh-CN" altLang="en-US" sz="24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非公开的内部状态</a:t>
            </a:r>
            <a:r>
              <a:rPr lang="zh-CN" altLang="en-US" sz="2400" dirty="0" smtClean="0"/>
              <a:t>）；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属性过于细化；</a:t>
            </a:r>
            <a:endParaRPr lang="en-US" altLang="zh-CN" sz="24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存在不一致的属性 </a:t>
            </a:r>
            <a:r>
              <a:rPr lang="zh-CN" altLang="en-US" sz="2400" dirty="0" smtClean="0"/>
              <a:t>（或存在</a:t>
            </a:r>
            <a:r>
              <a:rPr lang="zh-CN" altLang="en-US" sz="2400" dirty="0" smtClean="0"/>
              <a:t>与其他属性毫不相干的属性）。</a:t>
            </a:r>
            <a:r>
              <a:rPr lang="en-US" altLang="zh-CN" sz="2400" dirty="0" smtClean="0"/>
              <a:t>    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7A1C-C25D-4038-AC7B-D7C3F231B58E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6" name="墨迹 5"/>
              <p14:cNvContentPartPr/>
              <p14:nvPr/>
            </p14:nvContentPartPr>
            <p14:xfrm>
              <a:off x="692280" y="1917720"/>
              <a:ext cx="4330800" cy="6372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2"/>
            </p:blipFill>
            <p:spPr>
              <a:xfrm>
                <a:off x="692280" y="1917720"/>
                <a:ext cx="4330800" cy="637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156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3200" dirty="0" smtClean="0"/>
              <a:t>ATM</a:t>
            </a:r>
            <a:r>
              <a:rPr lang="zh-CN" altLang="en-US" sz="3200" dirty="0" smtClean="0"/>
              <a:t>系统对象模型中的属性</a:t>
            </a:r>
            <a:endParaRPr lang="zh-CN" altLang="en-US" sz="3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169" y="764704"/>
            <a:ext cx="6505575" cy="59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9F2A6-56E5-4295-8BD5-56DC57E7FC7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2235240" y="1123920"/>
              <a:ext cx="292320" cy="94032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2235240" y="1123920"/>
                <a:ext cx="292320" cy="940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4737240" y="977760"/>
              <a:ext cx="1575000" cy="448344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4737240" y="977760"/>
                <a:ext cx="1575000" cy="44834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10.3.5 </a:t>
            </a:r>
            <a:r>
              <a:rPr lang="zh-CN" altLang="en-US" dirty="0" smtClean="0"/>
              <a:t>识别（或建立）继承关系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建立继承关系的两种方式：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）自底向上：从现有类</a:t>
            </a:r>
            <a:r>
              <a:rPr lang="zh-CN" altLang="en-US" dirty="0" smtClean="0">
                <a:solidFill>
                  <a:srgbClr val="0000FF"/>
                </a:solidFill>
              </a:rPr>
              <a:t>泛化出父类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   </a:t>
            </a:r>
            <a:r>
              <a:rPr lang="zh-CN" altLang="en-US" dirty="0" smtClean="0"/>
              <a:t>如：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“</a:t>
            </a:r>
            <a:r>
              <a:rPr lang="zh-CN" altLang="en-US" dirty="0" smtClean="0">
                <a:solidFill>
                  <a:srgbClr val="0000FF"/>
                </a:solidFill>
              </a:rPr>
              <a:t>远程事务</a:t>
            </a:r>
            <a:r>
              <a:rPr lang="zh-CN" altLang="en-US" dirty="0" smtClean="0"/>
              <a:t>”和“</a:t>
            </a:r>
            <a:r>
              <a:rPr lang="zh-CN" altLang="en-US" dirty="0" smtClean="0">
                <a:solidFill>
                  <a:srgbClr val="0000FF"/>
                </a:solidFill>
              </a:rPr>
              <a:t>柜员事务</a:t>
            </a:r>
            <a:r>
              <a:rPr lang="zh-CN" altLang="en-US" dirty="0" smtClean="0"/>
              <a:t>”泛化出“</a:t>
            </a:r>
            <a:r>
              <a:rPr lang="zh-CN" altLang="en-US" dirty="0" smtClean="0">
                <a:solidFill>
                  <a:srgbClr val="0000FF"/>
                </a:solidFill>
              </a:rPr>
              <a:t>事务</a:t>
            </a:r>
            <a:r>
              <a:rPr lang="zh-CN" altLang="en-US" dirty="0" smtClean="0"/>
              <a:t>”；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“</a:t>
            </a:r>
            <a:r>
              <a:rPr lang="en-US" altLang="zh-CN" dirty="0" smtClean="0">
                <a:solidFill>
                  <a:srgbClr val="0000FF"/>
                </a:solidFill>
              </a:rPr>
              <a:t>ATM</a:t>
            </a:r>
            <a:r>
              <a:rPr lang="zh-CN" altLang="en-US" dirty="0" smtClean="0"/>
              <a:t>”和“</a:t>
            </a:r>
            <a:r>
              <a:rPr lang="zh-CN" altLang="en-US" dirty="0" smtClean="0">
                <a:solidFill>
                  <a:srgbClr val="0000FF"/>
                </a:solidFill>
              </a:rPr>
              <a:t>柜员终端</a:t>
            </a:r>
            <a:r>
              <a:rPr lang="zh-CN" altLang="en-US" dirty="0" smtClean="0"/>
              <a:t>”泛化出“</a:t>
            </a:r>
            <a:r>
              <a:rPr lang="zh-CN" altLang="en-US" dirty="0" smtClean="0">
                <a:solidFill>
                  <a:srgbClr val="0000FF"/>
                </a:solidFill>
              </a:rPr>
              <a:t>输入站</a:t>
            </a:r>
            <a:r>
              <a:rPr lang="zh-CN" altLang="en-US" dirty="0" smtClean="0"/>
              <a:t>”。</a:t>
            </a:r>
            <a:r>
              <a:rPr lang="en-US" altLang="zh-CN" dirty="0" smtClean="0"/>
              <a:t>   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）自顶向下：把现有类</a:t>
            </a:r>
            <a:r>
              <a:rPr lang="zh-CN" altLang="en-US" dirty="0" smtClean="0">
                <a:solidFill>
                  <a:srgbClr val="0000FF"/>
                </a:solidFill>
              </a:rPr>
              <a:t>细化成子类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2C7AA-C92F-4CB9-99BB-658A2AFD277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712" y="664418"/>
            <a:ext cx="5562600" cy="607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39752" y="211143"/>
            <a:ext cx="4158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带有继承关系的</a:t>
            </a:r>
            <a:r>
              <a:rPr lang="en-US" altLang="zh-CN" sz="2400" b="1" dirty="0" smtClean="0"/>
              <a:t>ATM</a:t>
            </a:r>
            <a:r>
              <a:rPr lang="zh-CN" altLang="en-US" sz="2400" b="1" dirty="0" smtClean="0"/>
              <a:t>对象模型</a:t>
            </a:r>
            <a:endParaRPr lang="zh-CN" altLang="en-US" sz="2400" b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9C43-9619-48C8-8111-4F1359781FB1}" type="datetime11">
              <a:rPr lang="zh-CN" altLang="en-US" smtClean="0"/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1390680" y="546120"/>
              <a:ext cx="6604560" cy="24642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390680" y="546120"/>
                <a:ext cx="6604560" cy="24642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10.3.6 </a:t>
            </a:r>
            <a:r>
              <a:rPr lang="zh-CN" altLang="en-US" dirty="0" smtClean="0"/>
              <a:t>反复修改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709120"/>
          </a:xfrm>
        </p:spPr>
        <p:txBody>
          <a:bodyPr>
            <a:normAutofit fontScale="92500"/>
          </a:bodyPr>
          <a:lstStyle/>
          <a:p>
            <a:r>
              <a:rPr lang="zh-CN" altLang="en-US" sz="2400" dirty="0" smtClean="0"/>
              <a:t>分解类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zh-CN" altLang="en-US" sz="2400" dirty="0" smtClean="0"/>
              <a:t>如：分解“现金兑换卡”类为</a:t>
            </a:r>
            <a:r>
              <a:rPr lang="zh-CN" altLang="en-US" sz="2400" dirty="0" smtClean="0">
                <a:solidFill>
                  <a:srgbClr val="0000FF"/>
                </a:solidFill>
              </a:rPr>
              <a:t>“卡权限”（不同类型的卡</a:t>
            </a:r>
            <a:r>
              <a:rPr lang="zh-CN" altLang="en-US" sz="2400" dirty="0">
                <a:solidFill>
                  <a:srgbClr val="0000FF"/>
                </a:solidFill>
              </a:rPr>
              <a:t>有</a:t>
            </a:r>
            <a:r>
              <a:rPr lang="zh-CN" altLang="en-US" sz="2400" dirty="0" smtClean="0">
                <a:solidFill>
                  <a:srgbClr val="0000FF"/>
                </a:solidFill>
              </a:rPr>
              <a:t>不同的</a:t>
            </a:r>
            <a:r>
              <a:rPr lang="zh-CN" altLang="en-US" sz="2400" dirty="0">
                <a:solidFill>
                  <a:srgbClr val="0000FF"/>
                </a:solidFill>
              </a:rPr>
              <a:t>权限）</a:t>
            </a:r>
            <a:r>
              <a:rPr lang="zh-CN" altLang="en-US" sz="2400" dirty="0" smtClean="0">
                <a:solidFill>
                  <a:srgbClr val="0000FF"/>
                </a:solidFill>
              </a:rPr>
              <a:t>和“现金兑换卡”（</a:t>
            </a:r>
            <a:r>
              <a:rPr lang="zh-CN" altLang="en-US" sz="2400" dirty="0" smtClean="0">
                <a:solidFill>
                  <a:srgbClr val="0000FF"/>
                </a:solidFill>
              </a:rPr>
              <a:t>存储 卡</a:t>
            </a:r>
            <a:r>
              <a:rPr lang="zh-CN" altLang="en-US" sz="2400" dirty="0" smtClean="0">
                <a:solidFill>
                  <a:srgbClr val="0000FF"/>
                </a:solidFill>
              </a:rPr>
              <a:t>的信息）</a:t>
            </a:r>
            <a:r>
              <a:rPr lang="zh-CN" altLang="en-US" sz="2400" dirty="0" smtClean="0"/>
              <a:t>，使每个类功能更单一。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合理组织类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</a:t>
            </a:r>
            <a:r>
              <a:rPr lang="zh-CN" altLang="en-US" sz="2400" dirty="0" smtClean="0"/>
              <a:t>如：“事务”由不同类型的“更新”（</a:t>
            </a:r>
            <a:r>
              <a:rPr lang="zh-CN" altLang="en-US" sz="2400" dirty="0" smtClean="0">
                <a:solidFill>
                  <a:srgbClr val="0000FF"/>
                </a:solidFill>
              </a:rPr>
              <a:t>取款、存款、查询</a:t>
            </a:r>
            <a:r>
              <a:rPr lang="zh-CN" altLang="en-US" sz="2400" dirty="0" smtClean="0"/>
              <a:t>）组成，“更新”有</a:t>
            </a:r>
            <a:r>
              <a:rPr lang="zh-CN" altLang="en-US" sz="2400" dirty="0" smtClean="0">
                <a:solidFill>
                  <a:srgbClr val="0000FF"/>
                </a:solidFill>
              </a:rPr>
              <a:t>类型</a:t>
            </a:r>
            <a:r>
              <a:rPr lang="zh-CN" altLang="en-US" sz="2400" dirty="0" smtClean="0"/>
              <a:t>与</a:t>
            </a:r>
            <a:r>
              <a:rPr lang="zh-CN" altLang="en-US" sz="2400" dirty="0" smtClean="0">
                <a:solidFill>
                  <a:srgbClr val="0000FF"/>
                </a:solidFill>
              </a:rPr>
              <a:t>金额</a:t>
            </a:r>
            <a:r>
              <a:rPr lang="zh-CN" altLang="en-US" sz="2400" dirty="0" smtClean="0"/>
              <a:t>两个属性。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合并类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如：合并“分行”与“分行计算机”、“总行”与“中央计算机”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  </a:t>
            </a:r>
            <a:r>
              <a:rPr lang="zh-CN" altLang="en-US" sz="2400" dirty="0" smtClean="0"/>
              <a:t>（分行</a:t>
            </a:r>
            <a:r>
              <a:rPr lang="zh-CN" altLang="en-US" sz="2400" dirty="0" smtClean="0">
                <a:solidFill>
                  <a:srgbClr val="FF0000"/>
                </a:solidFill>
              </a:rPr>
              <a:t>拥有</a:t>
            </a:r>
            <a:r>
              <a:rPr lang="zh-CN" altLang="en-US" sz="2400" dirty="0" smtClean="0"/>
              <a:t>分行计算机、总行</a:t>
            </a:r>
            <a:r>
              <a:rPr lang="zh-CN" altLang="en-US" sz="2400" dirty="0" smtClean="0">
                <a:solidFill>
                  <a:srgbClr val="FF0000"/>
                </a:solidFill>
              </a:rPr>
              <a:t>拥有</a:t>
            </a:r>
            <a:r>
              <a:rPr lang="zh-CN" altLang="en-US" sz="2400" dirty="0" smtClean="0"/>
              <a:t>中央计算机）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D1B76-B44B-4968-A3D2-09ECF59C545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81" y="2060848"/>
            <a:ext cx="2912135" cy="11430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修改</a:t>
            </a:r>
            <a:r>
              <a:rPr lang="zh-CN" altLang="en-US" sz="2800" dirty="0" smtClean="0"/>
              <a:t>后的</a:t>
            </a:r>
            <a:br>
              <a:rPr lang="en-US" altLang="zh-CN" sz="2800" dirty="0" smtClean="0"/>
            </a:br>
            <a:r>
              <a:rPr lang="en-US" altLang="zh-CN" sz="2800" dirty="0" smtClean="0"/>
              <a:t>ATM</a:t>
            </a:r>
            <a:r>
              <a:rPr lang="zh-CN" altLang="en-US" sz="2800" dirty="0" smtClean="0"/>
              <a:t>对象模型</a:t>
            </a:r>
            <a:endParaRPr lang="zh-CN" altLang="en-US" sz="2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66487"/>
            <a:ext cx="5962650" cy="618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ECD1-6746-450F-A24F-CA628A215C61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" name="墨迹 2"/>
              <p14:cNvContentPartPr/>
              <p14:nvPr/>
            </p14:nvContentPartPr>
            <p14:xfrm>
              <a:off x="7689960" y="1574640"/>
              <a:ext cx="972000" cy="28454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3"/>
            </p:blipFill>
            <p:spPr>
              <a:xfrm>
                <a:off x="7689960" y="1574640"/>
                <a:ext cx="972000" cy="28454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10.4 </a:t>
            </a:r>
            <a:r>
              <a:rPr lang="zh-CN" altLang="en-US" dirty="0" smtClean="0"/>
              <a:t>建立动态模型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 smtClean="0"/>
              <a:t>建立动态模型的步骤：</a:t>
            </a:r>
            <a:endParaRPr lang="en-US" altLang="zh-CN" sz="2800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/>
              <a:t>编写（典型交互</a:t>
            </a:r>
            <a:r>
              <a:rPr lang="zh-CN" altLang="en-US" sz="2800" dirty="0" smtClean="0"/>
              <a:t>行为的）</a:t>
            </a:r>
            <a:r>
              <a:rPr lang="zh-CN" altLang="en-US" sz="2800" dirty="0" smtClean="0">
                <a:solidFill>
                  <a:srgbClr val="0000FF"/>
                </a:solidFill>
              </a:rPr>
              <a:t>脚本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 smtClean="0"/>
              <a:t>从脚本中提取出</a:t>
            </a:r>
            <a:r>
              <a:rPr lang="zh-CN" altLang="en-US" sz="2800" dirty="0" smtClean="0">
                <a:solidFill>
                  <a:srgbClr val="0000FF"/>
                </a:solidFill>
              </a:rPr>
              <a:t>事件</a:t>
            </a:r>
            <a:r>
              <a:rPr lang="zh-CN" altLang="en-US" sz="2800" dirty="0" smtClean="0"/>
              <a:t>，确定</a:t>
            </a:r>
            <a:r>
              <a:rPr lang="zh-CN" altLang="en-US" sz="2800" dirty="0" smtClean="0">
                <a:solidFill>
                  <a:srgbClr val="0000FF"/>
                </a:solidFill>
              </a:rPr>
              <a:t>触发每个事件的动作（或发送）对象</a:t>
            </a:r>
            <a:r>
              <a:rPr lang="zh-CN" altLang="en-US" sz="2800" dirty="0" smtClean="0"/>
              <a:t>，以及</a:t>
            </a:r>
            <a:r>
              <a:rPr lang="zh-CN" altLang="en-US" sz="2800" dirty="0" smtClean="0">
                <a:solidFill>
                  <a:srgbClr val="0000FF"/>
                </a:solidFill>
              </a:rPr>
              <a:t>接受事件的目标（或接受）对象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 smtClean="0"/>
              <a:t>排列</a:t>
            </a:r>
            <a:r>
              <a:rPr lang="zh-CN" altLang="en-US" sz="2800" dirty="0" smtClean="0">
                <a:solidFill>
                  <a:srgbClr val="0000FF"/>
                </a:solidFill>
              </a:rPr>
              <a:t>事件发生的次序</a:t>
            </a:r>
            <a:r>
              <a:rPr lang="zh-CN" altLang="en-US" sz="2800" dirty="0" smtClean="0"/>
              <a:t>，确定每个对象可能有的状态及状态之间的转换关系，并用</a:t>
            </a:r>
            <a:r>
              <a:rPr lang="zh-CN" altLang="en-US" sz="2800" dirty="0" smtClean="0">
                <a:solidFill>
                  <a:srgbClr val="0000FF"/>
                </a:solidFill>
              </a:rPr>
              <a:t>状态图</a:t>
            </a:r>
            <a:r>
              <a:rPr lang="zh-CN" altLang="en-US" sz="2800" dirty="0" smtClean="0"/>
              <a:t>描绘它们；</a:t>
            </a:r>
            <a:endParaRPr lang="en-US" altLang="zh-CN" sz="2800" dirty="0" smtClean="0"/>
          </a:p>
          <a:p>
            <a:pPr marL="514350" indent="-514350">
              <a:buFont typeface="+mj-lt"/>
              <a:buAutoNum type="alphaLcParenR"/>
            </a:pPr>
            <a:r>
              <a:rPr lang="zh-CN" altLang="en-US" sz="2800" dirty="0" smtClean="0">
                <a:solidFill>
                  <a:srgbClr val="0000FF"/>
                </a:solidFill>
              </a:rPr>
              <a:t>比较</a:t>
            </a:r>
            <a:r>
              <a:rPr lang="zh-CN" altLang="en-US" sz="2800" dirty="0" smtClean="0">
                <a:solidFill>
                  <a:srgbClr val="0000FF"/>
                </a:solidFill>
                <a:highlight>
                  <a:srgbClr val="FFFF00"/>
                </a:highlight>
              </a:rPr>
              <a:t>各个对象的状态图</a:t>
            </a:r>
            <a:r>
              <a:rPr lang="zh-CN" altLang="en-US" sz="2800" dirty="0" smtClean="0"/>
              <a:t>，检查它们之间的一致性，</a:t>
            </a:r>
            <a:r>
              <a:rPr lang="zh-CN" altLang="en-US" sz="2800" dirty="0" smtClean="0">
                <a:solidFill>
                  <a:srgbClr val="0000FF"/>
                </a:solidFill>
              </a:rPr>
              <a:t>确保事件之间的匹配</a:t>
            </a:r>
            <a:r>
              <a:rPr lang="zh-CN" altLang="en-US" sz="2800" dirty="0" smtClean="0"/>
              <a:t>。</a:t>
            </a:r>
            <a:endParaRPr lang="en-US" altLang="zh-CN" dirty="0" smtClean="0"/>
          </a:p>
          <a:p>
            <a:pPr marL="514350" indent="-514350">
              <a:buFont typeface="+mj-lt"/>
              <a:buAutoNum type="alphaLcParenR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10.4.1 </a:t>
            </a:r>
            <a:r>
              <a:rPr lang="zh-CN" altLang="en-US" dirty="0" smtClean="0"/>
              <a:t>编写脚本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96544"/>
          </a:xfrm>
        </p:spPr>
        <p:txBody>
          <a:bodyPr/>
          <a:lstStyle/>
          <a:p>
            <a:r>
              <a:rPr lang="zh-CN" altLang="en-US" dirty="0" smtClean="0"/>
              <a:t>类似于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拍戏中的脚本</a:t>
            </a:r>
            <a:r>
              <a:rPr lang="zh-CN" altLang="en-US" dirty="0" smtClean="0"/>
              <a:t>，在建立动态模型中，</a:t>
            </a:r>
            <a:r>
              <a:rPr lang="zh-CN" altLang="en-US" dirty="0" smtClean="0">
                <a:solidFill>
                  <a:srgbClr val="0000FF"/>
                </a:solidFill>
              </a:rPr>
              <a:t>脚本</a:t>
            </a:r>
            <a:r>
              <a:rPr lang="zh-CN" altLang="en-US" dirty="0" smtClean="0"/>
              <a:t>是指系统在</a:t>
            </a:r>
            <a:r>
              <a:rPr lang="zh-CN" altLang="en-US" dirty="0" smtClean="0">
                <a:solidFill>
                  <a:srgbClr val="0000FF"/>
                </a:solidFill>
              </a:rPr>
              <a:t>某一执行期间内出现的一系列事件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脚本描述</a:t>
            </a:r>
            <a:r>
              <a:rPr lang="zh-CN" altLang="en-US" dirty="0" smtClean="0">
                <a:solidFill>
                  <a:srgbClr val="0000FF"/>
                </a:solidFill>
              </a:rPr>
              <a:t>用户与系统之间的交互</a:t>
            </a:r>
            <a:r>
              <a:rPr lang="zh-CN" altLang="en-US" dirty="0" smtClean="0"/>
              <a:t>过程。</a:t>
            </a:r>
            <a:endParaRPr lang="en-US" altLang="zh-CN" dirty="0" smtClean="0"/>
          </a:p>
          <a:p>
            <a:r>
              <a:rPr lang="zh-CN" altLang="en-US" dirty="0" smtClean="0"/>
              <a:t>编写脚本的目的：保证</a:t>
            </a:r>
            <a:r>
              <a:rPr lang="zh-CN" altLang="en-US" dirty="0" smtClean="0">
                <a:solidFill>
                  <a:srgbClr val="0000FF"/>
                </a:solidFill>
              </a:rPr>
              <a:t>不遗漏重要的交互步骤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编写脚本时，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首先，考虑</a:t>
            </a:r>
            <a:r>
              <a:rPr lang="zh-CN" altLang="en-US" dirty="0" smtClean="0">
                <a:solidFill>
                  <a:srgbClr val="0000FF"/>
                </a:solidFill>
              </a:rPr>
              <a:t>正常</a:t>
            </a:r>
            <a:r>
              <a:rPr lang="zh-CN" altLang="en-US" dirty="0" smtClean="0"/>
              <a:t>情况；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然后，考虑</a:t>
            </a:r>
            <a:r>
              <a:rPr lang="zh-CN" altLang="en-US" dirty="0" smtClean="0">
                <a:solidFill>
                  <a:srgbClr val="0000FF"/>
                </a:solidFill>
              </a:rPr>
              <a:t>特殊</a:t>
            </a:r>
            <a:r>
              <a:rPr lang="zh-CN" altLang="en-US" dirty="0" smtClean="0"/>
              <a:t>情况；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最后，考虑</a:t>
            </a:r>
            <a:r>
              <a:rPr lang="zh-CN" altLang="en-US" dirty="0" smtClean="0">
                <a:solidFill>
                  <a:srgbClr val="0000FF"/>
                </a:solidFill>
              </a:rPr>
              <a:t>出错</a:t>
            </a:r>
            <a:r>
              <a:rPr lang="zh-CN" altLang="en-US" dirty="0" smtClean="0"/>
              <a:t>情况。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每个事件都应指明</a:t>
            </a:r>
            <a:r>
              <a:rPr lang="zh-CN" altLang="en-US" dirty="0" smtClean="0">
                <a:solidFill>
                  <a:srgbClr val="0000FF"/>
                </a:solidFill>
              </a:rPr>
              <a:t>触发事件的动作（或发送）对象</a:t>
            </a:r>
            <a:r>
              <a:rPr lang="zh-CN" altLang="en-US" dirty="0" smtClean="0"/>
              <a:t>、</a:t>
            </a:r>
            <a:r>
              <a:rPr lang="zh-CN" altLang="en-US" dirty="0" smtClean="0">
                <a:solidFill>
                  <a:srgbClr val="0000FF"/>
                </a:solidFill>
              </a:rPr>
              <a:t>接受事件的目标对象</a:t>
            </a:r>
            <a:r>
              <a:rPr lang="zh-CN" altLang="en-US" dirty="0" smtClean="0"/>
              <a:t>和该</a:t>
            </a:r>
            <a:r>
              <a:rPr lang="zh-CN" altLang="en-US" dirty="0" smtClean="0">
                <a:solidFill>
                  <a:srgbClr val="0000FF"/>
                </a:solidFill>
              </a:rPr>
              <a:t>事件的参数</a:t>
            </a:r>
            <a:r>
              <a:rPr lang="zh-CN" altLang="en-US" dirty="0" smtClean="0"/>
              <a:t>。</a:t>
            </a:r>
            <a:r>
              <a:rPr lang="en-US" altLang="zh-CN" dirty="0" smtClean="0"/>
              <a:t> 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77" y="1052736"/>
            <a:ext cx="8982923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4851360" y="990720"/>
              <a:ext cx="864000" cy="43848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4851360" y="990720"/>
                <a:ext cx="864000" cy="4384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4" y="1484784"/>
            <a:ext cx="858202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1155600" y="2927520"/>
              <a:ext cx="6001200" cy="603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155600" y="2927520"/>
                <a:ext cx="6001200" cy="603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4705560" y="1467000"/>
              <a:ext cx="831960" cy="38772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4705560" y="1467000"/>
                <a:ext cx="831960" cy="3877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10.4.2 </a:t>
            </a:r>
            <a:r>
              <a:rPr lang="zh-CN" altLang="en-US" dirty="0" smtClean="0"/>
              <a:t>设想用户界面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00808"/>
            <a:ext cx="5238750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10.4.3 </a:t>
            </a:r>
            <a:r>
              <a:rPr lang="zh-CN" altLang="en-US" dirty="0" smtClean="0"/>
              <a:t>画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事件跟踪图（</a:t>
            </a:r>
            <a:r>
              <a:rPr lang="en-US" altLang="zh-CN" dirty="0" smtClean="0">
                <a:solidFill>
                  <a:srgbClr val="FF0000"/>
                </a:solidFill>
                <a:highlight>
                  <a:srgbClr val="FFFF00"/>
                </a:highlight>
              </a:rPr>
              <a:t>one more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）</a:t>
            </a:r>
            <a:endParaRPr lang="zh-CN" altLang="en-US" dirty="0" smtClean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8965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）确定事件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 smtClean="0"/>
              <a:t> </a:t>
            </a:r>
            <a:r>
              <a:rPr lang="zh-CN" altLang="en-US" dirty="0" smtClean="0"/>
              <a:t>事件：系统与用户交互的所有信号、输入、输出、中断、动作等；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将事件分类；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确定每类事件的发送对象和接受对象。</a:t>
            </a:r>
            <a:r>
              <a:rPr lang="en-US" altLang="zh-CN" dirty="0" smtClean="0"/>
              <a:t>  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）画事件跟踪图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 </a:t>
            </a:r>
            <a:r>
              <a:rPr lang="zh-CN" altLang="en-US" dirty="0" smtClean="0"/>
              <a:t>一条</a:t>
            </a:r>
            <a:r>
              <a:rPr lang="zh-CN" altLang="en-US" dirty="0" smtClean="0">
                <a:solidFill>
                  <a:srgbClr val="0000FF"/>
                </a:solidFill>
              </a:rPr>
              <a:t>竖线</a:t>
            </a:r>
            <a:r>
              <a:rPr lang="zh-CN" altLang="en-US" dirty="0" smtClean="0"/>
              <a:t>代表一个</a:t>
            </a:r>
            <a:r>
              <a:rPr lang="zh-CN" altLang="en-US" dirty="0" smtClean="0">
                <a:solidFill>
                  <a:srgbClr val="FF0000"/>
                </a:solidFill>
              </a:rPr>
              <a:t>对象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每个</a:t>
            </a:r>
            <a:r>
              <a:rPr lang="zh-CN" altLang="en-US" dirty="0" smtClean="0">
                <a:solidFill>
                  <a:srgbClr val="0000FF"/>
                </a:solidFill>
              </a:rPr>
              <a:t>事件</a:t>
            </a:r>
            <a:r>
              <a:rPr lang="zh-CN" altLang="en-US" dirty="0" smtClean="0"/>
              <a:t>用一条</a:t>
            </a:r>
            <a:r>
              <a:rPr lang="zh-CN" altLang="en-US" dirty="0" smtClean="0">
                <a:solidFill>
                  <a:srgbClr val="0000FF"/>
                </a:solidFill>
              </a:rPr>
              <a:t>水平箭头</a:t>
            </a:r>
            <a:r>
              <a:rPr lang="zh-CN" altLang="en-US" dirty="0" smtClean="0"/>
              <a:t>表示，从发送对象指向接受对象。</a:t>
            </a:r>
            <a:r>
              <a:rPr lang="en-US" altLang="zh-CN" dirty="0" smtClean="0"/>
              <a:t>     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0127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sz="3600" dirty="0" smtClean="0"/>
              <a:t>ATM</a:t>
            </a:r>
            <a:r>
              <a:rPr lang="zh-CN" altLang="en-US" sz="3600" dirty="0" smtClean="0"/>
              <a:t>系统正常情况脚本的事件跟踪图</a:t>
            </a:r>
            <a:endParaRPr lang="zh-CN" altLang="en-US" sz="3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836712"/>
            <a:ext cx="5076825" cy="604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10.4.4 </a:t>
            </a:r>
            <a:r>
              <a:rPr lang="zh-CN" altLang="en-US" dirty="0" smtClean="0"/>
              <a:t>画状态图（</a:t>
            </a:r>
            <a:r>
              <a:rPr lang="zh-CN" altLang="en-US" dirty="0" smtClean="0">
                <a:solidFill>
                  <a:srgbClr val="FF0000"/>
                </a:solidFill>
              </a:rPr>
              <a:t>前面已学习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 smtClean="0"/>
              <a:t>状态图描绘</a:t>
            </a:r>
            <a:r>
              <a:rPr lang="zh-CN" altLang="en-US" sz="2800" dirty="0" smtClean="0">
                <a:solidFill>
                  <a:srgbClr val="0000FF"/>
                </a:solidFill>
              </a:rPr>
              <a:t>事件与对象状态的关系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r>
              <a:rPr lang="zh-CN" altLang="en-US" sz="2800" dirty="0" smtClean="0"/>
              <a:t>通常，用</a:t>
            </a:r>
            <a:r>
              <a:rPr lang="zh-CN" altLang="en-US" sz="2800" dirty="0" smtClean="0">
                <a:solidFill>
                  <a:srgbClr val="0000FF"/>
                </a:solidFill>
              </a:rPr>
              <a:t>一张状态图描绘一类对象的行为</a:t>
            </a:r>
            <a:r>
              <a:rPr lang="zh-CN" altLang="en-US" sz="2800" dirty="0" smtClean="0"/>
              <a:t>，确定由事件序列引出的状态序列；</a:t>
            </a:r>
            <a:endParaRPr lang="en-US" altLang="zh-CN" sz="2800" dirty="0" smtClean="0"/>
          </a:p>
          <a:p>
            <a:r>
              <a:rPr lang="zh-CN" altLang="en-US" sz="2800" dirty="0" smtClean="0"/>
              <a:t>考虑</a:t>
            </a:r>
            <a:r>
              <a:rPr lang="zh-CN" altLang="en-US" sz="2800" dirty="0" smtClean="0"/>
              <a:t>完</a:t>
            </a:r>
            <a:r>
              <a:rPr lang="zh-CN" altLang="en-US" sz="2800" dirty="0" smtClean="0">
                <a:solidFill>
                  <a:srgbClr val="0000FF"/>
                </a:solidFill>
              </a:rPr>
              <a:t>正常事件</a:t>
            </a:r>
            <a:r>
              <a:rPr lang="zh-CN" altLang="en-US" sz="2800" dirty="0" smtClean="0"/>
              <a:t>后，考虑</a:t>
            </a:r>
            <a:r>
              <a:rPr lang="zh-CN" altLang="en-US" sz="2800" dirty="0" smtClean="0">
                <a:solidFill>
                  <a:srgbClr val="0000FF"/>
                </a:solidFill>
              </a:rPr>
              <a:t>边界情况和特殊情况</a:t>
            </a:r>
            <a:r>
              <a:rPr lang="zh-CN" altLang="en-US" sz="2800" dirty="0" smtClean="0"/>
              <a:t>，当所有脚本都被状态图反映出来，该类的状态图就构造好了。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2060848"/>
            <a:ext cx="2026568" cy="1143000"/>
          </a:xfrm>
        </p:spPr>
        <p:txBody>
          <a:bodyPr>
            <a:normAutofit fontScale="90000"/>
          </a:bodyPr>
          <a:lstStyle/>
          <a:p>
            <a:r>
              <a:rPr lang="en-US" altLang="zh-CN" sz="2800" dirty="0" smtClean="0"/>
              <a:t>ATM</a:t>
            </a:r>
            <a:r>
              <a:rPr lang="zh-CN" altLang="en-US" sz="2800" dirty="0" smtClean="0"/>
              <a:t>类的</a:t>
            </a:r>
            <a:br>
              <a:rPr lang="en-US" altLang="zh-CN" sz="2800" dirty="0" smtClean="0"/>
            </a:br>
            <a:r>
              <a:rPr lang="zh-CN" altLang="en-US" sz="2800" dirty="0" smtClean="0"/>
              <a:t>状态图</a:t>
            </a:r>
            <a:br>
              <a:rPr lang="en-US" altLang="zh-CN" sz="2800" dirty="0" smtClean="0"/>
            </a:br>
            <a:r>
              <a:rPr lang="zh-CN" altLang="en-US" sz="2800" dirty="0" smtClean="0"/>
              <a:t>（</a:t>
            </a:r>
            <a:r>
              <a:rPr lang="zh-CN" altLang="en-US" sz="2800" dirty="0" smtClean="0">
                <a:solidFill>
                  <a:srgbClr val="FF0000"/>
                </a:solidFill>
              </a:rPr>
              <a:t>课后分析此图</a:t>
            </a:r>
            <a:r>
              <a:rPr lang="zh-CN" altLang="en-US" sz="2800" dirty="0" smtClean="0"/>
              <a:t>）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71475"/>
            <a:ext cx="6381750" cy="611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10.4.5 </a:t>
            </a:r>
            <a:r>
              <a:rPr lang="zh-CN" altLang="en-US" dirty="0" smtClean="0"/>
              <a:t>审查动态模型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rgbClr val="0000FF"/>
                </a:solidFill>
              </a:rPr>
              <a:t>审查每个事件</a:t>
            </a:r>
            <a:r>
              <a:rPr lang="zh-CN" altLang="en-US" dirty="0" smtClean="0"/>
              <a:t>，跟踪它对系统中每个对象所产生的效果，保证它们</a:t>
            </a:r>
            <a:r>
              <a:rPr lang="zh-CN" altLang="en-US" dirty="0" smtClean="0">
                <a:solidFill>
                  <a:srgbClr val="0000FF"/>
                </a:solidFill>
              </a:rPr>
              <a:t>与每个脚本都匹配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10.5 </a:t>
            </a:r>
            <a:r>
              <a:rPr lang="zh-CN" altLang="en-US" dirty="0" smtClean="0"/>
              <a:t>建立功能模型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9269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10.5.1 </a:t>
            </a:r>
            <a:r>
              <a:rPr lang="zh-CN" altLang="en-US" dirty="0" smtClean="0"/>
              <a:t>画出</a:t>
            </a:r>
            <a:r>
              <a:rPr lang="zh-CN" altLang="en-US" dirty="0" smtClean="0">
                <a:solidFill>
                  <a:srgbClr val="0000FF"/>
                </a:solidFill>
              </a:rPr>
              <a:t>基本系统模型图 （数据流图）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36912"/>
            <a:ext cx="6567636" cy="3001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10.5.2 </a:t>
            </a:r>
            <a:r>
              <a:rPr lang="zh-CN" altLang="en-US" dirty="0" smtClean="0"/>
              <a:t>画出功能级数据流图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556792"/>
            <a:ext cx="361074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 smtClean="0"/>
              <a:t>把基本系统模型中的单一处理框分解成若干个处理框。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194" y="1412776"/>
            <a:ext cx="4162425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/>
            </p14:nvContentPartPr>
            <p14:xfrm>
              <a:off x="4908600" y="6559560"/>
              <a:ext cx="343440" cy="27972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3"/>
            </p:blipFill>
            <p:spPr>
              <a:xfrm>
                <a:off x="4908600" y="6559560"/>
                <a:ext cx="343440" cy="27972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10.5.3 </a:t>
            </a:r>
            <a:r>
              <a:rPr lang="zh-CN" altLang="en-US" dirty="0" smtClean="0"/>
              <a:t>描述处理框功能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7998"/>
            <a:ext cx="9144000" cy="2713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1560" y="159744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比如：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10.6 </a:t>
            </a:r>
            <a:r>
              <a:rPr lang="zh-CN" altLang="en-US" dirty="0" smtClean="0"/>
              <a:t>定义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服务</a:t>
            </a:r>
            <a:r>
              <a:rPr lang="zh-CN" altLang="en-US" dirty="0" smtClean="0"/>
              <a:t>（</a:t>
            </a:r>
            <a:r>
              <a:rPr lang="zh-CN" altLang="en-US" dirty="0" smtClean="0">
                <a:solidFill>
                  <a:srgbClr val="0000FF"/>
                </a:solidFill>
              </a:rPr>
              <a:t>对数据的</a:t>
            </a:r>
            <a:r>
              <a:rPr lang="zh-CN" altLang="en-US" dirty="0" smtClean="0">
                <a:solidFill>
                  <a:srgbClr val="FF0000"/>
                </a:solidFill>
                <a:highlight>
                  <a:srgbClr val="FFFF00"/>
                </a:highlight>
              </a:rPr>
              <a:t>操作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3000" dirty="0" smtClean="0"/>
              <a:t>常规</a:t>
            </a:r>
            <a:r>
              <a:rPr lang="zh-CN" altLang="en-US" sz="3000" dirty="0" smtClean="0">
                <a:solidFill>
                  <a:srgbClr val="FF0000"/>
                </a:solidFill>
                <a:highlight>
                  <a:srgbClr val="FFFF00"/>
                </a:highlight>
              </a:rPr>
              <a:t>行为</a:t>
            </a:r>
            <a:r>
              <a:rPr lang="zh-CN" altLang="en-US" sz="3000" dirty="0" smtClean="0"/>
              <a:t>（行为即服务）</a:t>
            </a:r>
            <a:endParaRPr lang="en-US" altLang="zh-CN" sz="3000" dirty="0" smtClean="0"/>
          </a:p>
          <a:p>
            <a:pPr marL="0" indent="0">
              <a:buNone/>
            </a:pPr>
            <a:r>
              <a:rPr lang="en-US" altLang="zh-CN" sz="3000" dirty="0"/>
              <a:t> </a:t>
            </a:r>
            <a:r>
              <a:rPr lang="en-US" altLang="zh-CN" sz="3000" dirty="0" smtClean="0"/>
              <a:t>   </a:t>
            </a:r>
            <a:r>
              <a:rPr lang="zh-CN" altLang="en-US" sz="3000" dirty="0" smtClean="0"/>
              <a:t>如：读、写一些属性</a:t>
            </a:r>
            <a:endParaRPr lang="en-US" altLang="zh-CN" sz="3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000" dirty="0" smtClean="0"/>
              <a:t>从事件导出的操作（操作即服务）</a:t>
            </a:r>
            <a:endParaRPr lang="en-US" altLang="zh-CN" sz="3000" dirty="0" smtClean="0"/>
          </a:p>
          <a:p>
            <a:pPr marL="0" indent="0">
              <a:buNone/>
            </a:pPr>
            <a:r>
              <a:rPr lang="en-US" altLang="zh-CN" sz="3000" dirty="0"/>
              <a:t> </a:t>
            </a:r>
            <a:r>
              <a:rPr lang="en-US" altLang="zh-CN" sz="3000" dirty="0" smtClean="0"/>
              <a:t>   </a:t>
            </a:r>
            <a:r>
              <a:rPr lang="zh-CN" altLang="en-US" sz="3000" dirty="0" smtClean="0"/>
              <a:t>如：“请分行验卡”事件</a:t>
            </a:r>
            <a:r>
              <a:rPr lang="en-US" altLang="zh-CN" sz="3000" dirty="0"/>
              <a:t> </a:t>
            </a:r>
            <a:r>
              <a:rPr lang="en-US" altLang="zh-CN" sz="3000" dirty="0" smtClean="0">
                <a:sym typeface="Wingdings" panose="05000000000000000000" pitchFamily="2" charset="2"/>
              </a:rPr>
              <a:t></a:t>
            </a:r>
            <a:r>
              <a:rPr lang="zh-CN" altLang="en-US" sz="3000" dirty="0" smtClean="0">
                <a:sym typeface="Wingdings" panose="05000000000000000000" pitchFamily="2" charset="2"/>
              </a:rPr>
              <a:t>“验证卡号”操作</a:t>
            </a:r>
            <a:endParaRPr lang="en-US" altLang="zh-CN" sz="3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000" dirty="0" smtClean="0"/>
              <a:t>与数据流图中处理框对应的操作</a:t>
            </a:r>
            <a:endParaRPr lang="en-US" altLang="zh-CN" sz="3000" dirty="0" smtClean="0"/>
          </a:p>
          <a:p>
            <a:pPr marL="0" indent="0">
              <a:buNone/>
            </a:pPr>
            <a:r>
              <a:rPr lang="en-US" altLang="zh-CN" sz="3000" dirty="0"/>
              <a:t> </a:t>
            </a:r>
            <a:r>
              <a:rPr lang="en-US" altLang="zh-CN" sz="3000" dirty="0" smtClean="0"/>
              <a:t>   </a:t>
            </a:r>
            <a:r>
              <a:rPr lang="zh-CN" altLang="en-US" sz="3000" dirty="0" smtClean="0"/>
              <a:t>如：“更新账户”</a:t>
            </a:r>
            <a:endParaRPr lang="en-US" altLang="zh-CN" sz="30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3000" dirty="0" smtClean="0"/>
              <a:t>利用继承减少冗余操作</a:t>
            </a:r>
            <a:endParaRPr lang="en-US" altLang="zh-CN" sz="3000" dirty="0" smtClean="0"/>
          </a:p>
          <a:p>
            <a:pPr marL="0" indent="0">
              <a:buNone/>
            </a:pPr>
            <a:r>
              <a:rPr lang="en-US" altLang="zh-CN" sz="3000" dirty="0"/>
              <a:t> </a:t>
            </a:r>
            <a:r>
              <a:rPr lang="en-US" altLang="zh-CN" sz="3000" dirty="0" smtClean="0"/>
              <a:t>   </a:t>
            </a:r>
            <a:r>
              <a:rPr lang="zh-CN" altLang="en-US" sz="3000" dirty="0" smtClean="0"/>
              <a:t>抽取相似类的公共属性和操作，建立</a:t>
            </a:r>
            <a:r>
              <a:rPr lang="zh-CN" altLang="en-US" sz="3000" dirty="0" smtClean="0">
                <a:highlight>
                  <a:srgbClr val="FFFF00"/>
                </a:highlight>
              </a:rPr>
              <a:t>新父类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请大家课后分析教材上</a:t>
            </a:r>
            <a:r>
              <a:rPr lang="en-US" altLang="zh-CN" dirty="0" smtClean="0">
                <a:solidFill>
                  <a:srgbClr val="FF0000"/>
                </a:solidFill>
              </a:rPr>
              <a:t>ATM</a:t>
            </a:r>
            <a:r>
              <a:rPr lang="zh-CN" altLang="en-US" dirty="0" smtClean="0">
                <a:solidFill>
                  <a:srgbClr val="FF0000"/>
                </a:solidFill>
              </a:rPr>
              <a:t>系统这个例子，来理解面向对象分析方法！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99951-A222-48BB-AA08-C356D651CD4F}" type="datetime1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MWRkYWM2NTk3YTg3N2JkZWYxNzVkMWE0MDlhMjU5MD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3467</Words>
  <Application>WPS 演示</Application>
  <PresentationFormat>全屏显示(4:3)</PresentationFormat>
  <Paragraphs>482</Paragraphs>
  <Slides>48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5" baseType="lpstr">
      <vt:lpstr>Arial</vt:lpstr>
      <vt:lpstr>宋体</vt:lpstr>
      <vt:lpstr>Wingdings</vt:lpstr>
      <vt:lpstr>Calibri</vt:lpstr>
      <vt:lpstr>微软雅黑</vt:lpstr>
      <vt:lpstr>Arial Unicode MS</vt:lpstr>
      <vt:lpstr>Office 主题​​</vt:lpstr>
      <vt:lpstr>Revisiting what we have learned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第10章 面向对象分析</vt:lpstr>
      <vt:lpstr>引入</vt:lpstr>
      <vt:lpstr>Outline</vt:lpstr>
      <vt:lpstr>10.1 面向对象分析的基本过程</vt:lpstr>
      <vt:lpstr>10.1.2    3个子模型与5个层次</vt:lpstr>
      <vt:lpstr>大型系统对象模型的5个层次</vt:lpstr>
      <vt:lpstr>10.2 需求陈述</vt:lpstr>
      <vt:lpstr>银行（ATM）系统</vt:lpstr>
      <vt:lpstr>需求陈述（部分）</vt:lpstr>
      <vt:lpstr>10.3 建立对象模型</vt:lpstr>
      <vt:lpstr>10.3.1 确定类与对象</vt:lpstr>
      <vt:lpstr>方法二：名词解析法</vt:lpstr>
      <vt:lpstr>2）筛选出正确的类与对象</vt:lpstr>
      <vt:lpstr>筛选出的类与对象</vt:lpstr>
      <vt:lpstr>10.3.2 确定关联</vt:lpstr>
      <vt:lpstr>PowerPoint 演示文稿</vt:lpstr>
      <vt:lpstr>3）进一步完善</vt:lpstr>
      <vt:lpstr>ATM系统原始的类图</vt:lpstr>
      <vt:lpstr>10.3.3 划分主题</vt:lpstr>
      <vt:lpstr>划分主题后ATM系统的类图</vt:lpstr>
      <vt:lpstr>10.3.4 确定属性</vt:lpstr>
      <vt:lpstr>ATM系统对象模型中的属性</vt:lpstr>
      <vt:lpstr>10.3.5 识别（或建立）继承关系</vt:lpstr>
      <vt:lpstr>PowerPoint 演示文稿</vt:lpstr>
      <vt:lpstr>10.3.6 反复修改</vt:lpstr>
      <vt:lpstr>修改后的 ATM对象模型</vt:lpstr>
      <vt:lpstr>10.4 建立动态模型</vt:lpstr>
      <vt:lpstr>10.4.1 编写脚本</vt:lpstr>
      <vt:lpstr>PowerPoint 演示文稿</vt:lpstr>
      <vt:lpstr>PowerPoint 演示文稿</vt:lpstr>
      <vt:lpstr>PowerPoint 演示文稿</vt:lpstr>
      <vt:lpstr>10.4.2 设想用户界面</vt:lpstr>
      <vt:lpstr>10.4.3 画事件跟踪图</vt:lpstr>
      <vt:lpstr>ATM系统正常情况脚本的事件跟踪图</vt:lpstr>
      <vt:lpstr>10.4.4 画状态图（前面已学习）</vt:lpstr>
      <vt:lpstr>ATM类的 状态图 （课后分析此图）</vt:lpstr>
      <vt:lpstr>10.4.5 审查动态模型</vt:lpstr>
      <vt:lpstr>10.5 建立功能模型</vt:lpstr>
      <vt:lpstr>10.5.2 画出功能级数据流图</vt:lpstr>
      <vt:lpstr>10.5.3 描述处理框功能</vt:lpstr>
      <vt:lpstr>10.6 定义服务（对数据的操作）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Guohua</dc:creator>
  <cp:lastModifiedBy>LV</cp:lastModifiedBy>
  <cp:revision>499</cp:revision>
  <dcterms:created xsi:type="dcterms:W3CDTF">2016-11-13T00:46:00Z</dcterms:created>
  <dcterms:modified xsi:type="dcterms:W3CDTF">2025-11-03T17:12:05Z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A90A7D5A0DDA4639A4E5D719066307C0_12</vt:lpwstr>
  </property>
  <property fmtid="{D5CDD505-2E9C-101B-9397-08002B2CF9AE}" pid="3" name="KSOProductBuildVer">
    <vt:lpwstr>2052-12.1.0.23125</vt:lpwstr>
  </property>
</Properties>
</file>