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8"/>
  </p:notesMasterIdLst>
  <p:handoutMasterIdLst>
    <p:handoutMasterId r:id="rId134"/>
  </p:handoutMasterIdLst>
  <p:sldIdLst>
    <p:sldId id="374" r:id="rId5"/>
    <p:sldId id="375" r:id="rId6"/>
    <p:sldId id="376" r:id="rId7"/>
    <p:sldId id="377" r:id="rId9"/>
    <p:sldId id="378" r:id="rId10"/>
    <p:sldId id="379" r:id="rId11"/>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380"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359" r:id="rId46"/>
    <p:sldId id="289" r:id="rId47"/>
    <p:sldId id="290" r:id="rId48"/>
    <p:sldId id="291" r:id="rId49"/>
    <p:sldId id="292" r:id="rId50"/>
    <p:sldId id="369" r:id="rId51"/>
    <p:sldId id="503" r:id="rId52"/>
    <p:sldId id="360" r:id="rId53"/>
    <p:sldId id="361" r:id="rId54"/>
    <p:sldId id="385" r:id="rId55"/>
    <p:sldId id="383" r:id="rId56"/>
    <p:sldId id="382" r:id="rId57"/>
    <p:sldId id="384" r:id="rId58"/>
    <p:sldId id="362" r:id="rId59"/>
    <p:sldId id="387" r:id="rId60"/>
    <p:sldId id="368" r:id="rId61"/>
    <p:sldId id="293" r:id="rId62"/>
    <p:sldId id="294" r:id="rId63"/>
    <p:sldId id="295" r:id="rId64"/>
    <p:sldId id="296" r:id="rId65"/>
    <p:sldId id="386" r:id="rId66"/>
    <p:sldId id="297" r:id="rId67"/>
    <p:sldId id="298" r:id="rId68"/>
    <p:sldId id="299" r:id="rId69"/>
    <p:sldId id="300" r:id="rId70"/>
    <p:sldId id="301" r:id="rId71"/>
    <p:sldId id="302" r:id="rId72"/>
    <p:sldId id="303" r:id="rId73"/>
    <p:sldId id="304" r:id="rId74"/>
    <p:sldId id="305" r:id="rId75"/>
    <p:sldId id="306" r:id="rId76"/>
    <p:sldId id="307" r:id="rId77"/>
    <p:sldId id="308" r:id="rId78"/>
    <p:sldId id="309" r:id="rId79"/>
    <p:sldId id="310" r:id="rId80"/>
    <p:sldId id="311" r:id="rId81"/>
    <p:sldId id="312" r:id="rId82"/>
    <p:sldId id="313" r:id="rId83"/>
    <p:sldId id="314" r:id="rId84"/>
    <p:sldId id="363" r:id="rId85"/>
    <p:sldId id="364" r:id="rId86"/>
    <p:sldId id="315" r:id="rId87"/>
    <p:sldId id="317" r:id="rId88"/>
    <p:sldId id="316" r:id="rId89"/>
    <p:sldId id="318" r:id="rId90"/>
    <p:sldId id="367" r:id="rId91"/>
    <p:sldId id="370" r:id="rId92"/>
    <p:sldId id="502" r:id="rId93"/>
    <p:sldId id="501" r:id="rId94"/>
    <p:sldId id="322" r:id="rId95"/>
    <p:sldId id="319" r:id="rId96"/>
    <p:sldId id="320" r:id="rId97"/>
    <p:sldId id="321" r:id="rId98"/>
    <p:sldId id="323" r:id="rId99"/>
    <p:sldId id="325" r:id="rId100"/>
    <p:sldId id="326" r:id="rId101"/>
    <p:sldId id="393" r:id="rId102"/>
    <p:sldId id="327" r:id="rId103"/>
    <p:sldId id="328" r:id="rId104"/>
    <p:sldId id="330" r:id="rId105"/>
    <p:sldId id="331" r:id="rId106"/>
    <p:sldId id="332" r:id="rId107"/>
    <p:sldId id="333" r:id="rId108"/>
    <p:sldId id="334" r:id="rId109"/>
    <p:sldId id="335" r:id="rId110"/>
    <p:sldId id="336" r:id="rId111"/>
    <p:sldId id="337" r:id="rId112"/>
    <p:sldId id="338" r:id="rId113"/>
    <p:sldId id="341" r:id="rId114"/>
    <p:sldId id="342" r:id="rId115"/>
    <p:sldId id="343" r:id="rId116"/>
    <p:sldId id="344" r:id="rId117"/>
    <p:sldId id="345" r:id="rId118"/>
    <p:sldId id="346" r:id="rId119"/>
    <p:sldId id="347" r:id="rId120"/>
    <p:sldId id="348" r:id="rId121"/>
    <p:sldId id="349" r:id="rId122"/>
    <p:sldId id="351" r:id="rId123"/>
    <p:sldId id="352" r:id="rId124"/>
    <p:sldId id="353" r:id="rId125"/>
    <p:sldId id="371" r:id="rId126"/>
    <p:sldId id="324" r:id="rId127"/>
    <p:sldId id="354" r:id="rId128"/>
    <p:sldId id="339" r:id="rId129"/>
    <p:sldId id="388" r:id="rId130"/>
    <p:sldId id="340" r:id="rId131"/>
    <p:sldId id="389" r:id="rId132"/>
    <p:sldId id="390" r:id="rId133"/>
  </p:sldIdLst>
  <p:sldSz cx="9144000" cy="6858000" type="screen4x3"/>
  <p:notesSz cx="6797675" cy="9928225"/>
  <p:custDataLst>
    <p:tags r:id="rId1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248" autoAdjust="0"/>
  </p:normalViewPr>
  <p:slideViewPr>
    <p:cSldViewPr showGuides="1">
      <p:cViewPr>
        <p:scale>
          <a:sx n="60" d="100"/>
          <a:sy n="60" d="100"/>
        </p:scale>
        <p:origin x="-145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notesMaster" Target="notesMasters/notesMaster1.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8" Type="http://schemas.openxmlformats.org/officeDocument/2006/relationships/tags" Target="tags/tag1.xml"/><Relationship Id="rId137" Type="http://schemas.openxmlformats.org/officeDocument/2006/relationships/tableStyles" Target="tableStyles.xml"/><Relationship Id="rId136" Type="http://schemas.openxmlformats.org/officeDocument/2006/relationships/viewProps" Target="viewProps.xml"/><Relationship Id="rId135" Type="http://schemas.openxmlformats.org/officeDocument/2006/relationships/presProps" Target="presProps.xml"/><Relationship Id="rId134" Type="http://schemas.openxmlformats.org/officeDocument/2006/relationships/handoutMaster" Target="handoutMasters/handoutMaster1.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dirty="0">
              <a:latin typeface="Times New Roman" panose="02020603050405020304" pitchFamily="18" charset="0"/>
            </a:endParaRPr>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FE42F8FD-A006-49F6-819B-82747B1ED8F7}" type="datetimeFigureOut">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dirty="0">
              <a:latin typeface="Times New Roman" panose="02020603050405020304" pitchFamily="18" charset="0"/>
            </a:endParaRPr>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2701E9F5-813E-4AA0-9FC4-1AABDF30182E}"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25T06:18:44"/>
    </inkml:context>
    <inkml:brush xml:id="br0">
      <inkml:brushProperty name="width" value="0.05292" units="cm"/>
      <inkml:brushProperty name="height" value="0.05292" units="cm"/>
      <inkml:brushProperty name="color" value="#ff0000"/>
    </inkml:brush>
  </inkml:definitions>
  <inkml:trace contextRef="#ctx0" brushRef="#br0">12277.000 11465.000,'0.000'-17.000,"0.000"-1.000,0.000 0.000,0.000 1.000,53.000-19.000,-18.000 36.000,18.000 0.000,-18.000-17.000,36.000-1.000,-36.000 18.000,36.000-17.000,-1.000-19.000,-34.000 36.000,-1.000-17.000,0.000 17.000,-17.000 0.000,-1.000 0.000,19.000-18.000,-19.000 18.000,19.000 0.000,17.000 0.000,-36.000 0.000,1.000 0.000,17.000 0.000,-17.000-18.000,35.000 18.000,-18.000 0.000,18.000 0.000,17.000 0.000,1.000 0.000,-18.000 0.000,-35.000 0.000,17.000 0.000,18.000 0.000,-36.000 0.000,36.000 0.000,-17.000 0.000,34.000-17.000,-17.000-1.000,18.000 0.000,-18.000 18.000,17.000 0.000,1.000 0.000,17.000 0.000,-35.000 0.000,-18.000 0.000,53.000 0.000,-53.000 0.000,18.000 0.000,18.000 0.000,-36.000 0.000,53.000 0.000,-17.000 0.000,-18.000 0.000,35.000 0.000,-17.000 0.000,34.000 0.000,19.000 0.000,-53.000 0.000,-19.000-17.000,90.000-18.000,-90.000 35.000,37.000 0.000,-54.000 0.000,35.000-18.000,1.000 0.000,-53.000 18.000,52.000 0.000,-34.000 0.000,34.000 0.000,-35.000-17.000,54.000 17.000,-37.000-18.000,1.000 18.000,36.000 0.000,-19.000 0.000,-35.000 0.000,54.000 0.000,-19.000 0.000,36.000 0.000,0.000 0.000,0.000 0.000,17.000 0.000,18.000 0.000,-70.000-18.000,35.000 18.000,-18.000 0.000,-35.000-35.000,70.000 0.000,-105.000 35.000,52.000 0.000,1.000 0.000,-18.000 0.000,17.000 0.000,1.000-18.000,17.000 18.000,-17.000-18.000,-18.000 18.000,52.000 0.000,-52.000-35.000,0.000 35.000,18.000 0.000,17.000 0.000,-17.000 0.000,34.000 0.000,-52.000-17.000,36.000 17.000,-19.000 0.000,-17.000-18.000,18.000 18.000,-1.000 0.000,-35.000 0.000,54.000 0.000,-19.000 0.000,54.000-18.000,-71.000-17.000,17.000 17.000,18.000 1.000,1.000 17.000,-72.000 0.000,71.000 0.000,-17.000 0.000,17.000 0.000,18.000 0.000,-36.000 0.000,72.000 0.000,-72.000 0.000,36.000 0.000,17.000 0.000,-17.000 0.000,-35.000 0.000,35.000 0.000,-18.000 0.000,-35.000 0.000,0.000 0.000,0.000 0.000,35.000 0.000,-53.000 0.000,36.000 0.000,-1.000 0.000,1.000 0.000,-1.000 0.000,19.000 0.000,-19.000 0.000,-35.000 0.000,54.000 0.000,-72.000 0.000,36.000 0.000,-18.000 0.000,1.000 0.000,-1.000 0.000,18.000 0.000,-36.000 0.000,1.000 0.000,35.000 0.000,-35.000 0.000,17.000 17.000,18.000-17.000,-18.000 0.000,36.000 18.000,-54.000-18.000,36.000 0.000,-17.000 0.000,-1.000 0.000,18.000 18.000,-18.000-18.000,18.000 0.000,35.000 0.000,-35.000 0.000,35.000 53.000,-35.000-53.000,35.000 17.000,-17.000-17.000,-1.000 18.000,-52.000-18.000,17.000 0.000,-17.000 0.000,35.000 0.000,-35.000 0.000,-1.000 17.000,18.000-17.000,1.000 36.000,-1.000-19.000,0.000-17.000,36.000 0.000,-36.000 18.000,18.000-18.000,0.000 18.000,0.000 17.000,-18.000-35.000,0.000 18.000,-17.000-18.000,0.000 0.000,-1.000 17.000,19.000-17.000,-19.000 0.000,1.000 18.000,0.000-18.000,17.000 0.000,0.000 18.000,-17.000-1.000,17.000 1.000,-17.000-1.000,-1.000-17.000,19.000 0.000,-1.000 18.000,-35.000 0.000,53.000 17.000,-36.000-35.000,19.000 18.000,-1.000 17.000,0.000-17.000,1.000-1.000,-1.000 1.000,-18.000-18.000,1.000 17.000,35.000 19.000,-35.000-19.000,-1.000 1.000,-17.000 0.000,18.000 17.000,0.000-35.000,-18.000 18.000,17.000 17.000,1.000 0.000,35.000 0.000,-53.000-17.000,17.000 0.000,1.000-1.000,17.000 36.000,-17.000-35.000,0.000 0.000,-18.000 34.000,0.000-34.000,17.000 53.000,19.000-36.000,-1.000 0.000,-18.000 0.000,-17.000-17.000,36.000 17.000,-19.000-17.000,-17.000 0.000,0.000 17.000,0.000 0.000,0.000 18.000,0.000-18.000,0.000-17.000,0.000 17.000,18.000 1.000,-18.000-19.000,18.000 19.000,-18.000-19.000,0.000 1.000,0.000 17.000,17.000 0.000,1.000-17.000,-18.000 17.000,0.000 1.000,0.000-19.000,0.000 1.000,0.000-1.000,0.000 1.000,0.000 0.000,0.000 35.000,0.000-18.000,0.000 18.000,0.000 17.000,0.000-34.000,0.000 34.000,0.000-17.000,0.000-18.000,0.000 1.000,0.000 17.000,0.000-36.000,0.000 36.000,0.000-18.000,-18.000-17.000,18.000 17.000,0.000 1.000,-17.000-1.000,17.000 0.000,-36.000 0.000,36.000 1.000,0.000-19.000,-17.000 1.000,-1.000 35.000,18.000-18.000,-35.000 36.000,17.000-71.000,1.000 35.000,-1.000 36.000,0.000-71.000,-17.000 53.000,17.000-36.000,-17.000 36.000,0.000-18.000,17.000-17.000,-17.000 53.000,17.000-54.000,-17.000 18.000,0.000 1.000,-1.000-1.000,1.000 18.000,0.000-18.000,-18.000 1.000,-35.000 34.000,-36.000-35.000,1.000 54.000,-1.000-19.000,1.000-17.000,-1.000 18.000,36.000-54.000,-53.000 36.000,70.000-18.000,-34.000-35.000,52.000 36.000,-18.000-36.000,-70.000 70.000,18.000-34.000,17.000-19.000,-18.000 1.000,-17.000-18.000,0.000 0.000,35.000 0.000,-53.000 0.000,54.000 0.000,-36.000 0.000,35.000 0.000,0.000 0.000,-35.000 0.000,17.000 0.000,18.000 0.000,-70.000 0.000,70.000 0.000,-35.000 0.000,35.000 0.000,-17.000 0.000,52.000 0.000,18.000 0.000,-123.000-53.000,35.000 35.000,35.000 18.000,-17.000-17.000,-19.000-19.000,19.000 1.000,-36.000 0.000,-52.000 35.000,69.000-18.000,1.000-17.000,18.000 35.000,-54.000 0.000,107.000 0.000,-71.000 0.000,17.000-35.000,-17.000-1.000,0.000 19.000,-88.000-19.000,52.000 36.000,72.000-35.000,-54.000 0.000,53.000 35.000,-70.000 0.000,34.000 0.000,1.000 0.000,-53.000 0.000,124.000 0.000,-36.000 0.000,18.000 0.000,17.000 0.000,18.000 0.000,18.000 0.000,0.000 0.000,-53.000 0.000,35.000 0.000,17.000 0.000,-34.000 0.000,35.000 0.000,-18.000 0.000,17.000 0.000,-52.000 0.000,18.000 0.000,34.000 0.000,-17.000 0.000,-35.000 0.000,53.000 0.000,-36.000 0.000,36.000 0.000,-18.000 0.000,-53.000 0.000,18.000 0.000,35.000 0.000,-53.000 0.000,1.000 0.000,-37.000 0.000,1.000 0.000,18.000 0.000,17.000 0.000,0.000 0.000,-35.000 0.000,53.000 0.000,-18.000-18.000,71.000 1.000,-36.000 17.000,-52.000-53.000,87.000 53.000,-69.000 0.000,-1.000-18.000,18.000 18.000,-18.000-18.000,53.000 18.000,0.000-17.000,-71.000-36.000,72.000 35.000,16.000 18.000,-17.000 0.000,18.000 0.000,-35.000-17.000,52.000 17.000,-88.000-18.000,53.000 18.000,-17.000 0.000,17.000-35.000,0.000 35.000,0.000-18.000,0.000 0.000,18.000 18.000,-36.000-35.000,18.000 0.000,0.000 17.000,36.000 18.000,-54.000-18.000,53.000 18.000,-35.000-17.000,1.000-18.000,34.000 35.000,0.000-18.000,1.000 0.000,-36.000-35.000,17.000 36.000,1.000-19.000,0.000 36.000,0.000-35.000,17.000 18.000,0.000-1.000,1.000 0.000,17.000 1.000,0.000-1.000,0.000 0.000,0.000-17.000,0.000 17.000,0.000-17.000,0.000 0.000,0.000 17.000,0.000-35.000,0.000 36.000,0.000-1.000,0.000 0.000,0.000 1.000,0.000-1.000,0.000-17.000,0.000 0.000,0.000-1.000,0.000 19.000,0.000-36.000,0.000 17.000,0.000 1.000,17.000 0.000,-17.000-18.000,0.000 18.000,18.000 17.000,-18.000-35.000,18.000 0.000,-1.000 18.000,1.000 0.000,-18.000-1.000,35.000-17.000,-35.000 1.000,18.000 16.000,-18.000-34.000,35.000 34.000,-35.000 1.000,18.000 0.000,-18.000-18.000,17.000 18.000,1.000 17.000,-18.000-17.000,18.000 0.000,-18.000 17.000,17.000 0.000,1.000-35.000,0.000 18.000,17.000 0.000,0.000-1.000,-17.000 1.000,-1.000 0.000,19.000 0.000,-36.000-1.000,17.000 19.000,1.000-1.000,0.000-35.000,17.000 18.000,-17.000-18.000,-1.000 35.000,-17.000 1.000,18.000-36.000,-1.000 53.000,1.000-18.000,0.000-17.000,-1.000 17.000,1.000-17.000,0.000 17.000,17.000-17.000,-35.000 17.000,18.000 1.000,-1.000-1.000,1.000 0.000,-1.000-17.000,1.000 18.000,-18.000-1.000,35.000-17.000,-17.000 35.000,0.000-18.000,-18.000 0.000,0.000 1.000,17.000-1.000,1.000 0.000,0.000 18.000,-1.000 0.000,18.000-17.000,-17.000 17.000,0.000-35.000,-1.000 35.000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0-19T09:56:3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1156.000 640.000,'3.000'3.000,"0.000"0.000,1.000 1.000,0.000 0.000,-1.000-1.000,-1.000 0.000,0.000 0.000,-2.000 0.000,2.000 0.000,0.000 0.000,1.000-2.000,0.000-3.000,-1.000-1.000,1.000 1.000,0.000-1.000,0.000 0.000,4.000-1.000,-3.000 0.000,1.000 0.000,0.000 1.000,0.000 0.000,0.000-1.000,-1.000 3.000,-1.000-1.000,1.000-1.000,-2.000 0.000,1.000 1.000,0.000-1.000,1.000 1.000,-1.000 0.000,-1.000-1.000,1.000 2.000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1609" units="1/cm"/>
          <inkml:channelProperty channel="Y" name="resolution" value="0.01611" units="1/cm"/>
        </inkml:channelProperties>
      </inkml:inkSource>
      <inkml:timestamp xml:id="ts0" timeString="2017-09-18T04:37:01"/>
    </inkml:context>
    <inkml:brush xml:id="br0">
      <inkml:brushProperty name="width" value="0.05292" units="cm"/>
      <inkml:brushProperty name="height" value="0.05292" units="cm"/>
      <inkml:brushProperty name="color" value="#ff0000"/>
    </inkml:brush>
  </inkml:definitions>
  <inkml:trace contextRef="#ctx0" brushRef="#br0">4604.000 6950.000,'0.000'17.000,"-18.000"-17.000,-17.000 18.000,0.000 0.000,-18.000-1.000,-18.000 1.000,19.000 0.000,-37.000 34.000,19.000-34.000,-54.000 0.000,36.000 17.000,0.000 0.000,17.000 1.000,1.000-19.000,35.000 19.000,-18.000-36.000,35.000 17.000,0.000-17.000,-17.000 18.000,17.000-18.000,18.000 17.000,-35.000 1.000,0.000-18.000,17.000 18.000,1.000-1.000,-1.000-17.000,-17.000 18.000,-1.000-18.000,1.000 18.000,0.000-18.000,17.000 17.000,-17.000 1.000,17.000-18.000,-17.000 18.000,0.000-1.000,-18.000 1.000,18.000-1.000,-1.000 1.000,1.000-18.000,17.000 35.000,-17.000-35.000,0.000 36.000,-18.000-36.000,18.000 35.000,-1.000-17.000,19.000-18.000,-19.000 17.000,19.000-17.000,-1.000 18.000,-17.000-1.000,17.000-17.000,18.000 18.000,-17.000 0.000,-19.000 17.000,1.000-17.000,0.000-1.000,-1.000 19.000,1.000-19.000,35.000 1.000,-35.000 0.000,17.000-18.000,1.000 35.000,-1.000-35.000,0.000 17.000,18.000 1.000,-35.000 0.000,35.000 17.000,-18.000-17.000,1.000-1.000,-1.000 19.000,-17.000-1.000,35.000-18.000,-18.000 19.000,1.000-1.000,-1.000 0.000,0.000-17.000,1.000 0.000,-1.000-1.000,18.000 1.000,-18.000-1.000,1.000 19.000,-1.000-1.000,18.000-17.000,-18.000 17.000,1.000 0.000,-1.000 1.000,1.000 16.000,-1.000-16.000,0.000-1.000,-17.000 0.000,17.000 53.000,1.000-35.000,-36.000 36.000,18.000-1.000,17.000 0.000,-35.000 0.000,35.000-35.000,-17.000 0.000,17.000 35.000,-35.000 0.000,18.000 1.000,18.000-37.000,-1.000-16.000,0.000-1.000,18.000-17.000,0.000-1.000,0.000 1.000,-17.000-18.000,17.000 18.000,0.000-1.000,0.000 19.000,0.000-1.000,0.000 0.000,0.000 0.000,0.000 1.000,0.000-1.000,0.000 0.000,0.000 18.000,0.000-35.000,0.000 17.000,0.000 0.000,0.000-17.000,0.000 17.000,0.000 0.000,0.000 1.000,0.000-1.000,0.000 0.000,0.000 1.000,0.000-19.000,0.000 19.000,0.000-1.000,0.000 0.000,17.000-17.000,-17.000 35.000,0.000-36.000,0.000 19.000,0.000-1.000,0.000 0.000,18.000 0.000,-18.000-17.000,0.000 17.000,0.000-17.000,0.000 17.000,0.000 0.000,0.000 1.000,0.000-19.000,0.000 36.000,0.000-17.000,18.000-1.000,-18.000 0.000,0.000-17.000,0.000-1.000,0.000 19.000,0.000-19.000,17.000 1.000,-17.000 0.000,0.000-1.000,0.000 1.000,18.000-18.000,-18.000 18.000,0.000-1.000,0.000 18.000,17.000-17.000,-17.000 0.000,0.000 17.000,18.000-17.000,-18.000-1.000,0.000 1.000,0.000 0.000,0.000-1.000,0.000 1.000,0.000-1.000,18.000 1.000,-18.000 0.000,0.000 17.000,0.000-17.000,17.000 35.000,-17.000-36.000,0.000 36.000,0.000-18.000,0.000 1.000,0.000-1.000,0.000 0.000,18.000-17.000,-18.000 0.000,0.000-1.000,0.000 1.000,0.000-1.000,0.000 1.000,0.000 0.000,0.000-1.000,0.000 1.000,0.000 17.000,0.000 1.000,0.000 16.000,0.000 1.000,0.000 36.000,0.000-36.000,-18.000 35.000,18.000-35.000,0.000 0.000,0.000-1.000,0.000 1.000,0.000 18.000,-17.000-18.000,17.000-18.000,-18.000-17.000,18.000-1.000,0.000 19.000,0.000-1.000,0.000 0.000,0.000 1.000,0.000 16.000,0.000-16.000,0.000-1.000,0.000 18.000,0.000 17.000,0.000-34.000,0.000 17.000,-18.000 0.000,18.000-1.000,0.000-16.000,0.000 17.000,0.000-18.000,0.000 18.000,0.000-18.000,0.000 0.000,0.000 1.000,0.000-1.000,0.000 0.000,0.000-17.000,0.000 0.000,0.000 17.000,0.000 0.000,0.000-17.000,0.000-1.000,0.000 1.000,0.000 0.000,0.000 17.000,0.000-17.000,0.000 17.000,18.000 0.000,0.000 53.000,-18.000-52.000,0.000 17.000,0.000 35.000,35.000-18.000,-35.000-17.000,0.000 35.000,18.000-52.000,-18.000 17.000,0.000-18.000,0.000-18.000,17.000 19.000,-17.000-19.000,0.000 1.000,0.000 0.000,0.000-1.000,0.000 1.000,0.000 0.000,0.000 17.000,0.000 0.000,0.000-17.000,0.000-1.000,0.000 1.000,18.000 0.000,-18.000-1.000,0.000 1.000,0.000 0.000,0.000 35.000,0.000 17.000,18.000-17.000,-18.000-18.000,0.000 1.000,0.000-19.000,17.000 1.000,-17.000 17.000,0.000-17.000,0.000-1.000,0.000 19.000,18.000 17.000,0.000 0.000,-18.000-18.000,17.000 0.000,-17.000 0.000,35.000 1.000,-35.000-19.000,0.000 1.000,0.000 0.000,0.000-1.000,0.000 1.000,18.000 17.000,0.000 0.000,17.000 36.000,0.000-36.000,1.000 0.000,-19.000 1.000,36.000-1.000,-53.000 0.000,18.000 1.000,-1.000-1.000,1.000 0.000,0.000-35.000,-18.000 18.000,0.000-1.000,0.000 1.000,35.000 35.000,18.000 35.000,-18.000-35.000,18.000 18.000,0.000-1.000,0.000 1.000,17.000-18.000,-34.000 17.000,-1.000-34.000,0.000 16.000,1.000-16.000,16.000 52.000,1.000-18.000,-17.000-34.000,34.000 17.000,-35.000-18.000,1.000 18.000,-19.000-53.000,1.000 17.000,17.000 19.000,18.000-1.000,0.000 18.000,35.000-35.000,1.000 17.000,34.000 35.000,0.000 19.000,36.000-36.000,-71.000-18.000,18.000 18.000,-18.000-18.000,1.000 18.000,-19.000-35.000,-17.000-1.000,0.000 1.000,-35.000-18.000,-1.000 0.000,1.000 0.000,35.000 35.000,53.000 18.000,52.000-18.000,-16.000 18.000,87.000 0.000,-88.000 0.000,18.000 0.000,-36.000 0.000,1.000 0.000,-54.000-36.000,1.000 1.000,-18.000 17.000,-18.000-35.000,0.000 18.000,-17.000-18.000,35.000 18.000,53.000-18.000,-1.000 0.000,1.000 17.000,35.000-17.000,18.000 0.000,18.000 0.000,-36.000 0.000,-35.000 0.000,-1.000 0.000,-52.000 0.000,-17.000 0.000,-1.000 0.000,-18.000 0.000,36.000 0.000,18.000 0.000,17.000 0.000,18.000 0.000,-35.000 0.000,34.000 0.000,19.000 0.000,-18.000 0.000,-18.000 0.000,-35.000 0.000,0.000 0.000,-18.000 0.000,-17.000 0.000,52.000 0.000,54.000 53.000,-19.000-18.000,19.000 1.000,-1.000 17.000,-17.000-36.000,18.000 1.000,-71.000-18.000,0.000 0.000,-1.000 0.000,-16.000 0.000,-1.000 0.000,-17.000 0.000,-1.000 0.000,1.000 0.000,0.000 0.000,-1.000 0.000,18.000 0.000,1.000 0.000,-1.000 0.000,0.000 0.000,18.000 0.000,-17.000 0.000,16.000 0.000,37.000 0.000,-19.000 0.000,18.000 0.000,18.000 0.000,-35.000 0.000,17.000 0.000,-17.000 0.000,-19.000 0.000,1.000 0.000,-17.000 0.000,-1.000 0.000,-17.000 0.000,-1.000 0.000,54.000 0.000,-18.000 0.000,0.000 0.000,70.000-18.000,-17.000 18.000,35.000 0.000,-35.000 0.000,0.000 0.000,-18.000 0.000,18.000 0.000,-36.000 0.000,18.000-17.000,-52.000 17.000,-1.000 0.000,0.000 0.000,1.000 0.000,-1.000 0.000,35.000-18.000,-52.000 18.000,17.000-18.000,53.000 18.000,-35.000 0.000,0.000 0.000,-17.000 0.000,-1.000-17.000,0.000 17.000,0.000 0.000,-17.000 0.000,17.000 0.000,1.000 0.000,-1.000 0.000,0.000 0.000,0.000 0.000,-17.000 0.000,35.000-18.000,0.000 18.000,17.000 0.000,19.000 0.000,17.000 0.000,-1.000 0.000,1.000 0.000,0.000 0.000,35.000 0.000,-53.000 0.000,-17.000 0.000,17.000 0.000,-35.000 0.000,-18.000 0.000,18.000 0.000,0.000 0.000,-18.000 0.000,1.000 0.000,-1.000 0.000,0.000 0.000,0.000 0.000,1.000-18.000,-1.000 18.000,18.000 0.000,-18.000 0.000,53.000 0.000,-52.000-17.000,34.000 17.000,36.000 0.000,18.000-35.000,-19.000 35.000,-34.000-18.000,17.000 18.000,18.000 0.000,-35.000-18.000,17.000 18.000,18.000-17.000,-1.000 17.000,19.000 0.000,-18.000-36.000,0.000 36.000,17.000-17.000,-17.000-1.000,17.000-17.000,18.000 17.000,-17.000 1.000,-18.000-36.000,17.000 35.000,-35.000 0.000,-35.000-35.000,0.000 36.000,-17.000-18.000,34.000 17.000,-35.000 0.000,1.000 1.000,17.000-54.000,17.000 36.000,18.000-18.000,-35.000 0.000,35.000 0.000,-35.000 0.000,36.000 18.000,-37.000 0.000,19.000-18.000,-36.000 35.000,53.000-17.000,-35.000-1.000,36.000-16.000,-37.000 16.000,1.000 1.000,18.000 0.000,17.000-18.000,-35.000 17.000,35.000 1.000,0.000-18.000,1.000 18.000,-1.000-36.000,0.000 19.000,0.000-19.000,36.000 0.000,-36.000 1.000,0.000 35.000,0.000-36.000,-17.000 36.000,17.000-18.000,-35.000 18.000,0.000-1.000,17.000 19.000,-34.000-19.000,17.000-17.000,-18.000 36.000,0.000-18.000,53.000-1.000,-35.000 1.000,35.000-18.000,1.000-17.000,-19.000 34.000,18.000 1.000,-35.000-36.000,0.000 36.000,0.000 0.000,0.000 0.000,-18.000-36.000,18.000-17.000,18.000-36.000,-1.000 36.000,-34.000 0.000,17.000 0.000,-18.000-36.000,18.000 18.000,-18.000 18.000,0.000-35.000,1.000 35.000,17.000-54.000,-53.000-16.000,52.000 87.000,-52.000-88.000,18.000 89.000,-18.000-18.000,18.000-36.000,-18.000-35.000,0.000 18.000,0.000 0.000,0.000 0.000,0.000 0.000,0.000 0.000,0.000 0.000,0.000-18.000,-36.000-17.000,19.000 17.000,-18.000 18.000,17.000-36.000,-17.000 19.000,17.000-54.000,0.000 71.000,-52.000-88.000,17.000 17.000,0.000 18.000,0.000-53.000,-35.000-18.000,35.000 54.000,0.000-36.000,-35.000 17.000,70.000-52.000,-52.000 35.000,-1.000 18.000,36.000 17.000,-18.000 54.000,-18.000-72.000,18.000 89.000,18.000-18.000,17.000 18.000,-34.000 18.000,34.000 52.000,0.000-17.000,18.000 0.000,-17.000 53.000,17.000-18.000,-18.000 0.000,0.000-35.000,18.000 35.000,-17.000 0.000,17.000-35.000,0.000 17.000,-36.000 18.000,36.000-18.000,0.000 36.000,0.000 0.000,0.000 17.000,-17.000-17.000,17.000 0.000,0.000-1.000,0.000 19.000,0.000-1.000,0.000 1.000,-18.000 17.000,-17.000-36.000,-89.000 1.000,19.000-18.000,-19.000 35.000,-17.000-34.000,-18.000 16.000,36.000 1.000,52.000 0.000,-52.000-1.000,70.000 36.000,35.000-17.000,1.000 17.000,-1.000 0.000,0.000 0.000,1.000 0.000,-1.000 0.000,-70.000 0.000,17.000 0.000,-17.000 0.000,18.000 0.000,-36.000 0.000,17.000 0.000,19.000 0.000,-18.000 0.000,35.000 0.000,18.000 0.000,17.000 0.000,-17.000 0.000,17.000 0.000,-17.000 0.000,-1.000 0.000,-16.000 0.000,-1.000 0.000,17.000 0.000,-34.000 0.000,17.000 0.000,18.000 0.000,-1.000 0.000,19.000 0.000,-19.000 0.000,-17.000 0.000,18.000 0.000,-53.000 0.000,35.000 0.000,0.000 0.000,-17.000-18.000,17.000-35.000,0.000 18.000,0.000-36.000,-35.000 1.000,17.000 17.000,53.000 35.000,18.000 1.000,0.000-1.000</inkml:trace>
  <inkml:trace contextRef="#ctx0" brushRef="#br0">15999.000 6156.000,'0.000'18.000,"0.000"-1.000,0.000 1.000,0.000 0.000,0.000 17.000,0.000-18.000,0.000 1.000,0.000 0.000,0.000-1.000,0.000 1.000,0.000 0.000,0.000-1.000,0.000 19.000,0.000-19.000,0.000 1.000,17.000-18.000,-17.000 35.000,0.000-17.000,0.000-1.000,0.000 1.000</inkml:trace>
  <inkml:trace contextRef="#ctx0" brushRef="#br0">15999.000 6103.000,'0.000'-18.000,"35.000"1.000,-17.000 17.000,17.000 0.000,-17.000 0.000,-1.000 0.000,1.000 0.000,0.000 0.000,-1.000 0.000,18.000 0.000,1.000 0.000,-1.000 0.000,0.000 0.000,1.000 0.000,17.000 0.000,-1.000 0.000,-16.000 0.000,-1.000 0.000,18.000 0.000,-18.000 0.000,18.000 17.000,18.000-17.000,-36.000 0.000,18.000 18.000,-36.000-18.000,1.000 0.000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1609" units="1/cm"/>
          <inkml:channelProperty channel="Y" name="resolution" value="0.01611" units="1/cm"/>
        </inkml:channelProperties>
      </inkml:inkSource>
      <inkml:timestamp xml:id="ts0" timeString="2017-09-18T05:51:31"/>
    </inkml:context>
    <inkml:brush xml:id="br0">
      <inkml:brushProperty name="width" value="0.05292" units="cm"/>
      <inkml:brushProperty name="height" value="0.05292" units="cm"/>
      <inkml:brushProperty name="color" value="#ff0000"/>
    </inkml:brush>
  </inkml:definitions>
  <inkml:trace contextRef="#ctx0" brushRef="#br0">1994.000 7497.000</inkml:trace>
  <inkml:trace contextRef="#ctx0" brushRef="#br0">1112.000 7514.000,'35.000'0.000,"35.000"18.000,1.000-18.000,17.000 0.000,18.000 17.000,-35.000 1.000,17.000-18.000,-53.000 0.000,0.000 18.000,-17.000-18.000,0.000 0.000,17.000 0.000,0.000 0.000,0.000 0.000,1.000 0.000,17.000 0.000,-18.000 0.000,0.000 0.000,0.000 0.000,1.000 0.000,-19.000 0.000,1.000 0.000,17.000 0.000,1.000 0.000,-19.000 0.000,1.000 0.000,17.000 0.000,0.000 0.000,1.000 0.000,-1.000 0.000,18.000 0.000,0.000 0.000,-18.000 0.000,18.000 0.000,0.000 0.000,35.000 0.000,-35.000 0.000,0.000 0.000,17.000 0.000,-52.000 0.000,17.000 0.000,18.000 0.000,0.000 0.000,18.000 0.000,-36.000 0.000,0.000 0.000,1.000 0.000,-19.000 0.000,1.000 0.000,0.000 0.000,17.000 0.000,0.000 0.000,0.000 0.000,1.000 0.000,-19.000 0.000,1.000-18.000,0.000 18.000,-1.000 0.000,1.000-18.000,-1.000 18.000,-17.000-17.000,36.000 17.000,-1.000-18.000,0.000 18.000,-17.000-17.000,0.000 17.000,17.000 0.000,0.000-18.000,18.000 0.000,0.000 18.000,-18.000-17.000,36.000 17.000,-54.000 0.000,19.000-18.000,-19.000 18.000,1.000 0.000,0.000 0.000,-1.000 0.000,1.000 0.000,0.000 0.000,-18.000-18.000,17.000 18.000,1.000 0.000,-1.000 0.000,1.000 0.000</inkml:trace>
  <inkml:trace contextRef="#ctx0" brushRef="#br0">19738.000 7444.000,'18.000'0.000,"17.000"0.000,18.000 0.000,0.000 0.000,53.000 0.000,-53.000 0.000,35.000 0.000,18.000 0.000,-53.000-18.000,35.000 18.000,-35.000 0.000,-18.000 0.000,0.000 0.000,1.000 0.000,-19.000 0.000,1.000 0.000,0.000 0.000,17.000 0.000,0.000 0.000,18.000-35.000,-18.000 35.000,18.000 0.000,0.000 0.000,-18.000 0.000,36.000 0.000,-18.000 0.000,-18.000 0.000,18.000 0.000,-18.000 0.000,18.000 0.000,35.000 0.000,36.000 0.000,17.000 0.000,35.000 0.000,-34.000 0.000,52.000 0.000,-18.000 0.000,-35.000 0.000,0.000 17.000,18.000 1.000,-53.000-18.000,-36.000 0.000,19.000 0.000,-19.000 0.000,-35.000 0.000,-17.000 0.000,0.000 0.000,17.000 0.000,35.000 0.000,36.000 0.000,35.000 0.000,-17.000 0.000,-18.000 0.000,-18.000 0.000,-35.000 0.000,0.000 0.000,-36.000 0.000,1.000 0.000,0.000 0.000,-1.000 0.000,1.000 0.000,17.000 0.000,18.000 0.000,0.000 0.000,35.000-18.000,-17.000 18.000,-36.000 0.000,-17.000 0.000,-1.000 0.000,1.000 0.000,17.000 0.000,1.000 0.000,16.000 0.000,19.000 0.000,17.000 0.000,-52.000 0.000,-1.000 0.000</inkml:trace>
  <inkml:trace contextRef="#ctx0" brushRef="#br0">671.000 8537.000,'17.000'0.000,"89.000"0.000,35.000 0.000,36.000 0.000,70.000 18.000,-36.000 0.000,36.000-18.000,0.000 0.000,-88.000 17.000,17.000-17.000,1.000 0.000,-1.000 0.000,0.000 0.000,-70.000 0.000,0.000 0.000,35.000 0.000,-17.000 0.000,17.000 0.000,0.000 0.000,0.000 0.000,-35.000 0.000,0.000 0.000,17.000 0.000,-17.000 0.000,0.000 0.000,-36.000 0.000,19.000 0.000,-19.000 0.000,-35.000 0.000,36.000 0.000,-53.000 0.000,52.000 0.000,-52.000 0.000,-1.000 0.000,1.000 0.000,0.000 0.000,52.000 0.000,-17.000 0.000,35.000 0.000,-35.000 0.000,18.000 0.000,17.000 0.000,-17.000 0.000,-36.000 0.000,0.000 0.000,-17.000 0.000,-1.000 0.000,1.000 0.000,0.000 0.000,-1.000 0.000,36.000 0.000,-17.000-17.000,-1.000 17.000,0.000 0.000,0.000-18.000,-17.000 18.000,0.000 0.000,-1.000 0.000,1.000 0.000,-18.000-18.000,18.000 18.000</inkml:trace>
  <inkml:trace contextRef="#ctx0" brushRef="#br0">11183.000 13935.000,'18.000'0.000,"70.000"17.000,-17.000-17.000,105.000 18.000,1.000 0.000,-1.000 17.000,18.000-35.000,-53.000 18.000,-35.000-18.000,-53.000 0.000,-18.000 0.000,0.000 0.000,1.000 0.000,-19.000 0.000,19.000 0.000,-1.000 0.000,18.000 0.000,17.000 0.000,36.000 0.000,18.000 0.000,-54.000 0.000,18.000 0.000,-35.000 0.000,0.000 0.000,-17.000 0.000,16.000 0.000,-16.000-18.000,17.000 18.000,17.000 0.000,1.000 0.000,17.000 0.000,18.000 0.000,-36.000 0.000,36.000 0.000,-18.000 0.000,-35.000 0.000,0.000-18.000,0.000 18.000,35.000 0.000,-17.000 0.000,35.000 0.000,-18.000 0.000,-18.000 0.000,36.000 0.000,-53.000 0.000,18.000 0.000,-18.000 0.000,0.000 0.000,-1.000 0.000,1.000 0.000,18.000 0.000,-18.000 0.000,17.000 0.000,19.000 0.000,16.000 0.000,-34.000 0.000,-36.000 0.000,18.000 0.000,18.000 0.000,-18.000-17.000,-18.000 17.000,-17.000 0.000,17.000 0.000,0.000 0.000,0.000-18.000,1.000 18.000,-1.000 0.000,0.000 0.000,-17.000 0.000,17.000 0.000,-17.000 0.000,17.000 0.000,-17.000 0.000,52.000 0.000,1.000 0.000,17.000 0.000,-17.000 0.000,17.000 0.000,-35.000 0.000,0.000 0.000,0.000 0.000,-36.000 0.000,18.000 0.000,-17.000 0.000,0.000 0.000,-1.000-18.000,1.000 18.000,35.000 0.000,0.000 0.000,-18.000 0.000,36.000 0.000,-18.000 0.000,-36.000-17.000,1.000 17.000,0.000 0.000,17.000 0.000,0.000 0.000,0.000-18.000,36.000 18.000,17.000-18.000,-53.000 18.000,18.000 0.000,-17.000 0.000,16.000 0.000,-34.000 0.000,17.000 0.000,-17.000 0.000,35.000-17.000,18.000 17.000,-19.000 0.000,-16.000 0.000,34.000 0.000,-52.000 0.000,17.000 0.000,-17.000 0.000,-1.000 0.000,1.000 0.000,35.000-18.000,70.000 18.000,36.000 0.000,-18.000 0.000,-35.000-17.000,0.000 17.000,17.000 0.000,-17.000 0.000,-35.000 0.000,17.000-36.000,-17.000 36.000,-1.000 0.000,-17.000 0.000,0.000 0.000,-35.000 0.000,-1.000 0.000,1.000 0.000,0.000 0.000,34.000 0.000,37.000 0.000,34.000 0.000,71.000-17.000,-53.000 17.000,-35.000 0.000,-35.000 0.000,-1.000 0.000,-34.000-18.000,-1.000 18.000,-18.000 0.000,19.000 0.000,-1.000 0.000,18.000 0.000,35.000-18.000,18.000 18.000,0.000 0.000,-18.000 0.000,-35.000 0.000,0.000 0.000,0.000 0.000,-18.000-17.000,18.000 17.000,35.000 0.000,-35.000 0.000,0.000 0.000,35.000 0.000,-17.000 0.000,-1.000-18.000,-17.000 18.000,-18.000 0.000,18.000 0.000,0.000 0.000,-17.000-18.000,-1.000 18.000,-18.000 0.000,19.000 0.000,-1.000 0.000,0.000 0.000,1.000-17.000,34.000 17.000,18.000-18.000,53.000 18.000,1.000-35.000,52.000 17.000,-89.000 18.000,37.000 0.000,-54.000-35.000,18.000 35.000,-54.000 0.000,19.000 0.000,17.000-18.000,18.000 18.000,-18.000 0.000,-52.000 0.000,-1.000 0.000,-18.000 0.000,19.000 0.000,-19.000 0.000,36.000 0.000,0.000 0.000,53.000 0.000,-35.000 0.000,-1.000 0.000,-17.000 0.000,-18.000 0.000,-17.000 0.000,0.000 0.000,-1.000 0.000,19.000 0.000,-19.000 0.000,36.000 0.000,-18.000 0.000,1.000 0.000,-19.000 0.000,19.000 0.000,-19.000 0.000,18.000 0.000,1.000 0.000,-1.000 0.000,-17.000 0.000,-1.000 0.000,1.000 0.000,17.000 0.000,0.000 0.000,1.000 18.000,-1.000-18.000,-17.000 0.000,-1.000 0.000,1.000 18.000,0.000-18.000,-1.000 0.000,1.000 0.000,52.000 0.000,-52.000 0.000,53.000 0.000,-1.000 0.000,-17.000 0.000,-18.000 17.000,-17.000-17.000</inkml:trace>
  <inkml:trace contextRef="#ctx0" brushRef="#br0">424.000 15046.000,'35.000'0.000,"18.000"0.000,35.000 0.000,-17.000 0.000,17.000 0.000,-18.000 0.000,36.000 0.000,-18.000 0.000,-17.000 18.000,17.000-18.000,-35.000 0.000,18.000 0.000,17.000 0.000,-35.000 0.000,35.000 0.000,-35.000 0.000,-18.000 0.000,0.000 0.000,-17.000 0.000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8-09-26T12:50:42"/>
    </inkml:context>
    <inkml:brush xml:id="br0">
      <inkml:brushProperty name="width" value="0.05292" units="cm"/>
      <inkml:brushProperty name="height" value="0.05292" units="cm"/>
      <inkml:brushProperty name="color" value="#ff0000"/>
    </inkml:brush>
  </inkml:definitions>
  <inkml:trace contextRef="#ctx0" brushRef="#br0">21749.000 11201.000,'0.000'-18.000,"35.000"0.000,1.000 18.000,-1.000 0.000,18.000 0.000,0.000 0.000,35.000 0.000,-35.000 0.000,0.000 0.000,-18.000 0.000,18.000 0.000,0.000 0.000,17.000 0.000,-52.000 0.000,17.000 0.000,36.000 0.000,-18.000 0.000,-18.000 0.000,0.000 0.000,1.000 0.000,-1.000 0.000,-17.000 0.000,-1.000-17.000,1.000 17.000,0.000 0.000,-1.000 0.000,1.000 0.000,17.000 0.000,18.000 0.000,-18.000 0.000,18.000 0.000,18.000 0.000,-18.000 0.000,0.000 0.000,-18.000 0.000,18.000 0.000,-18.000 0.000,53.000-18.000,-35.000 18.000,0.000 0.000,0.000 0.000,18.000-17.000,-19.000 17.000,1.000 0.000,-17.000-18.000,-1.000 18.000,0.000 0.000,-17.000 0.000,-1.000 0.000,1.000 0.000,0.000 0.000,-1.000 0.000,19.000 0.000,-1.000 0.000,18.000 0.000,-18.000 0.000,18.000 0.000,-18.000 0.000,18.000 0.000,-17.000 0.000,-1.000 0.000,18.000 0.000,17.000 0.000,-34.000 0.000,-1.000 0.000,-18.000 0.000,1.000 0.000,0.000 0.000,-1.000 0.000,1.000 0.000,0.000 0.000</inkml:trace>
  <inkml:trace contextRef="#ctx0" brushRef="#br0">477.000 11836.000,'35.000'0.000,"18.000"17.000,-18.000-17.000,36.000 0.000,17.000 36.000,-35.000-36.000,35.000 0.000,-35.000 0.000,17.000 0.000,-17.000 0.000,18.000 0.000,-36.000 0.000,-17.000 0.000,-1.000 0.000,19.000 0.000,-19.000 0.000,1.000 0.000,0.000 0.000,-1.000 0.000,1.000 0.000,0.000 0.000,-1.000 0.000,1.000 0.000,-1.000 0.000,1.000 0.000,17.000 0.000,-17.000 0.000,0.000 0.000,-1.000 0.000,1.000 0.000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11:13:48"/>
    </inkml:context>
    <inkml:brush xml:id="br0">
      <inkml:brushProperty name="width" value="0.05292" units="cm"/>
      <inkml:brushProperty name="height" value="0.05292" units="cm"/>
      <inkml:brushProperty name="color" value="#ff0000"/>
    </inkml:brush>
  </inkml:definitions>
  <inkml:trace contextRef="#ctx0" brushRef="#br0">2752.000 6826.000,'0.000'18.000,"0.000"0.000,0.000-1.000,0.000 1.000,0.000 17.000,0.000-17.000,0.000-1.000,0.000 1.000,0.000 0.000,0.000-1.000,0.000 1.000,0.000 0.000,0.000-1.000,35.000 1.000,-35.000 17.000,0.000-17.000,0.000-1.000,0.000 1.000,0.000 0.000,0.000-1.000,-17.000 1.000,17.000 0.000,0.000-1.000,0.000 1.000,0.000 17.000,0.000-17.000,0.000-1.000</inkml:trace>
  <inkml:trace contextRef="#ctx0" brushRef="#br0">2699.000 8537.000,'0.000'-17.000,"0.000"-19.000,18.000 36.000,-1.000-17.000,-17.000-1.000,36.000 18.000,-36.000-18.000,17.000 1.000,1.000 17.000,0.000-18.000,-1.000 18.000,1.000-18.000,-1.000 18.000,1.000-17.000,0.000-1.000,-1.000 18.000,19.000 0.000,-19.000 0.000,1.000 0.000,0.000 0.000,-18.000 18.000,17.000-1.000,-17.000 1.000,0.000 0.000,0.000-1.000,0.000 1.000,0.000 35.000,-17.000-35.000,17.000-1.000,-18.000 1.000,0.000 0.000,18.000 17.000,-35.000-35.000,17.000 17.000,1.000 1.000,17.000 0.000,-18.000 17.000,0.000 0.000,18.000-17.000,-17.000 0.000,-1.000-1.000,1.000 1.000,17.000-1.000,-18.000 1.000,0.000-18.000,1.000 0.000,-1.000 0.000,36.000 0.000,-1.000 0.000,1.000 0.000,17.000 0.000,-17.000 0.000,17.000 0.000,0.000 0.000,-17.000 0.000,17.000 0.000,-17.000 0.000,0.000 0.000,-1.000 0.000,19.000 0.000,-1.000 0.000,-18.000 0.000,19.000 0.000,-1.000 0.000,-17.000 0.000,17.000 0.000,-17.000 0.000,-1.000 0.000,1.000 0.000,-1.000 0.000,19.000 0.000,-19.000 0.000,1.000 0.000,0.000 0.000,-1.000 0.000</inkml:trace>
  <inkml:trace contextRef="#ctx0" brushRef="#br0">2734.000 9137.000,'0.000'-18.000,"18.000"18.000,-18.000-17.000,18.000 17.000,-1.000 0.000,1.000 0.000,0.000-18.000,-1.000 18.000,-17.000-18.000,35.000 18.000,-17.000 0.000,0.000 0.000,-18.000-17.000,17.000 17.000,1.000 0.000,0.000 0.000,-1.000 0.000,1.000 0.000,0.000 0.000,-1.000 17.000,-17.000 1.000,0.000 0.000,0.000-1.000,0.000 1.000,0.000 0.000,0.000-1.000,-17.000-17.000,-1.000 18.000,18.000 0.000,0.000 17.000,-18.000-35.000,18.000 17.000,-17.000 1.000,-1.000-18.000,0.000 18.000,1.000-1.000,-1.000-17.000,-17.000 18.000,52.000-18.000,1.000 0.000,17.000 0.000,-17.000 0.000,0.000 0.000,-1.000 0.000,1.000 0.000,0.000 0.000,-1.000 0.000,19.000 0.000,-19.000 0.000,1.000 0.000,17.000 0.000,-17.000 0.000,-1.000 0.000,1.000 0.000,0.000 0.000,-18.000 18.000,0.000-1.000,0.000 1.000,35.000-18.000,-35.000 35.000,0.000-17.000,0.000-1.000,0.000 1.000,0.000 0.000,-18.000-1.000,18.000 1.000,-17.000-18.000,17.000 18.000,-18.000-1.000,0.000-17.000,18.000 18.000,-17.000-18.000,17.000 35.000,-18.000-17.000,0.000-18.000,1.000 0.000,17.000 17.000,-18.000-17.000,-17.000 0.000,0.000 0.000,17.000 0.000,-17.000 0.000,-1.000 0.000,19.000 0.000,-19.000 18.000,19.000-18.000,-1.000 0.000,1.000 0.000,-1.000 0.000</inkml:trace>
  <inkml:trace contextRef="#ctx0" brushRef="#br0">3934.000 9578.000,'0.000'18.000,"-18.000"-18.000,18.000 17.000,-17.000 1.000,-1.000-18.000,18.000 17.000,-18.000 19.000,-17.000-19.000,35.000 1.000,-18.000 0.000,1.000-1.000,-1.000 36.000,0.000-53.000,18.000 18.000,-17.000 0.000,-1.000-1.000,18.000 1.000,-17.000-1.000,17.000 1.000,-18.000-18.000,18.000 18.000,0.000 17.000,-18.000-17.000,36.000-18.000,0.000 0.000,17.000 0.000,-18.000 0.000,19.000 0.000,-19.000 0.000,36.000-36.000,-17.000 36.000,-1.000-17.000,0.000 17.000,-35.000-18.000,35.000 0.000,1.000 18.000,-19.000 0.000,-17.000-17.000,18.000 17.000,0.000 0.000,-1.000 0.000,-17.000-18.000,18.000 18.000,-18.000-17.000,17.000 17.000,1.000 0.000,0.000 0.000,-1.000-18.000,36.000 18.000,-17.000-18.000,-19.000 18.000,1.000-17.000,0.000 17.000,-1.000 0.000,-17.000-36.000,0.000 54.000</inkml:trace>
  <inkml:trace contextRef="#ctx0" brushRef="#br0">4145.000 9648.000,'0.000'18.000,"0.000"0.000,0.000-1.000,0.000 19.000,0.000-19.000,0.000 1.000,0.000 0.000,0.000-1.000,0.000 19.000,18.000-19.000,-18.000 1.000,0.000 17.000,0.000-17.000,0.000-1.000,0.000 1.000,0.000 0.000,0.000-1.000,0.000 1.000,0.000 0.000,0.000-1.000,18.000 1.000,-18.000-1.000,0.000 1.000,17.000 0.000,-17.000-1.000,0.000 1.000,0.000 0.000,0.000-1.000,0.000 1.000,0.000 0.000</inkml:trace>
  <inkml:trace contextRef="#ctx0" brushRef="#br0">5186.000 9631.000,'0.000'17.000,"0.000"1.000,0.000 17.000,0.000-17.000,0.000 0.000,0.000-1.000,0.000 19.000,0.000-19.000,0.000 1.000,0.000 0.000,0.000 17.000,0.000-18.000,-17.000 1.000,17.000 0.000,17.000-18.000,-17.000-18.000,18.000 0.000,17.000 18.000,-17.000-35.000,-1.000 18.000,19.000 17.000,-19.000 0.000,1.000 0.000,0.000-18.000,-1.000 18.000,1.000 0.000,-1.000 18.000,-17.000 17.000,0.000-18.000,0.000 1.000,18.000 17.000,-18.000-17.000,0.000 17.000,18.000-17.000,-18.000 17.000,0.000 0.000,0.000-17.000,0.000 17.000,0.000-17.000,0.000 0.000,0.000-1.000,0.000 1.000,0.000 0.000,0.000 17.000,-18.000-35.000,18.000 17.000,-18.000-17.000,-17.000 18.000,18.000-18.000,-1.000 18.000,0.000-18.000,-17.000 0.000,17.000 0.000,1.000 0.000,-1.000 17.000,0.000-17.000,1.000 0.000,-1.000 0.000,1.000 0.000,-1.000 0.000,0.000 0.000,1.000 0.000,-1.000 0.000,0.000 0.000,1.000 0.000</inkml:trace>
  <inkml:trace contextRef="#ctx0" brushRef="#br0">5169.000 9631.000,'17.000'0.000,"1.000"0.000,-1.000 0.000,1.000 0.000,0.000 0.000,-1.000 0.000,36.000 0.000,-35.000 0.000,0.000 0.000,34.000 0.000,-16.000 0.000,-19.000 17.000,36.000-17.000,-17.000 0.000,-19.000 0.000,1.000 0.000,0.000 0.000,-1.000 0.000,1.000 0.000,-1.000 0.000</inkml:trace>
  <inkml:trace contextRef="#ctx0" brushRef="#br0">4939.000 11624.000,'0.000'18.000,"-17.000"-1.000,-1.000 1.000,0.000 0.000,1.000-1.000,-1.000 1.000,0.000-18.000,18.000 18.000,-17.000-18.000,17.000 17.000,-18.000 1.000,0.000 17.000,1.000-17.000,17.000-1.000,-35.000-17.000,35.000 36.000,-18.000-19.000,0.000 19.000,1.000-36.000,17.000 17.000,0.000 1.000,0.000 17.000,-18.000-17.000,18.000-1.000,-35.000 1.000,35.000 17.000,0.000-17.000,0.000 0.000,0.000-1.000,0.000 18.000,17.000-17.000,-17.000 0.000,18.000-18.000,-18.000 17.000,18.000 1.000,-1.000 0.000,1.000-1.000,0.000-17.000,-1.000 18.000,1.000-18.000,17.000 18.000,0.000-1.000,-17.000-17.000,17.000 0.000,-17.000 36.000,0.000-36.000,17.000 0.000,-17.000 0.000,34.000 0.000,-34.000 0.000,-18.000-18.000,18.000 18.000,-18.000-18.000,0.000 1.000,0.000-1.000,0.000 0.000,0.000 1.000,0.000-1.000,0.000 0.000,0.000 1.000,0.000-19.000,0.000 19.000,0.000-1.000,0.000 1.000,-18.000 17.000,-17.000-18.000,17.000 18.000,1.000 0.000,-1.000 0.000,0.000 0.000,1.000 0.000,-1.000 0.000,0.000 0.000,1.000 0.000,-1.000 0.000,-17.000 0.000,17.000 0.000,0.000 0.000,-17.000 0.000,18.000 0.000,-1.000 0.000,0.000 0.000,1.000 0.000,-19.000 0.000,19.000 0.000,-1.000 0.000,36.000-18.000</inkml:trace>
  <inkml:trace contextRef="#ctx0" brushRef="#br0">6844.000 11589.000,'18.000'-18.000,"17.000"18.000,18.000 0.000,-18.000 0.000,18.000-18.000,18.000 18.000,-1.000 0.000,1.000-35.000,-53.000 35.000,52.000 0.000,-35.000 0.000,36.000 0.000,-36.000 0.000,-17.000 0.000,17.000 0.000,-17.000 0.000,-1.000 0.000,-17.000 18.000,-17.000-1.000,17.000 1.000,-18.000 0.000,1.000-18.000,-1.000 17.000,-17.000 19.000,17.000-19.000,-35.000 19.000,35.000-1.000,1.000 0.000,-1.000 0.000,-17.000 1.000,17.000-19.000,1.000 19.000,-1.000 17.000,0.000-36.000,1.000 18.000,-19.000-35.000,19.000 36.000,17.000-19.000,0.000 1.000,-18.000 0.000,18.000-1.000,-18.000-17.000,1.000 36.000,17.000-19.000,-18.000-17.000,18.000 18.000</inkml:trace>
  <inkml:trace contextRef="#ctx0" brushRef="#br0">6192.000 13282.000,'0.000'-18.000,"0.000"1.000,17.000 17.000,1.000-35.000,0.000 35.000,-18.000-18.000,17.000 0.000,-17.000 1.000,18.000-1.000,-18.000 0.000,0.000 1.000,53.000-1.000,-53.000-17.000,0.000 17.000,0.000 1.000,0.000-1.000,17.000 0.000,-17.000 1.000,0.000-1.000,0.000-17.000,0.000 17.000,0.000 0.000,0.000 1.000,0.000-1.000,0.000 0.000,0.000 1.000,0.000-1.000,0.000 1.000,-35.000 17.000,35.000-18.000,-18.000 18.000,1.000 0.000,-1.000 0.000,1.000 0.000,-19.000 0.000,1.000 0.000,-53.000 0.000,52.000 0.000,1.000 0.000,0.000 0.000,35.000 18.000,-35.000-18.000,-36.000 17.000,53.000 1.000,1.000-1.000,-1.000-17.000,18.000 18.000,-17.000-18.000,17.000 18.000,0.000-1.000,0.000 1.000,0.000 17.000,17.000-35.000,18.000 18.000,-17.000 17.000,35.000-35.000,-18.000 18.000,-17.000 0.000,0.000-1.000,17.000 1.000,-18.000-18.000,1.000 17.000,53.000 1.000,-36.000-18.000,0.000 18.000,1.000-18.000,-1.000 35.000,0.000-17.000,18.000-18.000,-35.000 17.000,-1.000-17.000,19.000 18.000,-36.000 0.000,17.000-18.000,18.000 17.000,-17.000-17.000,17.000 18.000,-17.000-18.000,0.000 0.000,-18.000 17.000,0.000 1.000,17.000 0.000,-17.000-1.000,0.000 19.000,0.000-19.000,0.000 1.000,0.000 0.000,0.000-1.000,0.000 1.000,0.000-1.000,-17.000 1.000,17.000 0.000,-18.000-18.000,-17.000 35.000,17.000-35.000,-17.000 18.000,0.000-1.000,-1.000-17.000,1.000 0.000,-18.000 0.000,18.000 0.000,17.000 0.000,1.000 0.000,-1.000 0.000,0.000 0.000,1.000 0.000,-1.000 0.000,18.000-17.000,0.000-19.000,0.000 19.000,0.000-1.000,0.000 0.000,0.000 1.000,0.000-1.000,0.000 1.000,0.000-1.000,0.000 0.000,0.000-17.000,18.000 35.000,-18.000-18.000,17.000 1.000,-17.000-1.000,18.000 18.000,-18.000-18.000,0.000 1.000,18.000-1.000,-18.000 1.000</inkml:trace>
  <inkml:trace contextRef="#ctx0" brushRef="#br0">6809.000 13406.000,'0.000'17.000,"0.000"1.000,0.000-1.000,0.000 1.000,0.000 0.000,0.000-1.000,-35.000-17.000,35.000 18.000,0.000 0.000,0.000-1.000,0.000 1.000,-18.000-18.000,18.000 35.000,0.000-17.000,-18.000-18.000,1.000 18.000,17.000-1.000,0.000 1.000</inkml:trace>
  <inkml:trace contextRef="#ctx0" brushRef="#br0">7867.000 12929.000,'0.000'-17.000,"-17.000"17.000,-1.000 0.000,18.000-18.000,-18.000 18.000,18.000-18.000,-17.000 18.000,-1.000 0.000,0.000-17.000,-34.000 17.000,34.000 0.000,18.000-18.000,-18.000 18.000,1.000 0.000,-1.000 0.000,0.000-18.000,-17.000 18.000,-18.000 0.000,36.000-17.000,-1.000 17.000,0.000 0.000,1.000 0.000,-1.000 0.000,0.000 0.000,1.000 0.000,-1.000 0.000,0.000 0.000,-17.000 0.000,17.000 0.000,1.000 0.000,-1.000 17.000,18.000 1.000,0.000 0.000,0.000-1.000,0.000 1.000,0.000 0.000,0.000-1.000,0.000 1.000,0.000 0.000,18.000-18.000,-18.000 17.000,53.000-17.000,-36.000 0.000,1.000 0.000,0.000 0.000,-1.000 0.000,19.000 0.000,-1.000 0.000,-17.000 0.000,52.000 0.000,-35.000 0.000,-17.000 0.000,17.000-35.000,-17.000 35.000,0.000 0.000,-1.000-18.000,18.000 18.000,-17.000-17.000,0.000-1.000,-1.000 0.000,-17.000 36.000,0.000 0.000,0.000-1.000,-17.000-17.000,17.000 53.000,-18.000-17.000,-17.000 16.000,35.000 1.000,-18.000-17.000,18.000 17.000,-17.000-18.000,17.000 0.000,0.000 0.000,-18.000-17.000,18.000 0.000,0.000 35.000,0.000-36.000,0.000 1.000,0.000-1.000,-18.000 1.000,18.000 0.000,0.000-1.000,0.000 1.000,0.000 0.000,0.000 17.000,0.000-17.000</inkml:trace>
  <inkml:trace contextRef="#ctx0" brushRef="#br0">8943.000 13935.000,'-17.000'0.000,"17.000"17.000,0.000 1.000,0.000 0.000,-18.000 17.000,0.000-17.000,18.000 17.000,0.000 18.000,-17.000-36.000,17.000 1.000,-18.000 0.000,18.000 17.000,-18.000 0.000,18.000 1.000,0.000-1.000,0.000 0.000,-17.000 0.000,17.000 1.000,0.000-1.000,-18.000 0.000,18.000 18.000,-17.000-18.000,17.000 1.000,0.000-1.000,-18.000 0.000,18.000 18.000,0.000-35.000,0.000-1.000,0.000 19.000,0.000-19.000,-35.000-17.000</inkml:trace>
  <inkml:trace contextRef="#ctx0" brushRef="#br0">9349.000 13952.000,'-18.000'18.000,"18.000"0.000,0.000-1.000,-17.000-17.000,-1.000 18.000,18.000 17.000,-18.000-35.000,1.000 53.000,17.000-35.000,-18.000 17.000,18.000-17.000,-35.000 17.000,35.000 0.000,-35.000 18.000,17.000-18.000,-17.000 1.000,35.000-19.000,0.000 19.000,0.000-19.000,0.000 1.000,-18.000 35.000,18.000-36.000,-18.000 1.000,18.000 0.000,0.000-1.000,0.000 1.000,0.000 0.000,18.000-18.000,0.000 0.000,-1.000 0.000,19.000 0.000,-19.000 0.000,1.000 0.000,-1.000 0.000,1.000 0.000,17.000 0.000,-17.000 0.000,17.000 0.000,18.000 0.000,0.000-18.000,-18.000 0.000,1.000 18.000,-1.000-17.000,53.000-19.000,-53.000 19.000,18.000-1.000,-35.000-35.000,17.000 36.000,36.000-1.000,-71.000 0.000,35.000 1.000,-17.000-19.000,-1.000 19.000,19.000-1.000,-19.000-35.000,-17.000 36.000,18.000-1.000,0.000 0.000,-18.000 1.000,0.000-1.000,0.000 0.000,0.000 1.000,0.000-1.000,0.000 0.000,0.000 1.000,0.000-1.000,0.000 1.000,0.000-1.000,-18.000 18.000,18.000-18.000,-18.000 18.000,1.000-17.000,17.000-1.000,-18.000 18.000,0.000 0.000,1.000 0.000,-1.000 0.000,0.000-18.000,1.000 18.000,-1.000-17.000,1.000 17.000,-1.000 0.000,0.000 0.000,1.000 0.000,-1.000 0.000,0.000 0.000,1.000 0.000,-1.000 0.000,-17.000 0.000,17.000 0.000,1.000 0.000,-1.000 0.000,-17.000 0.000,17.000 0.000,-17.000 17.000,17.000-17.000,0.000 0.000,1.000 0.000,-1.000 0.000,-17.000 0.000,17.000 0.000,1.000 0.000,-1.000 0.000,18.000 18.000,-18.000-18.000,1.000 0.000,-1.000 0.000,-17.000 0.000,52.000 0.000,-34.000 0.000</inkml:trace>
  <inkml:trace contextRef="#ctx0" brushRef="#br0">5451.000 15258.000,'0.000'17.000,"0.000"19.000,0.000-19.000,0.000 1.000,0.000-1.000,0.000 1.000,0.000 17.000,-18.000-35.000,18.000 36.000,0.000-19.000,0.000 36.000,-18.000-35.000,18.000 0.000,0.000-1.000,0.000 1.000,0.000-1.000,0.000 1.000,0.000 17.000,0.000 1.000,0.000-19.000,0.000 1.000,0.000 0.000,0.000-1.000,0.000 1.000,-17.000-18.000,17.000 17.000,0.000 1.000,0.000 0.000,0.000 17.000,0.000-17.000,0.000-1.000,-18.000-17.000,1.000 0.000</inkml:trace>
  <inkml:trace contextRef="#ctx0" brushRef="#br0">6156.000 15328.000,'0.000'18.000,"0.000"-1.000,0.000 1.000,0.000 0.000,0.000-1.000,-17.000 1.000,17.000 0.000,0.000-1.000,0.000 1.000,0.000 0.000,0.000-1.000,-36.000 1.000,36.000 0.000,0.000-1.000,0.000 1.000,-17.000 17.000,17.000-17.000,0.000-1.000,0.000 1.000,0.000 0.000,0.000-1.000,0.000 1.000,0.000 0.000,0.000-1.000,0.000 18.000,0.000-17.000,0.000 0.000,0.000-1.000,0.000 1.000,0.000 0.000,0.000-1.000,0.000 1.000,0.000 0.000,0.000-1.000,0.000 18.000,0.000-17.000,0.000 0.000,0.000-1.000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11:16:49"/>
    </inkml:context>
    <inkml:brush xml:id="br0">
      <inkml:brushProperty name="width" value="0.05292" units="cm"/>
      <inkml:brushProperty name="height" value="0.05292" units="cm"/>
      <inkml:brushProperty name="color" value="#ff0000"/>
    </inkml:brush>
  </inkml:definitions>
  <inkml:trace contextRef="#ctx0" brushRef="#br0">5839.000 5539.000,'35.000'0.000,"0.000"0.000,-17.000 0.000,53.000 0.000,-19.000 0.000,-16.000-18.000,17.000 18.000,-18.000 0.000,0.000 0.000,1.000 0.000,-1.000 0.000,-18.000 0.000,36.000 0.000,-35.000 0.000,17.000 0.000,1.000 0.000,-19.000 0.000,18.000 0.000,18.000 0.000,-35.000 0.000,17.000 0.000,-17.000 0.000,0.000 0.000,-1.000 0.000,1.000-18.000,-1.000 18.000,19.000 0.000,-19.000 0.000,1.000-35.000,0.000 35.000,17.000 0.000,-17.000 0.000,17.000-18.000,-17.000 18.000,34.000 0.000,-34.000 0.000,17.000 0.000,-17.000 0.000,17.000 0.000,1.000 0.000,16.000 0.000,-16.000 0.000,17.000 0.000,-18.000 0.000,0.000 0.000,18.000 0.000,-18.000 0.000,18.000 0.000,18.000 0.000,-1.000 0.000,-17.000 0.000,36.000 53.000,-37.000-35.000,37.000-18.000,-36.000 18.000,-1.000-18.000,-16.000 0.000,17.000 0.000,-36.000 17.000,19.000-17.000,-19.000 0.000,1.000 18.000,17.000-18.000,36.000 18.000,-54.000-18.000,19.000 17.000,-1.000 1.000,-17.000-18.000,-1.000 0.000,1.000 0.000,35.000 17.000,-36.000-17.000,1.000 0.000,0.000 0.000,-1.000 0.000,-17.000 18.000,36.000-18.000,-19.000 0.000,1.000 35.000,17.000-17.000,0.000-18.000,-17.000 18.000,0.000-1.000,-1.000-17.000,1.000 18.000,0.000-18.000,-18.000 18.000,17.000-18.000,1.000 35.000,0.000-18.000,17.000 1.000,-35.000 17.000,17.000-17.000,1.000 17.000,-18.000-17.000,18.000-18.000,-18.000 18.000,0.000-1.000,0.000 1.000,0.000 0.000,0.000-1.000,17.000 36.000,-17.000-35.000,18.000 17.000,-18.000-17.000,0.000 17.000,0.000 0.000,18.000-17.000,-18.000 17.000,17.000 18.000,-17.000-35.000,0.000 17.000,18.000 0.000,-18.000 36.000,18.000-36.000,17.000-17.000,-35.000 17.000,0.000-17.000,17.000-1.000,-17.000 1.000,18.000 35.000,-18.000-36.000,0.000 1.000,18.000 0.000,-18.000 17.000,0.000 0.000,0.000 1.000,0.000 16.000,17.000-16.000,-17.000 17.000,0.000-18.000,0.000 0.000,0.000 53.000,0.000-35.000,18.000-17.000,-18.000-1.000,0.000 35.000,0.000-34.000,0.000 34.000,0.000-17.000,0.000 18.000,0.000 17.000,0.000-35.000,0.000 0.000,0.000 35.000,0.000-35.000,0.000 0.000,0.000 17.000,0.000 1.000,0.000-1.000,0.000-17.000,0.000 36.000,0.000-37.000,0.000 1.000,0.000 36.000,0.000-54.000,0.000 18.000,0.000-18.000,0.000 18.000,0.000 18.000,0.000-1.000,0.000-35.000,0.000 18.000,0.000 0.000,0.000-18.000,0.000 18.000,0.000-35.000,0.000 17.000,0.000-17.000,0.000 35.000,0.000-35.000,0.000-1.000,0.000 18.000,-18.000-17.000,18.000 0.000,0.000-1.000,0.000 1.000,0.000 17.000,0.000-17.000,0.000 0.000,0.000-1.000,0.000 1.000,-17.000-18.000,-1.000 17.000,18.000 1.000,-18.000 0.000,-17.000-1.000,35.000 1.000,-17.000 17.000,-19.000-35.000,19.000 36.000,-19.000-36.000,19.000 17.000,-19.000-17.000,1.000 18.000,18.000-18.000,-1.000 17.000,0.000 1.000,-17.000 0.000,35.000-1.000,-35.000-17.000,17.000 18.000,-17.000-18.000,-1.000 35.000,19.000-35.000,-1.000 0.000,1.000 18.000,-1.000-18.000,0.000 18.000,-17.000-1.000,0.000-17.000,-1.000 18.000,19.000-18.000,-18.000 0.000,-1.000 18.000,19.000-1.000,-19.000-17.000,19.000 0.000,-36.000 0.000,35.000 0.000,1.000 18.000,-1.000-18.000,-17.000 17.000,17.000-17.000,0.000 0.000,-35.000 0.000,36.000 0.000,-19.000 0.000,19.000 0.000,-18.000 0.000,-1.000 0.000,-34.000 0.000,52.000 0.000,0.000 0.000,-17.000 0.000,18.000 0.000,-19.000 0.000,19.000 0.000,-36.000 0.000,35.000 0.000,0.000 0.000,-17.000 0.000,18.000 0.000,-1.000 0.000,0.000 0.000,1.000 0.000,-36.000 0.000,35.000 0.000,-17.000-17.000,-1.000 17.000,19.000 0.000,-18.000 0.000,-18.000 0.000,35.000 0.000,-17.000 0.000,17.000 0.000,-17.000 0.000,17.000 0.000,1.000 0.000,-1.000 0.000,-35.000 0.000,35.000 0.000,1.000 0.000,-1.000 0.000,0.000 0.000,1.000 0.000,-1.000 0.000,1.000-18.000,-1.000 18.000,-17.000-17.000,17.000 17.000,0.000 0.000,1.000-18.000,-1.000 18.000,0.000 0.000,1.000 0.000,-1.000-18.000,0.000 1.000,1.000 17.000,-36.000-18.000,18.000-17.000,17.000 17.000,-17.000 0.000,-1.000 1.000,19.000-1.000,-18.000 0.000,-18.000-17.000,53.000 18.000,-18.000-1.000,0.000 0.000,1.000 1.000,-1.000-1.000,0.000 0.000,1.000 1.000,-1.000-1.000,1.000-17.000,-19.000 17.000,19.000 1.000,-1.000-19.000,0.000 1.000,-17.000 17.000,17.000 18.000,1.000-17.000,17.000-1.000,-18.000 0.000,-17.000 1.000,17.000-1.000,1.000 1.000,17.000-1.000,-18.000 18.000,0.000-18.000,18.000-17.000,-17.000 17.000,-1.000 1.000,0.000-1.000,18.000 0.000,-17.000 1.000,-19.000-1.000,19.000 0.000,17.000 1.000,-18.000-1.000,1.000-17.000,-1.000 35.000,18.000-18.000,-18.000-17.000,1.000 17.000,17.000 1.000,0.000-19.000,-18.000 36.000,0.000-52.000,1.000 34.000,17.000-17.000,0.000 17.000,-18.000-17.000,-17.000-1.000,35.000 19.000,-18.000-36.000,1.000 18.000,-1.000-1.000,18.000 1.000,-18.000 17.000,18.000 1.000,-17.000-54.000,-1.000 36.000,18.000 0.000,-18.000 17.000,18.000 0.000,0.000-17.000,-17.000 17.000,-1.000-34.000,18.000 34.000,0.000-17.000,-18.000 17.000,18.000 0.000,0.000-17.000,0.000-18.000,0.000 18.000,0.000 0.000,-35.000-1.000,35.000 1.000,0.000 0.000,0.000-36.000,0.000 54.000,0.000-19.000,0.000 1.000,0.000 0.000,0.000-1.000,0.000-16.000,0.000 16.000,0.000 1.000,18.000 17.000,-18.000-17.000,0.000 0.000,0.000-18.000,0.000 18.000,17.000-1.000,-17.000 1.000,18.000 0.000,0.000-18.000,-18.000 35.000,0.000-17.000,0.000 17.000,17.000-17.000,-17.000 17.000,0.000-17.000,0.000-18.000,0.000 0.000,0.000 36.000,0.000-19.000,18.000 19.000,-18.000-19.000,0.000 1.000,0.000 0.000,18.000 17.000,-18.000 1.000,0.000-1.000,0.000-17.000,0.000 17.000,0.000-35.000,17.000 35.000,-17.000-17.000,0.000 18.000,0.000-1.000,0.000-17.000,18.000 35.000,-18.000-89.000,0.000 54.000,0.000 0.000,18.000 0.000,-18.000-1.000,0.000 19.000,0.000-36.000,17.000 18.000,-17.000 17.000,0.000-17.000,35.000 17.000,-17.000-17.000,-18.000-18.000,18.000 35.000,-18.000 0.000,0.000 1.000,0.000-1.000,17.000 18.000,-17.000-17.000,0.000-1.000,0.000 0.000,0.000 1.000,18.000-19.000,-18.000 19.000,18.000 17.000,-18.000-18.000,17.000 0.000,-17.000 1.000,0.000-1.000,18.000 18.000,-18.000-17.000,18.000-1.000,-1.000 0.000,-17.000 1.000,18.000-19.000,-18.000 19.000,17.000 17.000,-17.000-18.000</inkml:trace>
  <inkml:trace contextRef="#ctx0" brushRef="#br0">11554.000 9066.000,'-18.000'0.000,"1.000"0.000,-19.000 0.000,-52.000 0.000,18.000 0.000,-1.000 0.000,-17.000 0.000,17.000 0.000,18.000 0.000,0.000 0.000,0.000 0.000,-17.000 0.000,52.000 0.000,-17.000 0.000,0.000 0.000,-18.000 0.000,35.000 0.000,-17.000 0.000,0.000 0.000,17.000 0.000,-17.000 0.000,17.000 0.000,-17.000 0.000,-1.000 0.000,19.000 0.000,-18.000 0.000,17.000 0.000,0.000 0.000,1.000 0.000,-1.000 0.000,-17.000 0.000,17.000 0.000,0.000 0.000,1.000 0.000,-1.000 0.000,1.000 0.000,-1.000 0.000,0.000 0.000,1.000 0.000,-1.000 0.000,0.000 0.000,1.000 0.000,-1.000 0.000,0.000 18.000,1.000-18.000,-1.000 0.000,18.000 18.000,-17.000-18.000,-1.000 17.000,18.000 1.000,-18.000-18.000,1.000 0.000,-19.000 0.000,36.000 18.000,-17.000-1.000,-1.000 1.000,18.000 0.000,0.000 17.000,-18.000-35.000,18.000 17.000,-17.000 1.000,-1.000 17.000,0.000-17.000,1.000 17.000,-1.000 1.000,1.000 16.000,-36.000 19.000,53.000-53.000,-53.000 35.000,35.000-18.000,-17.000 35.000,17.000-52.000,1.000 35.000,-1.000-18.000,0.000-17.000,18.000 35.000,-35.000-18.000,17.000 0.000,18.000 1.000,-17.000-1.000,17.000 0.000,-36.000 53.000,36.000-52.000,-17.000-1.000,17.000 0.000,0.000 36.000,-18.000-36.000,18.000 0.000,-17.000 1.000,17.000-1.000,0.000-17.000,0.000 34.000,0.000 1.000,0.000-17.000,0.000-19.000,0.000 19.000,0.000-1.000,0.000 0.000,0.000 0.000,0.000-17.000,0.000 0.000,0.000 17.000,0.000-17.000,0.000 17.000,0.000 35.000,0.000-52.000,0.000 0.000,0.000 17.000,0.000 0.000,0.000 1.000,0.000-1.000,0.000 0.000,0.000 0.000,-18.000 1.000,18.000-1.000,0.000 35.000,0.000 1.000,0.000-53.000,-18.000 52.000,18.000-35.000,-35.000 36.000,35.000-36.000,0.000 1.000,0.000-1.000,0.000-17.000,0.000 34.000,0.000-16.000,0.000-19.000,0.000 1.000,0.000 17.000,0.000 1.000,0.000 16.000,0.000-34.000,0.000 17.000,0.000-17.000,0.000 0.000,0.000-1.000,0.000 19.000,0.000-19.000,0.000 36.000,0.000-35.000,0.000-1.000,0.000 1.000,18.000-18.000,-1.000 0.000,19.000 0.000,16.000 53.000,-34.000-53.000,53.000 18.000,-18.000 17.000,-1.000 0.000,-16.000-17.000,-19.000-1.000,36.000 1.000,-35.000-18.000,17.000 18.000,-17.000-18.000,-18.000 17.000,17.000-17.000,1.000 0.000,0.000 0.000,35.000 0.000,-36.000 0.000,19.000 0.000,-1.000 0.000,0.000 0.000,0.000 0.000,1.000 0.000,-19.000 0.000,1.000 0.000,0.000 0.000,-1.000 0.000,1.000 0.000,0.000 0.000,17.000 0.000,-18.000 0.000,36.000 0.000,-17.000 18.000,-1.000-18.000,0.000 0.000,0.000 0.000,-17.000 0.000,53.000 0.000,-36.000 18.000,18.000-18.000,0.000 0.000,35.000 0.000,-35.000 0.000,-18.000 17.000,0.000-17.000,18.000 0.000,-17.000 0.000,-1.000 18.000,0.000-18.000,-17.000 18.000,17.000-18.000,18.000 0.000,-18.000 0.000,1.000 0.000,-19.000 0.000,1.000 0.000,0.000 0.000,-1.000 35.000,1.000-53.000,-18.000 36.000,35.000-18.000,-17.000 0.000,-1.000 0.000,1.000 0.000,0.000 0.000,-1.000 0.000,1.000 0.000,0.000 0.000,-1.000 0.000,36.000 17.000,-35.000-17.000,-1.000 0.000,1.000 0.000,0.000 0.000,-1.000 0.000,1.000 0.000,17.000 18.000,-17.000-18.000,-1.000 0.000,1.000 0.000,0.000 0.000,-1.000 0.000,1.000 0.000,0.000 0.000,-1.000 0.000,1.000 0.000,0.000 0.000,17.000 0.000,0.000 0.000,-17.000 0.000,-1.000 0.000,1.000 0.000,0.000 0.000,-1.000 0.000,1.000 0.000,0.000 0.000,-1.000 0.000,19.000 0.000,-19.000 0.000,18.000-18.000,1.000 18.000,-19.000 0.000,19.000 0.000,-19.000 0.000,36.000-35.000,-35.000 35.000,-1.000 0.000,1.000 0.000,0.000 0.000,-1.000-17.000,1.000 17.000,0.000 0.000,-1.000 0.000,19.000 0.000,-19.000 0.000,1.000 0.000,0.000 0.000,-18.000-18.000,17.000 18.000,1.000 0.000,-1.000 0.000,1.000 0.000,17.000 0.000,1.000-18.000,-19.000 18.000,1.000 0.000,0.000-17.000,17.000 17.000,0.000-18.000,-17.000 18.000,35.000-18.000,-36.000 1.000,1.000 17.000,-18.000-18.000,18.000 18.000,-18.000-18.000,35.000 18.000,-35.000-17.000,17.000-18.000,1.000 35.000,0.000-18.000,-18.000-17.000,17.000 17.000,-17.000 0.000,0.000 1.000,0.000-1.000,36.000 0.000,-36.000-52.000,17.000 35.000,-17.000-1.000,0.000 1.000,0.000 17.000,0.000-52.000,0.000 35.000,0.000-18.000,0.000 17.000,0.000-17.000,0.000-17.000,0.000 35.000,0.000-36.000,0.000 53.000,0.000-70.000,0.000 53.000,0.000 0.000,0.000-1.000,0.000-17.000,0.000 1.000,0.000 16.000,0.000 1.000,0.000-18.000,0.000 18.000,0.000-53.000,0.000 35.000,0.000 17.000,0.000 1.000,0.000-35.000,0.000 17.000,0.000 0.000,0.000-18.000,0.000 18.000,0.000 0.000,0.000 0.000,0.000 1.000,0.000-19.000,0.000 36.000,0.000-18.000,0.000 17.000,0.000 1.000,0.000-18.000,0.000 18.000,0.000-18.000,0.000 0.000,-17.000-35.000,-19.000 35.000,36.000 0.000,0.000-17.000,-17.000 17.000,17.000 17.000,0.000 1.000,-18.000-18.000,18.000 36.000,-18.000-54.000,18.000 36.000,0.000-1.000,0.000 1.000,-17.000 0.000,17.000 0.000,0.000-1.000,0.000 19.000,-18.000-1.000,18.000 0.000,0.000 1.000,0.000-1.000,-17.000 1.000,17.000-1.000,0.000 0.000,0.000-17.000,-18.000 17.000,18.000 1.000,0.000-1.000,0.000 0.000,0.000 1.000,0.000-1.000,-18.000 18.000,18.000-18.000,-17.000 1.000,-19.000-1.000,19.000 18.000,-1.000-35.000,0.000 35.000,1.000-18.000,-1.000 18.000,1.000 0.000,-19.000 0.000,-17.000-17.000,18.000 17.000,17.000 0.000,-34.000 0.000,16.000 0.000,19.000 0.000,-19.000 0.000,19.000 0.000,-19.000 0.000,1.000 0.000,0.000 0.000,0.000 0.000,-18.000 0.000,35.000 0.000,-17.000 0.000,17.000 0.000,-17.000 0.000,17.000 0.000,-17.000 0.000,0.000 0.000,-1.000 0.000,19.000 17.000,-19.000-17.000,1.000 36.000,0.000-36.000,0.000 0.000,-1.000 17.000,1.000-17.000,17.000 0.000,1.000 0.000,-1.000 0.000,0.000 0.000,18.000 18.000,-17.000-18.000,-1.000 0.000,-17.000 0.000,17.000 17.000,1.000-17.000,-1.000 0.000,18.000 18.000,-18.000-18.000,1.000 18.000,-1.000-18.000,0.000 0.000,1.000 0.000,17.000 17.000,-35.000-17.000,17.000 0.000,0.000 0.000,1.000 0.000,-1.000 0.000,0.000 18.000,1.000-18.000,-1.000 0.000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10T06:37:43"/>
    </inkml:context>
    <inkml:brush xml:id="br0">
      <inkml:brushProperty name="width" value="0.05292" units="cm"/>
      <inkml:brushProperty name="height" value="0.05292" units="cm"/>
      <inkml:brushProperty name="color" value="#ff0000"/>
    </inkml:brush>
  </inkml:definitions>
  <inkml:trace contextRef="#ctx0" brushRef="#br0">5151.000 7126.000,'-18.000'0.000,"1.000"18.000,17.000-1.000,-18.000 1.000,18.000 0.000,-18.000-1.000,18.000 1.000,-17.000-18.000,17.000 35.000,-18.000-35.000,0.000 18.000,18.000 0.000,-17.000 34.000,-1.000-16.000,-17.000-19.000,17.000 19.000,18.000-19.000,0.000 1.000,-17.000 0.000,17.000 17.000,0.000-18.000,-18.000-17.000,18.000 18.000,0.000 0.000,0.000-1.000,0.000 1.000,-18.000 0.000,18.000-1.000,-17.000-17.000,17.000 18.000,-18.000 17.000,18.000-17.000,-18.000-1.000,18.000 1.000,-17.000 0.000,-1.000-1.000,18.000 19.000,-35.000-19.000,35.000 1.000,0.000 0.000,0.000 17.000,-18.000-35.000,18.000 18.000,-17.000-1.000,17.000 1.000,-18.000-1.000,18.000 1.000,-18.000 0.000,1.000-1.000,17.000 36.000,-18.000-35.000,18.000 17.000,0.000-17.000,0.000 17.000,-18.000-35.000,18.000 35.000,0.000-17.000,-17.000 35.000,17.000-35.000,0.000 17.000,-18.000-35.000,18.000 35.000,0.000-17.000,0.000-1.000,0.000 36.000,0.000-35.000,0.000 17.000,0.000-17.000,0.000 0.000,0.000 17.000,0.000-18.000,0.000 1.000,0.000 17.000,0.000-17.000,-35.000-18.000,35.000 18.000,0.000-1.000,0.000 19.000,-18.000-19.000,18.000 1.000,0.000-1.000,0.000 19.000,0.000-19.000,-17.000 19.000,17.000-19.000,0.000 19.000,0.000-1.000,-18.000 0.000,18.000 0.000,0.000 1.000,-18.000-36.000,18.000 17.000,0.000 1.000,0.000 17.000,0.000-17.000,-17.000 17.000,17.000 0.000,0.000 1.000,-18.000-1.000,18.000 0.000,0.000-17.000,0.000 17.000,0.000-17.000,0.000 35.000,-18.000-36.000,18.000 1.000,0.000 17.000,0.000 1.000,0.000-1.000,0.000 0.000,0.000 0.000,0.000-17.000,-17.000 17.000,17.000-17.000,0.000 0.000,0.000 17.000,0.000 18.000,0.000-36.000,0.000 19.000,0.000-19.000,0.000 1.000,0.000 0.000,0.000-1.000,0.000 1.000,0.000 35.000,0.000-36.000,0.000 19.000,0.000-1.000,0.000 0.000,0.000-17.000,0.000 17.000,0.000-17.000,0.000-1.000,0.000 1.000,0.000 0.000,0.000-1.000,0.000 1.000,0.000 0.000,17.000 17.000,-17.000-17.000,0.000-1.000,0.000 1.000,18.000 17.000,0.000-17.000,-18.000-1.000,17.000 1.000,1.000-18.000,0.000 18.000,-18.000 35.000,17.000-36.000,1.000-17.000,-18.000 36.000,17.000-19.000,1.000 1.000,-18.000-1.000,18.000-17.000,-1.000 18.000,-17.000 0.000,0.000-1.000,18.000 19.000,0.000-19.000,-18.000 1.000,0.000 0.000,17.000-1.000,1.000 1.000,-18.000-1.000,18.000 1.000,-1.000-18.000,18.000 18.000,-17.000-1.000,0.000 36.000,-18.000-35.000,35.000 17.000,-17.000-17.000,-1.000 17.000,1.000-17.000,0.000-18.000,-1.000 0.000,-17.000 17.000,36.000 19.000,-19.000-19.000,1.000 1.000,17.000 0.000,-17.000 17.000,17.000-17.000,-17.000-18.000,35.000 17.000,-36.000 1.000,1.000-18.000</inkml:trace>
  <inkml:trace contextRef="#ctx0" brushRef="#br0">14182.000 7144.000,'0.000'17.000,"-18.000"19.000,18.000-19.000,-17.000 1.000,17.000 0.000,-18.000-1.000,18.000 19.000,-18.000-19.000,1.000 1.000,17.000-1.000,-18.000 1.000,18.000 0.000,-35.000-1.000,35.000 1.000,0.000 0.000,-18.000-1.000,1.000 36.000,-1.000-53.000,18.000 35.000,-18.000-17.000,18.000 0.000,-17.000-1.000,-1.000 19.000,0.000 17.000,1.000-18.000,-1.000-18.000,-17.000 19.000,17.000-1.000,1.000-17.000,17.000 17.000,0.000 18.000,-18.000-35.000,0.000-1.000,1.000 18.000,17.000-17.000,-18.000 0.000,0.000-18.000,1.000 17.000,17.000 36.000,0.000-35.000,-36.000 0.000,19.000-1.000,17.000 1.000,-18.000-1.000,1.000-17.000,-1.000 18.000,18.000 0.000,-18.000-1.000,18.000 1.000,-17.000 35.000,17.000-35.000,-36.000-1.000,36.000 1.000,-17.000-1.000,-1.000 1.000,-17.000 0.000,17.000 17.000,1.000 0.000,-1.000 1.000,18.000-19.000,-18.000 19.000,1.000-19.000,17.000 1.000,-18.000-1.000,18.000 1.000,0.000 17.000,0.000-17.000,-18.000 0.000,1.000-1.000,17.000 19.000,-18.000-19.000,18.000 18.000,0.000-17.000,-35.000 17.000,17.000-17.000,18.000 0.000,-17.000 17.000,17.000-17.000,-18.000 17.000,18.000 0.000,-18.000 18.000,18.000-18.000,-17.000 1.000,17.000-1.000,-18.000-17.000,0.000 17.000,18.000 18.000,0.000-36.000,-17.000 19.000,17.000-1.000,-18.000 0.000,18.000-17.000,-35.000 35.000,35.000-18.000,-18.000-17.000,0.000 17.000,18.000-17.000,-17.000 17.000,-1.000 0.000,1.000 0.000,17.000 1.000,-18.000-36.000,18.000 35.000,-18.000-17.000,18.000-1.000,-17.000 1.000,17.000 17.000,0.000 0.000,-18.000 1.000,18.000-19.000,0.000 1.000,0.000 0.000,0.000 17.000,-18.000 0.000,18.000 0.000,0.000-17.000,-35.000 17.000,35.000 1.000,0.000-19.000,0.000 19.000,0.000-19.000,0.000 18.000,0.000-17.000,0.000 0.000,0.000-1.000,0.000 1.000,0.000 0.000,0.000-1.000,0.000 19.000,0.000-1.000,0.000 0.000,18.000-17.000,-18.000 17.000,0.000 0.000,17.000 1.000,-17.000-19.000,18.000 36.000,-18.000-35.000,18.000 17.000,-1.000 0.000,1.000 1.000,17.000 52.000,-17.000-71.000,-1.000 1.000,1.000 17.000,17.000-17.000,1.000 35.000,-19.000-53.000,-17.000 18.000,18.000 17.000,0.000-17.000,-1.000-1.000,1.000 1.000,0.000-18.000,-18.000 17.000,17.000-17.000,18.000 0.000,-17.000 18.000,0.000 0.000,-1.000-18.000,1.000 0.000,0.000 17.000,-1.000-17.000,19.000 0.000,-19.000 0.000,36.000 18.000,-35.000-18.000,17.000 18.000,0.000-18.000,1.000 0.000,-1.000 0.000,18.000 0.000,-36.000 0.000,19.000 0.000,-19.000 0.000,1.000 0.000,0.000 0.000,-1.000 0.000,1.000 0.000,17.000 0.000,0.000 0.000,-17.000 0.000,0.000 0.000,-1.000 0.000,1.000 35.000,0.000-35.000,-1.000 0.000,1.000 0.000,17.000 18.000,0.000-18.000,1.000 17.000,-1.000-17.000,0.000 0.000,-17.000 0.000,17.000 0.000,-17.000 0.000,-1.000 0.000,19.000 0.000,-1.000 0.000,18.000 0.000,18.000 0.000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1:48:09"/>
    </inkml:context>
    <inkml:brush xml:id="br0">
      <inkml:brushProperty name="width" value="0.05292" units="cm"/>
      <inkml:brushProperty name="height" value="0.05292" units="cm"/>
      <inkml:brushProperty name="color" value="#ff0000"/>
    </inkml:brush>
  </inkml:definitions>
  <inkml:trace contextRef="#ctx0" brushRef="#br0">6650.000 7003.000,'-17.000'0.000,"-36.000"35.000,-18.000 35.000,-52.000 1.000,-1.000 0.000,-88.000 34.000,18.000 37.000,-105.000 16.000,34.000-17.000,71.000-35.000,-18.000 0.000,-52.000 70.000,-1.000-17.000,36.000 0.000,35.000-36.000,35.000-52.000,0.000 35.000,106.000-53.000,-17.000-18.000,-1.000 0.000,1.000 1.000,17.000 34.000,18.000-17.000,-54.000 18.000,1.000-36.000,18.000 53.000,-54.000 0.000,36.000-35.000,-18.000 18.000,-17.000 35.000,-1.000-36.000,36.000 1.000,-71.000 17.000,89.000 0.000,17.000-53.000,-35.000 18.000,52.000-17.000,19.000-36.000,-1.000 17.000,0.000-17.000,1.000 18.000,-1.000 17.000,-35.000 0.000,36.000 1.000,-19.000-1.000,1.000 18.000,17.000-36.000,1.000-17.000</inkml:trace>
  <inkml:trace contextRef="#ctx0" brushRef="#br0">2417.000 6650.000,'18.000'35.000,"52.000"106.000,71.000 89.000,36.000-36.000,-19.000-36.000,89.000 107.000,-17.000 17.000,87.000 36.000,-52.000-54.000,70.000 54.000,0.000 17.000,-70.000-71.000,-54.000 36.000,18.000-88.000,-52.000 17.000,17.000-70.000,0.000 53.000,-71.000-124.000,19.000 88.000,16.000-70.000,-17.000 53.000,18.000-89.000,-71.000 1.000,1.000 35.000,-1.000-53.000,-18.000-18.000,-34.000 0.000,-19.000-17.000,1.000-18.000,-18.000 18.000,35.000-1.000,0.000 1.000,-17.000-1.000,0.000-17.000,-1.000 0.000,-17.000 36.000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09:12"/>
    </inkml:context>
    <inkml:brush xml:id="br0">
      <inkml:brushProperty name="width" value="0.05292" units="cm"/>
      <inkml:brushProperty name="height" value="0.05292" units="cm"/>
      <inkml:brushProperty name="color" value="#ff0000"/>
    </inkml:brush>
  </inkml:definitions>
  <inkml:trace contextRef="#ctx0" brushRef="#br0">16792.000 7691.000,'0.000'0.000,"0.000"0.000,18.000 0.000,17.000 0.000,-17.000 0.000,17.000 0.000,0.000 0.000,36.000 0.000,-18.000-18.000,0.000 18.000,0.000 0.000,17.000 0.000,-35.000 0.000,18.000 0.000,18.000 0.000,-53.000 0.000,35.000 0.000,-1.000 0.000,1.000 0.000,-17.000 0.000,34.000 0.000,-17.000 0.000,0.000 0.000,53.000-35.000,-53.000 35.000,-18.000 0.000,18.000-18.000,0.000 18.000,0.000 0.000,-18.000-18.000,18.000 1.000,0.000 17.000,17.000-18.000,-34.000 18.000,17.000 0.000,17.000-18.000,-17.000 1.000,18.000-1.000,-36.000 1.000,36.000-1.000,-36.000 18.000,0.000-18.000,18.000 1.000,-35.000 17.000,35.000-18.000,-18.000 18.000,0.000 0.000,18.000 0.000,0.000-18.000,0.000 18.000,-18.000 0.000,18.000 0.000,0.000 0.000,35.000 0.000,-53.000 0.000,18.000 0.000,0.000 0.000,0.000 0.000,18.000 0.000,-18.000 0.000,17.000 0.000,36.000 0.000,-35.000 0.000,34.000 0.000,1.000 0.000,0.000 0.000,-18.000 0.000,18.000 0.000,-35.000 0.000,17.000 0.000,0.000 0.000,-35.000 0.000,18.000 0.000,-19.000 0.000,19.000 0.000,-18.000 0.000,17.000 0.000,19.000 0.000,-1.000 0.000,-18.000 0.000,19.000 0.000,-36.000 0.000,-18.000 0.000,18.000 0.000,0.000 0.000,0.000 0.000,-36.000 0.000,54.000 0.000,-54.000 0.000,19.000 0.000,-1.000 0.000,0.000 0.000,18.000 0.000,-35.000 0.000,-18.000 0.000,35.000 0.000</inkml:trace>
  <inkml:trace contextRef="#ctx0" brushRef="#br0">17198.000 11077.000,'0.000'0.000,"0.000"0.000,35.000 0.000,18.000 0.000,-18.000 0.000,1.000 0.000,-1.000 0.000,18.000 0.000,-18.000 0.000,18.000 0.000,-35.000 0.000,35.000 0.000,0.000 0.000,-36.000 0.000,54.000 0.000,17.000 0.000,-18.000 0.000,54.000 0.000,-53.000 0.000,-1.000 0.000,-35.000 0.000,54.000 0.000,-54.000 0.000,18.000 0.000,-36.000 0.000,19.000 0.000,-1.000 0.000,18.000 0.000,-36.000 0.000,19.000 0.000,17.000-17.000,-18.000 17.000,18.000 0.000,-18.000-36.000,-17.000 36.000,35.000 0.000,0.000 0.000,-18.000 0.000,18.000 0.000,-18.000-17.000,0.000 17.000,36.000-18.000,-36.000 18.000,18.000 0.000,0.000-35.000,18.000 35.000,-1.000 0.000,1.000 0.000,-1.000-18.000,1.000 18.000,35.000-18.000,-1.000-17.000,-34.000 18.000,88.000 17.000,-89.000-18.000,36.000 0.000,-35.000 18.000,35.000-35.000,-71.000 35.000,0.000-18.000,18.000 18.000,-35.000 0.000,17.000 0.000,-17.000 0.000,17.000 0.000,0.000 0.000,53.000 0.000,-35.000 0.000,0.000 18.000,53.000-18.000,-35.000 18.000,17.000-1.000,0.000-17.000,18.000 0.000,-18.000 0.000,18.000 0.000,-36.000 0.000,-17.000 0.000,18.000 0.000,-18.000 0.000,0.000 0.000,0.000 0.000,-18.000 0.000,-17.000 0.000,-1.000 0.000,1.000 0.000,-1.000 0.000,-17.000 0.000,36.000 0.000,-19.000 0.000,-17.000 0.000,36.000 0.000,-19.000 0.000,-17.000 0.000,36.000 0.000,-19.000 0.000,1.000 0.000</inkml:trace>
  <inkml:trace contextRef="#ctx0" brushRef="#br0">15152.000 9013.000,'0.000'0.000,"0.000"18.000,-18.000-18.000,18.000 18.000,-17.000-18.000,17.000 17.000,0.000 1.000,-36.000 0.000,36.000-1.000,-17.000-17.000,17.000 18.000,0.000-18.000,-36.000 35.000,36.000-35.000,0.000 18.000,-17.000 0.000,17.000-1.000,0.000 1.000,0.000-18.000,0.000 17.000,0.000 1.000,0.000-18.000,17.000 18.000,1.000-1.000,0.000 1.000,-18.000-18.000,17.000 18.000,-17.000-1.000,18.000-17.000,-18.000 18.000,35.000-18.000,-35.000 35.000,0.000-35.000,0.000 18.000,0.000 17.000,0.000-35.000,-35.000 18.000,0.000-1.000,17.000 1.000,18.000 0.000,-18.000-18.000,18.000 17.000,-17.000 1.000,17.000 0.000,0.000-18.000,0.000 35.000,0.000-35.000,0.000 17.000,0.000-17.000,17.000 18.000,-17.000 0.000,18.000-18.000,0.000 17.000,-1.000-17.000,-17.000 18.000,18.000-18.000,-18.000 18.000,0.000-1.000,0.000-17.000,0.000 36.000,0.000-19.000,0.000-17.000,0.000 36.000,0.000-36.000,0.000 17.000,0.000 1.000,-18.000-18.000,18.000 17.000,-35.000 1.000,35.000-18.000,-35.000 18.000,17.000-18.000,-17.000 35.000,-18.000-17.000,35.000 17.000,1.000-35.000,17.000 18.000,-18.000-18.000,18.000 17.000,0.000-17.000,0.000 0.000,18.000 0.000,-1.000 18.000,-17.000-18.000,18.000 17.000,-18.000 1.000,18.000-18.000,-1.000 0.000,1.000 18.000,-18.000-18.000,35.000 35.000,-35.000-17.000,0.000-1.000,0.000 1.000,0.000 0.000,0.000-1.000,0.000-17.000,0.000 18.000,0.000-1.000,0.000 1.000,0.000-18.000,0.000 18.000,0.000-1.000,0.000 1.000,0.000-18.000,0.000 18.000,0.000 17.000,0.000-35.000,0.000 35.000,18.000-35.000,-18.000 36.000,17.000-36.000,1.000 0.000,0.000 17.000,-18.000-17.000,17.000 0.000</inkml:trace>
  <inkml:trace contextRef="#ctx0" brushRef="#br0">15117.000 12806.000,'0.000'17.000,"-18.000"19.000,0.000-36.000,18.000 17.000,-17.000-17.000,-1.000 36.000,0.000-36.000,18.000 17.000,0.000-17.000,-17.000 18.000,17.000 0.000,0.000-18.000,0.000 17.000,0.000-17.000,0.000 18.000,17.000 0.000,1.000-1.000,-18.000-17.000,18.000 35.000,-18.000-35.000,17.000 0.000,1.000 18.000,-18.000-18.000,18.000 0.000,-1.000 35.000,1.000-35.000,-18.000 36.000,0.000-36.000,0.000 17.000,0.000-17.000,0.000 36.000,0.000-36.000,0.000 0.000,0.000 17.000,-18.000-17.000,1.000 0.000,17.000 0.000,-18.000 0.000,0.000 18.000,1.000-1.000,17.000-17.000,0.000 18.000,0.000-18.000,0.000 18.000,0.000-1.000,0.000 1.000,0.000-18.000,0.000 35.000,0.000-17.000,17.000-18.000,-17.000 0.000,18.000 18.000,-18.000-18.000,35.000 17.000,-35.000 1.000,18.000-18.000,-18.000 17.000,0.000 1.000,0.000-18.000,0.000 18.000,0.000-18.000,0.000 0.000,-18.000 17.000,1.000-17.000,-1.000 18.000,0.000 0.000,-17.000-1.000,35.000-17.000,-18.000 18.000,1.000 0.000,17.000-1.000,0.000 1.000,0.000-18.000,0.000 18.000,0.000-1.000,17.000 1.000,1.000-1.000,-18.000 1.000,18.000-18.000,-18.000 18.000,35.000-1.000,-35.000 1.000,18.000 0.000,-18.000-18.000,17.000 0.000,-17.000 17.000,0.000-17.000,-17.000 18.000,17.000-18.000,-18.000 18.000,18.000-1.000,0.000-17.000,0.000 18.000,0.000-18.000,18.000 0.000,-1.000 17.000,1.000 1.000,17.000 0.000,-17.000-1.000,-18.000-17.000,17.000 0.000,-17.000 0.000,18.000 18.000,-18.000-18.000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0T23:25:3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129.000 684.000,'-0.010'0.000,"-0.014"0.000,-0.016 0.000,-0.016 0.000,-0.014 0.000,-0.012 0.000,-0.009 0.000,-0.007 0.000,-0.005 0.000,-0.003 0.000,-0.002 0.000,-0.001 0.000,0.000 0.000,0.000 0.000,0.000 0.000,0.000 0.000,0.000 0.000,0.000 0.000,0.000 0.000,0.000 0.000,0.000 0.000,0.000 0.000,0.000 0.000,0.000 0.000,0.000 0.000,0.000 0.000,0.000 0.000,0.000 0.000,-0.013 0.000,-0.071 0.000,-0.107 0.000,-0.068 0.000,0.031 0.000,-0.062 0.000,-0.226 0.000,-0.098 0.000,0.074 0.000,-0.113 0.000,-0.402 0.000,-0.145 0.000,0.035 0.000,-0.113 0.000,0.072 0.000,-0.119 0.000,-0.109 0.000,-0.098 0.000,-0.371 0.000,-0.120 0.000,-0.056 0.000,-0.007 0.000,0.551 0.000,-0.008 0.000,-0.860 0.000,0.007 0.000,0.329 0.000,0.068 0.000,-0.166 0.000,0.112 0.000,0.550 0.000,0.056 0.000,-0.141 0.000,0.090 0.000,-0.113 0.000,0.072 0.000,0.419 0.000,0.048 0.000,-0.327 0.030,-0.023 0.048,0.350 0.000,0.014 0.010,-0.338 0.058,0.087 0.031,0.106 0.031,0.277-0.024,0.089-0.005,-0.195 0.044,0.153-0.033,0.165 0.026,0.110 0.018,0.002 0.042,0.166-0.054,0.008-0.002,-0.171 0.076,-0.030 0.021,0.142-0.055,-0.031 0.020,-0.137 0.094,-0.045 0.067,0.069-0.017,-0.033 0.032,-0.153 0.122,-0.034 0.060,-0.026 0.036,-0.019 0.017,-0.236 0.215,0.064 0.034,-0.019 0.026,0.151-0.082,0.054 0.017,0.359-0.307,0.026-0.007,-0.375 0.408,0.017 0.010,0.401-0.401,0.014 0.012,-0.246 0.383,0.036 0.080,0.092-0.082,-0.010 0.027,-0.167 0.359,0.026 0.111,0.327-0.534,-0.162 0.438,0.008 0.087,-0.178 0.544,-0.025 0.144,0.092-0.183,0.020-0.006,0.270-0.677,0.032-0.007,-0.185 0.943,0.111 0.066,0.186-0.702,0.020-0.010,-0.010 0.261,0.038 0.053,0.064-0.207,0.030 0.035,-0.002 0.526,0.043-0.027,0.052-0.535,0.020-0.036,0.013 0.243,0.018 0.031,0.016-0.485,0.007 0.002,0.007 0.538,0.007 0.060,0.005 0.134,0.007 0.647,0.002-0.035,0.000-0.082,-0.002-0.105,0.043 0.080,0.064-0.216,-0.035-1.205,0.028-0.068,0.119 0.297,0.093-0.099,0.051-0.042,0.222 0.422,0.039-0.124,-0.288-0.795,0.006-0.028,0.284 0.596,-0.066-0.145,-0.054-0.137,-0.084-0.135,-0.048-0.014,-0.102-0.229,-0.004 0.004,0.131 0.355,0.013 0.004,-0.166-0.458,0.010 0.006,0.293 0.531,0.141 0.068,-0.242-0.506,0.046 0.012,0.133 0.189,0.031 0.079,0.142 0.226,0.041 0.040,-0.207-0.311,0.002 0.029,0.349 0.570,0.016-0.004,0.088 0.094,-0.060-0.143,-0.433-0.672,-0.002-0.034,0.196 0.243,-0.020-0.034,0.064 0.069,-0.044-0.081,-0.104-0.163,0.004-0.027,-0.094-0.136,-0.008-0.029,0.156 0.181,-0.026-0.005,0.079 0.029,-0.131-0.120,-0.074-0.007,-0.065-0.079,0.047 0.019,0.276 0.319,0.001 0.028,-0.182-0.237,0.153 0.191,0.055 0.088,-0.172-0.213,0.030 0.028,0.506 0.585,0.024-0.009,-0.051-0.104,-0.206-0.236,0.051 0.070,0.033 0.039,0.018 0.015,0.150 0.157,-0.010-0.028,0.186 0.177,0.140 0.167,-0.055-0.018,-0.695-0.784,0.033 0.031,0.662 0.759,0.012 0.050,0.115 0.195,0.241 0.306,0.009-0.005,-0.467-0.591,0.389 0.445,-0.044-0.033,-0.543-0.682,0.023-0.053,0.345 0.304,-0.079-0.099,-0.550-0.570,-0.029-0.035,0.399 0.394,-0.104-0.113,-0.482-0.471,-0.071-0.050,0.212 0.294,-0.117-0.050,-0.235-0.236,-0.046-0.005,0.149 0.289,-0.057-0.054,-0.245-0.412,0.015-0.021,0.144 0.171,0.005 0.009,-0.006 0.020,0.019 0.074,0.082 0.179,0.003 0.053,-0.050-0.089,0.034 0.021,-0.140-0.234,0.009 0.014,0.220 0.306,0.082 0.060,0.154 0.187,0.013 0.014,-0.220-0.299,-0.016-0.005,0.076 0.139,-0.031-0.011,-0.102-0.154,0.007-0.008,0.280 0.409,-0.033-0.036,-0.295-0.412,-0.022 0.016,0.164 0.296,0.013 0.000,-0.191-0.270,-0.037 0.025,-0.097-0.130,-0.015 0.014,0.123 0.322,-0.014 0.007,0.052 0.146,-0.015-0.026,-0.152-0.321,-0.035-0.018,0.073 0.234,-0.021-0.079,-0.120-0.295,-0.029-0.023,-0.014-0.012,-0.002-0.003,0.023 0.124,-0.024 0.007,-0.038-0.114,0.006 0.010,0.029 0.138,-0.016 0.012,0.049 0.347,-0.052-0.092,-0.047-0.242,0.030 0.216,-0.010 0.047,-0.060-0.274,-0.014 0.007,0.028 0.442,-0.033-0.027,-0.007-0.097,0.011-0.135,0.021-0.150,-0.031-0.295,-0.005-0.073,-0.023-0.130,-0.009-0.036,0.023 0.060,0.025 0.012,0.011 0.005,0.001 0.000,0.039 0.173,-0.023-0.049,-0.029-0.061,-0.035-0.047,-0.020-0.098,0.006-0.006,0.012-0.004,0.016-0.002,0.013 0.028,-0.004-0.002,-0.035-0.115,-0.008 0.003,0.039 0.124,0.032 0.005,-0.009-0.099,0.032 0.035,0.190 0.378,0.064 0.081,0.108-0.038,0.020-0.058,0.046 0.031,0.209 0.132,0.252 0.128,0.141 0.007,0.092-0.108,0.046-0.076,0.188 0.051,-0.404-0.315,0.148 0.021,1.699 0.663,0.473 0.017,-1.102-0.492,0.192 0.029,0.620 0.139,0.222-0.020,0.211 0.008,0.193 0.027,0.171-0.007,0.147-0.032,-0.437-0.183,0.069-0.071,0.614 0.052,0.040-0.034,-0.541-0.128,0.011-0.028,0.593 0.034,0.031-0.072,-0.001-0.080,-0.023-0.081,-0.551-0.115,0.044-0.057,1.188-0.010,-0.029-0.073,0.683-0.054,0.162-0.057,-2.345-0.057,0.093-0.036,1.521-0.080,0.287-0.070,0.510-0.042,1.241-0.112,0.284-0.098,-1.617 0.069,0.048-0.006,1.709-0.088,-0.160 0.036,-0.259 0.049,-0.310 0.055,0.969 0.014,-0.699 0.076,-2.253 0.094,1.312 0.011,-0.628 0.045,-0.729 0.033,-0.280 0.020,-0.301 0.014,-1.792-0.010,0.024-0.021,1.418-0.080,0.086-0.067,-1.325 0.044,0.075-0.008,0.558-0.064,0.050-0.059,1.019-0.132,-0.063-0.015,-0.565 0.057,-0.070 0.025,-0.133 0.033,-0.172 0.038,0.981-0.068,-0.364 0.002,-1.921 0.130,0.641-0.080,-0.069 0.002,0.235-0.016,-0.129 0.029,0.109 0.015,-0.238 0.046,-0.530 0.068,0.543 0.008,-0.053 0.035,-0.822 0.040,0.007 0.012,0.325 0.009,0.082 0.011,-0.246 0.008,0.026 0.005,0.672 0.006,0.078 0.004,-0.281 0.001,0.020 0.001,-0.010 0.000,-0.032 0.000,-0.327-0.002,0.000-0.001,0.912 0.001,-0.086-0.002,-1.212-0.003,0.017-0.001,0.342 0.000,0.047-0.001,0.028-0.001,0.014 0.000,0.993 0.000,-0.026-0.001,-0.970 0.000,0.017 0.000,0.301 0.000,-0.061 0.000,-0.378 0.000,-0.073 0.000,0.427 0.000,-0.188 0.000,-0.411 0.000,-0.154 0.000,0.322 0.000,-0.325 0.000,-0.820 0.000,0.458 0.000,-0.129 0.000,-0.122 0.000,-0.116 0.030,0.056 0.048,-0.108 0.013,-0.016 0.011,0.041 0.003,0.079-0.003,0.079-0.007,0.075-0.009,0.046-0.011,0.022-0.011,0.028-0.011,0.031-0.010,0.008-0.010,-0.009-0.008,-0.160-0.009,0.015-0.005,0.506-0.003,-0.041-0.006,-0.646-0.003,0.518-0.002,0.023-0.002,-0.156 0.000,0.015 0.000,-0.007 0.000,-0.022 0.000,-0.156 0.001,0.038 0.000,0.286 0.000,-0.069 0.000,-0.109 0.000,-0.455 0.001,0.368 0.000,-0.138 0.000,-0.141 0.000,-0.330 0.000,0.484 0.000,0.029 0.000,-0.457 0.000,0.010 0.000,0.773-0.044,0.204-0.068,-0.666 0.042,0.498-0.033,0.113-0.002,0.357-0.038,0.135-0.038,-0.192 0.008,0.010 0.000,-0.234-0.008,0.017-0.052,0.905-0.209,-0.236-0.006,-0.364 0.071,-0.544 0.106,-0.153 0.034,-0.156 0.036,-0.359 0.070,0.052 0.004,-0.075 0.024,0.145 0.006,-0.050 0.030,0.156 0.021,-0.028 0.026,-0.238 0.015,0.252 0.009,0.036 0.007,0.018 0.004,0.006 0.001,-0.002 0.000,-0.347-0.005,-0.025-0.001,0.386 0.003,-0.021-0.002,-0.114-0.003,-0.132-0.002,-0.044-0.001,0.140-0.001,0.078-0.001,-0.018-0.001,-0.038-0.001,0.034 0.000,0.172 0.000,-0.298 0.000,0.041 0.000,0.343 0.000,0.074 0.000,-0.255 0.000,0.044 0.000,0.047 0.018,0.048 0.031,0.360 0.049,-0.051 0.018,-0.095 0.005,-0.118-0.004,-0.488-0.043,-0.052-0.005,0.226 0.018,-0.111-0.013,-0.106-0.013,0.065-0.004,-0.114-0.017,-0.214-0.017,-0.036-0.007,-0.023-0.006,-0.013-0.004,0.179-0.004,0.017-0.003,0.075-0.002,0.000 0.000,0.093 0.000,0.317-0.001,0.068 0.000,-0.301 0.002,0.079 0.000,0.061-0.018,0.045-0.031,0.518-0.065,-0.159-0.004,-0.026-0.003,-0.210-0.006,-0.072-0.031,-0.080-0.015,-0.082-0.002,-0.079 0.007,-0.074 0.013,0.015 0.001,-0.075 0.023,-0.274 0.055,-0.022 0.010,0.119-0.005,-0.022 0.016,0.162 0.006,-0.013 0.020,-0.010 0.015,-0.289 0.010,0.022 0.003,0.362-0.033,0.075-0.054,-0.317 0.013,0.029-0.029,0.468-0.127,0.060-0.019,0.105-0.067,-0.106 0.016,-0.026 0.007,-0.051 0.023,-0.065 0.032,-0.160 0.032,-0.053-0.010,0.052-0.037,-0.091 0.020,-0.089 0.029,-0.082 0.033,-0.129 0.036,-0.036-0.003,-0.027-0.011,-0.075 0.038,0.025 0.003,0.197-0.075,0.041-0.031,-0.036 0.018,0.016 0.005,0.106-0.038,0.054-0.025,-0.206 0.073,0.011-0.019,0.374-0.190,-0.032 0.015,-0.059 0.041,-0.096 0.069,-0.043 0.050,-0.254 0.093,-0.006-0.007,0.179-0.079,-0.020 0.011,-0.024 0.021,-0.068 0.024,-0.026 0.000,-0.025-0.005,-0.023-0.008,0.049-0.025,0.002 0.018,-0.046 0.038,-0.010 0.022,-0.012 0.022,-0.012 0.020,-0.087 0.034,0.199-0.044,0.040-0.041,-0.105 0.012,0.047-0.033,0.108-0.047,0.036-0.009,-0.050 0.010,0.014-0.023,0.176-0.110,-0.018-0.025,-0.033-0.016,0.037-0.035,-0.061 0.045,-0.061 0.057,-0.071 0.035,-0.022-0.007,-0.142 0.072,0.003-0.018,0.166-0.131,0.033-0.022,0.032-0.011,0.005-0.003,-0.013 0.002,-0.023 0.005,-0.094 0.034,-0.054-0.012,-0.135 0.099,-0.003-0.036,0.085-0.182,0.015-0.084,0.042-0.080,0.060-0.074,0.069-0.090,0.073-0.097,0.025-0.073,-0.010-0.053,0.129-0.315,-0.028-0.011,-0.300 0.549,-0.030 0.000,0.189-0.688,-0.115 0.034,-0.129 0.110,-0.080 0.011,-0.068 0.032,-0.055-0.104,-0.043-0.110,-0.032-0.106,-0.022-0.169,-0.042 0.110,-0.056-0.036,-0.015 0.135,-0.013-0.083,-0.027-0.051,-0.036-0.026,0.023 0.419,-0.027-0.031,-0.206-1.021,-0.060-0.046,0.167 0.971,-0.017-0.014,-0.292-1.048,-0.087-0.006,-0.079-0.113,-0.009 0.243,-0.101 0.010,0.166 0.547,-0.013 0.007,-0.461-1.091,-0.014 0.009,0.559 1.362,0.016 0.032,-0.226-0.507,-0.044-0.024,0.119 0.263,0.034 0.015,-0.155-0.500,0.061 0.020,0.304 0.776,0.022 0.020,-0.179-0.589,0.051 0.097,0.051 0.119,0.102 0.108,0.040-0.013,0.026 0.002,-0.118-0.524,0.077 0.253,0.043 0.078,0.054 0.108,0.058 0.122,-0.026-0.192,0.009 0.190,0.104 0.509,0.002-0.125,0.032 0.004,0.022 0.162,-0.015 0.019,-0.002 0.019,0.006 0.019,0.013 0.018,0.016 0.016,-0.005 0.014,-0.021 0.012,-0.007-0.014,0.003-0.031,-0.063-0.298,-0.033 0.009,0.159 0.812,-0.178-1.049,0.030 0.004,0.109 0.567,0.018-0.045,0.005-0.171,0.022 0.023,0.021 0.027,0.018 0.028,0.016 0.028,0.014 0.027,0.013 0.140,0.007-0.019,0.006-0.277,0.007 0.050,0.015 0.427,0.025 0.011,0.078-0.513,0.024 0.026,-0.025 0.230,0.038-0.462,-0.018-0.044,-0.056 0.708,0.016 0.001,0.071-0.426,0.005 0.010,-0.043 0.291,-0.008 0.008,0.048-0.294,0.028-0.030,-0.016 0.139,-0.005 0.004,0.037-0.130,0.027 0.024,0.032-0.174,-0.041 0.147,-0.023 0.020,-0.069 0.428,0.010 0.005,0.084-0.379,-0.008 0.060,0.015-0.086,-0.037 0.151,-0.040 0.154,-0.044 0.183,-0.031 0.110,-0.026 0.092,-0.012 0.188,0.022 0.016,0.121-0.215,0.074-0.059,-0.103 0.250,0.024-0.034,0.190-0.349,0.037-0.056,0.017-0.027,0.016-0.031,0.014-0.031,-0.195 0.353,-0.014 0.003,0.120-0.339,-0.060 0.031,-0.148 0.347,-0.022 0.012,0.056-0.215,0.006 0.024,0.087-0.078,0.052-0.056,-0.017 0.037,-0.118 0.294,0.012 0.012,0.057-0.078,0.028-0.032,-0.016 0.055,0.024-0.011,-0.040 0.068,-0.003-0.006,0.097-0.162,0.010-0.002,0.115-0.185,0.014-0.034,-0.213 0.336,-0.016 0.001,0.167-0.294,-0.008 0.083,-0.150 0.247,-0.024 0.024,0.049-0.042,0.040 0.014,-0.068 0.109,0.021-0.024,0.265-0.353,0.034-0.081,-0.020 0.029,0.052-0.048,-0.187 0.247,0.034-0.049,0.584-0.708,0.161-0.191,0.086-0.120,-0.397 0.484,-0.017-0.004,0.117-0.164,-0.009 0.019,-0.031 0.029,-0.044 0.034,0.152-0.294,-0.095 0.017,-0.432 0.633,-0.029 0.012,0.159-0.365,-0.091 0.054,-0.096 0.067,-0.279 0.635,0.276-0.664,-0.075 0.068,-0.079 0.051,-0.039 0.036,-0.011 0.024,-0.128 0.413,-0.013 0.016,0.052-0.264,-0.036 0.061,-0.034 0.068,-0.043 0.133,-0.021 0.019,-0.018 0.008,-0.022 0.124,-0.008-0.023,-0.003-0.290,-0.011-0.067,-0.007 0.224,-0.003-0.055,-0.008-0.785,-0.004-0.216,-0.008 0.714,-0.023-0.020,-0.017-0.018,-0.012-0.015,-0.061-0.366,-0.043-0.042,-0.109-0.536,0.000 0.066,-0.027 0.188,0.015 0.284,-0.020 0.083,-0.015 0.091,0.181 0.656,-0.203-0.657,-0.018-0.012,0.010 0.004,0.029 0.015,0.080 0.276,-0.005 0.006,-0.094-0.226,-0.023 0.059,0.128 0.389,0.009 0.030,-0.039-0.070,-0.008 0.036,-0.074-0.199,0.026-0.039,0.043 0.078,-0.005-0.025,-0.014-0.024,-0.019-0.022,0.070 0.218,-0.016-0.017,-0.234-0.534,-0.032-0.018,0.209 0.509,-0.010-0.004,-0.296-0.534,-0.071 0.005,0.197 0.399,-0.011 0.005,-0.191-0.284,-0.046-0.040,-0.287-0.300,-0.164-0.179,-0.126-0.174,0.513 0.728,-0.021-0.010,-0.654-0.774,-0.060 0.061,0.468 0.608,0.004 0.046,-0.147-0.094,0.016 0.094,0.205 0.227,0.076 0.074,-0.335-0.324,0.145 0.139,0.128 0.121,0.316 0.329,0.057 0.092,0.010 0.018,0.096 0.060,0.023-0.004,0.126 0.105,0.106 0.096,0.084 0.082,0.063 0.067,0.045 0.051,0.030 0.037,0.018 0.025,0.010 0.016,0.003 0.009,0.000 0.004,-0.003 0.001,-0.004-0.002,-0.004-0.003,-0.004-0.003,-0.004-0.003,-0.003-0.003,-0.002-0.002,-0.002-0.002,-0.001-0.001,-0.001-0.001,0.000-0.001,0.000 0.000,0.000 0.000,0.000 0.000,0.000 0.000,0.000 0.000,0.000 0.000,-0.016 0.013,-0.041 0.022,-0.050 0.027,-0.054 0.029,0.018-0.006,-0.053 0.027,-0.208 0.110,-0.094 0.059,-0.076 0.053,-0.060 0.045,0.096-0.059,-0.014-0.006,-0.094 0.072,0.002 0.048,-0.014 0.037,-0.024 0.028,0.162-0.113,-0.025 0.012,-0.360 0.226,-0.051 0.011,-0.153 0.107,-0.017 0.042,0.349-0.232,-0.006 0.000,-0.595 0.344,0.226-0.154,-0.008 0.007,-0.397 0.267,0.128-0.054,0.231-0.111,0.188-0.118,0.047-0.036,0.259-0.176,0.036-0.017,-0.144 0.122,0.059-0.022,0.192-0.164,-0.002-0.039,-0.337 0.166,0.042-0.044,0.021-0.034,-0.048 0.010,-0.037 0.006,0.080-0.075,-0.217 0.081,-0.067 0.018,0.237-0.111,-0.019 0.008,-0.437 0.200,0.007 0.002,0.548-0.240,-0.019 0.024,-0.526 0.254,-0.107 0.023,0.284-0.168,-0.044-0.030,-0.618 0.164,-0.029-0.040,0.731-0.244,-0.054 0.018,-0.716 0.260,-0.051 0.067,0.168-0.030,-0.069 0.050,0.425-0.156,-0.063 0.032,-0.615 0.243,-0.072 0.012,-0.567 0.215,0.095-0.031,0.160-0.048,-0.007 0.080,0.107 0.008,0.809-0.345,0.085-0.023,-0.298 0.165,0.141-0.051,0.632-0.315,0.072-0.043,-0.362 0.152,0.182-0.115,0.174-0.109,0.580-0.237,-0.414 0.171,0.076-0.045,0.275-0.106,0.022 0.002,-0.238 0.116,0.061-0.029,0.060-0.039,0.090-0.028,0.021 0.014,0.154-0.076,-0.002-0.005,-0.215 0.110,-0.011 0.028,0.100-0.058,-0.006-0.012,-0.034 0.033,0.041 0.020,0.150-0.089,0.002-0.005,-0.090 0.057,0.001 0.005,0.002 0.009,0.170-0.121,-0.248 0.108,-0.072-0.018,-0.075 0.001,-0.073 0.014,-0.168 0.057,-0.069 0.033,0.260-0.103,-0.052-0.004,-0.591 0.113,-0.067-0.039,-0.018-0.046,1.079-0.190,-0.996 0.105,-0.098-0.028,-0.052-0.026,-0.604-0.012,0.106-0.032,-0.040-0.019,-0.059-0.015,-0.068-0.011,0.153-0.007,-0.154-0.004,-0.199-0.003,-0.128-0.002,-0.071-0.001,0.218 0.001,-0.132 0.000,-1.672-0.004,-0.083 0.002,0.054 0.003,0.338 0.002,0.027 0.001,0.465 0.001,0.048 0.001,0.045 0.001,0.041 0.001,0.083 0.000,0.109 0.000,0.028 0.000,-0.031 0.000,0.751 0.000,0.016 0.000,-1.484 0.000,0.033 0.000,1.143 0.000,0.038 0.000,-0.339 0.024,-0.001 0.039,0.013 0.025,0.023 0.014,0.076 0.005,0.110-0.002,0.129 0.018,0.136 0.030,0.654-0.017,0.064 0.026,-0.708 0.118,0.078 0.008,0.552-0.071,0.049-0.013,-0.178 0.007,0.053-0.026,-0.434 0.041,-0.021 0.017,0.347-0.053,-0.554 0.053,-0.003 0.010,0.053 0.013,1.414-0.161,-1.254 0.116,-0.037-0.023,0.217-0.043,-0.045-0.023,-0.029-0.022,-0.016-0.021,0.223-0.026,-0.071-0.013,-0.422-0.008,-0.154-0.013,0.533-0.026,-0.132-0.028,-0.983-0.047,-0.235-0.024,-0.729-0.087,-0.265-0.100,-0.188-0.080,-0.125-0.062,1.532 0.108,-0.039-0.045,-1.760-0.239,-0.125-0.003,1.687 0.203,-0.001-0.001,-1.572-0.209,0.279 0.001,1.263 0.158,0.239 0.033,-0.163-0.031,0.267 0.018,-0.278-0.056,0.519 0.069,0.860 0.132,0.081 0.024,0.272 0.057,0.304 0.039,0.056-0.004,0.004-0.018,-0.033-0.028,-0.082-0.010,-0.112 0.004,-0.316-0.041,-0.104-0.023,-0.578-0.061,-0.100 0.032,0.645 0.111,0.225 0.010,-0.004-0.040,-0.213-0.062,0.063-0.006,0.313 0.045,0.099 0.015,-0.087-0.009,0.108 0.030,-0.061-0.015,0.188 0.008,0.186-0.001,0.867 0.180,-0.872-0.216,0.110-0.010,0.095-0.011,0.252 0.057,0.003-0.023,-0.099-0.037,-0.028 0.013,0.016 0.015,-0.004-0.001,0.002-0.004,0.120 0.087,-0.431-0.067,-0.201-0.017,-0.473-0.092,-0.318-0.079,0.578 0.119,-0.111-0.025,-0.125-0.024,-0.132-0.022,-1.565-0.314,-0.148-0.022,1.077 0.217,0.025 0.001,-1.018-0.177,0.094 0.075,1.093 0.227,0.070 0.047,-0.239-0.032,0.077-0.019,0.371 0.051,0.073 0.014,-0.184-0.016,0.095 0.036,0.092 0.040,0.086 0.041,0.101 0.016,0.107-0.003,0.456 0.055,0.028 0.007,-0.963-0.086,0.009 0.039,0.130 0.051,0.393 0.048,0.002 0.019,-0.191-0.018,0.021-0.030,0.389 0.018,-0.023-0.002,-0.461-0.026,-0.053 0.010,-0.012 0.014,0.016 0.016,0.648 0.037,0.005 0.007,-0.729-0.031,-0.027-0.020,-0.018-0.028,-0.083-0.021,0.120 0.003,0.685 0.049,0.097 0.008,-0.387-0.024,0.253 0.022,0.240 0.021,0.211 0.019,0.176 0.016,0.140 0.012,0.234 0.011,0.023 0.003,-0.030 0.003,0.002 0.003,-0.053 0.002,-0.090 0.001,-0.089 0.001,-0.084 0.000,0.023 0.000,-0.057 0.000,-0.036 0.000,-0.019 0.000,-0.183 0.000,-0.106 0.000,-0.223 0.000,-0.048 0.000,0.133-0.001,0.000 0.000,-0.311 0.000,0.113 0.000,0.141 0.000,0.146 0.000,0.682 0.000,-0.471 0.000,0.009 0.000,0.190 0.000,-0.013 0.000,-0.125 0.000,-0.029 0.000,0.083 0.000,-0.025 0.000,-0.267 0.000,-0.027 0.000,0.108 0.024,-0.010 0.039,-0.072 0.035,0.027 0.015,0.038 0.004,-0.179 0.025,0.110-0.016,0.410-0.036,0.008 0.022,0.011 0.012,0.013 0.005,-0.117 0.041,-0.058 0.031,-0.051 0.036,-0.045 0.038,-0.037 0.014,-0.031-0.003,-0.149 0.045,-0.015 0.017,-0.275 0.101,-0.032 0.006,0.047-0.029,0.311-0.094,0.029 0.002,0.164-0.053,0.039-0.018,-0.064 0.007,0.057-0.034,-0.052-0.009,0.093-0.047,0.092-0.042,0.047-0.008,0.086 0.003,0.072 0.017,0.288-0.090,-0.258 0.057,-0.036-0.008,0.098-0.020,-0.038 0.017,-0.226 0.054,-0.072 0.005,-0.063-0.004,-0.054-0.010,-0.212 0.040,0.081 0.012,0.124 0.017,0.692-0.176,-0.537 0.126,-0.003-0.012,-0.209 0.053,0.067 0.010,0.085 0.016,0.235-0.065,0.032-0.012,-0.042 0.005,0.041-0.025,0.038-0.026,0.084-0.034,0.007-0.016,-0.048 0.019,-0.005 0.033,0.073-0.016,-0.040 0.003,-0.288 0.055,0.002-0.016,0.040-0.022,0.059-0.024,0.043-0.023,0.030-0.020,0.194-0.026,-0.001-0.006,-0.141-0.002,0.030-0.009,0.039-0.006,0.042-0.004,0.041-0.003,0.037-0.001,0.030 0.001,0.047 0.003,0.042 0.003,0.036 0.003,0.029 0.003,0.022 0.003,0.016 0.002,0.011 0.002,0.007 0.001,0.004 0.001,0.002 0.001,0.000 0.000,-0.001 0.000,-0.001 0.000,-0.001 0.000,-0.001 0.000,-0.001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0.000,-0.003-0.033,-0.012-0.049,-0.014-0.057,-0.014-0.059,-0.014-0.055,-0.012-0.049,-0.011-0.042,0.022 0.039,0.005-0.016,0.008-0.013,0.006-0.026,0.012 0.000,0.012 0.005,0.011 0.008,0.004-0.064,0.013 0.048,0.010 0.053,0.008 0.052,0.005 0.046,0.003 0.039,0.002 0.031,0.001 0.023,0.000 0.017,0.000 0.011,0.000 0.007,-0.001 0.004,-0.001 0.001,-0.001 0.000,-0.001 0.004,-0.001 0.006,-0.001 0.007,-0.001 0.007,-0.001 0.006,-0.001 0.005,-0.001 0.004,0.000 0.003,0.000 0.002,0.000 0.002,0.000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0.000,-0.016 0.000</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12:22:31"/>
    </inkml:context>
    <inkml:brush xml:id="br0">
      <inkml:brushProperty name="width" value="0.05292" units="cm"/>
      <inkml:brushProperty name="height" value="0.05292" units="cm"/>
      <inkml:brushProperty name="color" value="#ff0000"/>
    </inkml:brush>
  </inkml:definitions>
  <inkml:trace contextRef="#ctx0" brushRef="#br0">1411.000 9349.000,'18.000'0.000,"0.000"0.000,17.000 0.000,-17.000 0.000,17.000 0.000,-17.000 0.000,70.000 0.000,-53.000 0.000,0.000 0.000,1.000 0.000,34.000 0.000,-52.000 0.000,35.000 0.000,-18.000 0.000,-17.000 0.000,17.000 0.000,18.000 0.000,-36.000 0.000,19.000 0.000,-19.000 0.000,19.000-18.000,-1.000 18.000,0.000 0.000,-17.000 0.000,-1.000-18.000,19.000 18.000,-1.000 0.000,-17.000 0.000,-1.000 0.000,54.000 0.000,-36.000 0.000,-17.000 0.000,-1.000 0.000,19.000 0.000,-19.000 0.000,36.000 0.000,-35.000 0.000,0.000 0.000,17.000 0.000,-18.000 0.000,1.000 0.000,0.000 0.000,17.000 0.000,0.000 0.000,-17.000 0.000,17.000 0.000,0.000 0.000,1.000 0.000,-19.000 0.000,1.000 0.000,17.000 0.000,-17.000 0.000,0.000 0.000,-1.000 0.000,1.000 0.000,0.000 0.000,17.000 0.000,-18.000 0.000,1.000 0.000,17.000 0.000,-17.000 0.000,0.000 0.000,17.000 0.000,-17.000 0.000,-1.000 0.000,18.000 0.000,54.000 0.000,-72.000 0.000,1.000 0.000,17.000 0.000,-17.000 0.000,17.000 0.000,-17.000 0.000,17.000 0.000,-17.000 0.000,-1.000 0.000,19.000 0.000,-19.000 0.000,19.000 0.000,-1.000 0.000,18.000 0.000,-18.000 0.000,-17.000 0.000,17.000 0.000,-17.000 0.000,-1.000 0.000,1.000 0.000,35.000 0.000,-36.000 0.000,1.000 0.000,17.000 0.000,1.000 0.000,-1.000 0.000,18.000 0.000,17.000 0.000,-17.000 0.000,-17.000 0.000,34.000 0.000,-17.000 0.000,-18.000 0.000,1.000 0.000,-1.000 0.000,-18.000 0.000,36.000 0.000,-35.000 0.000,17.000 0.000,1.000 0.000,-1.000 0.000,18.000 0.000,-18.000 0.000,36.000 0.000,-18.000 0.000,17.000 0.000,-35.000 0.000,-17.000 0.000,17.000 0.000,-17.000 0.000,0.000 0.000,-1.000 0.000,36.000 0.000,-18.000 0.000,1.000 0.000,-1.000 0.000,18.000 0.000,35.000 0.000,-35.000 0.000,-18.000 0.000,18.000 0.000,0.000 0.000,0.000 0.000,-18.000 0.000,1.000 0.000,16.000 0.000,19.000 0.000,-18.000 0.000,-18.000 0.000,36.000 0.000,17.000 0.000,-35.000 0.000,0.000 0.000,-18.000 0.000,53.000 0.000,-52.000 0.000,-19.000 0.000,1.000 0.000,-1.000 0.000,1.000 0.000,0.000 0.000,17.000 0.000,0.000 0.000,-17.000 0.000,17.000 0.000,-17.000 0.000,17.000 0.000,-17.000 0.000,17.000 0.000,0.000 0.000,-17.000 0.000,17.000 0.000,-17.000 0.000,0.000 0.000,17.000 0.000,0.000 0.000,-17.000 0.000,-1.000 0.000,19.000 0.000,-19.000 0.000,1.000 0.000,0.000 0.000,17.000 0.000,18.000 0.000,-18.000 0.000,18.000 0.000,-18.000 0.000,-17.000 0.000,35.000 0.000,-36.000 0.000,19.000 0.000,-19.000 0.000,1.000 0.000,17.000 0.000,1.000 0.000,16.000 0.000,-16.000 0.000,-1.000 0.000,0.000 0.000,1.000 0.000,-19.000 0.000,18.000 0.000,1.000 0.000,-19.000 0.000,1.000 0.000,0.000 0.000,17.000 0.000,-17.000 0.000,17.000 0.000,0.000 0.000,-17.000 0.000,-1.000 0.000,1.000 0.000,0.000 0.000,-1.000 0.000,1.000 0.000,0.000 0.000,-1.000 0.000,19.000 0.000,-19.000 0.000,1.000 0.000,-1.000 0.000,1.000 0.000,0.000 0.000,-1.000 0.000,1.000 0.000,0.000 0.000,-1.000 0.000,1.000 0.000,0.000 0.000,-1.000 0.000,1.000 0.000,17.000 0.000,-17.000 0.000,-1.000 0.000,19.000 0.000,-1.000 0.000,-17.000 0.000,-1.000 0.000,1.000 0.000,-1.000 0.000,1.000 0.000,0.000 0.000,17.000 0.000,-17.000 0.000,-1.000 0.000,1.000 0.000,0.000 0.000,-1.000 0.000,1.000 0.000,17.000 0.000,-17.000 0.000,-1.000 0.000,1.000 0.000,35.000 0.000,-35.000 0.000,-1.000 0.000,1.000 0.000,17.000 0.000,-17.000 0.000,17.000 0.000,0.000 0.000,1.000 0.000,-19.000 0.000,1.000 0.000,0.000 0.000,17.000 0.000,0.000 0.000,18.000 0.000,0.000 0.000,-18.000-17.000,36.000 17.000,-36.000 0.000,36.000 0.000,-18.000 0.000,-18.000 0.000,0.000 0.000,18.000 0.000,-18.000 0.000,1.000 0.000,-19.000 0.000,36.000 0.000,-18.000 0.000,18.000 0.000,-17.000 0.000,17.000 0.000,-1.000 0.000,19.000 0.000,-53.000 0.000,17.000 0.000,0.000 0.000,0.000 0.000,1.000 0.000,17.000 0.000,-18.000 0.000,0.000 0.000,0.000 0.000,18.000 0.000,0.000 0.000,18.000 0.000,-36.000 0.000,18.000 0.000,0.000 0.000,-18.000 0.000,18.000 0.000,-18.000 0.000,18.000 0.000,36.000 0.000,-37.000 0.000,1.000 0.000,-17.000 0.000,70.000 0.000,-54.000 0.000,1.000 0.000,36.000 0.000,-37.000 0.000,1.000 0.000,18.000 0.000,-18.000 0.000,0.000 0.000,-18.000 0.000,0.000 0.000,1.000 0.000,17.000 0.000,-36.000 0.000,1.000 0.000,-1.000 0.000,1.000 0.000,0.000 0.000,-1.000 0.000,19.000 0.000,-19.000 0.000,19.000 0.000,-19.000 0.000,18.000 0.000,-17.000 0.000,0.000 0.000,-1.000 0.000,1.000 0.000,0.000 0.000,17.000 0.000,-17.000 0.000,-1.000 0.000,1.000 0.000,-1.000 0.000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38:40"/>
    </inkml:context>
    <inkml:brush xml:id="br0">
      <inkml:brushProperty name="width" value="0.05292" units="cm"/>
      <inkml:brushProperty name="height" value="0.05292" units="cm"/>
      <inkml:brushProperty name="color" value="#ff0000"/>
    </inkml:brush>
  </inkml:definitions>
  <inkml:trace contextRef="#ctx0" brushRef="#br0">3969.000 8996.000,'0.000'0.000,"0.000"17.000,0.000-17.000,0.000 36.000,0.000-1.000,0.000-35.000,0.000 18.000,0.000 17.000,0.000-17.000,0.000 35.000,0.000-36.000,0.000 1.000,0.000-1.000,0.000 19.000,0.000-1.000,0.000 0.000,0.000-17.000,0.000 17.000,0.000 0.000,0.000-35.000,0.000 36.000,0.000-36.000</inkml:trace>
  <inkml:trace contextRef="#ctx0" brushRef="#br0">4022.000 9278.000,'0.000'-18.000,"17.000"18.000,19.000 0.000,-36.000 0.000,35.000 0.000,-17.000 0.000,17.000 0.000,-35.000 0.000,35.000 0.000,0.000 0.000,-35.000 0.000,36.000 0.000,-19.000 0.000,1.000 0.000</inkml:trace>
  <inkml:trace contextRef="#ctx0" brushRef="#br0">3634.000 9507.000,'0.000'18.000,"0.000"17.000,0.000-17.000,0.000 0.000,0.000-1.000,17.000 1.000,1.000-1.000,-18.000 1.000,0.000 0.000,0.000-18.000</inkml:trace>
  <inkml:trace contextRef="#ctx0" brushRef="#br0">3828.000 9525.000,'17.000'0.000,"1.000"0.000,0.000 0.000,17.000 0.000,-35.000 0.000,35.000 0.000,-35.000 0.000,18.000 0.000,-18.000 0.000,17.000 0.000,1.000 0.000,0.000 0.000,17.000 0.000,-35.000 0.000,18.000 0.000,17.000 0.000,-35.000 0.000,18.000 0.000,-1.000 0.000,1.000 0.000,-18.000 0.000,17.000 0.000,-17.000 0.000,36.000 0.000,-36.000 0.000,35.000 0.000,-17.000 0.000,-18.000 0.000,17.000 0.000,1.000-18.000,-18.000 18.000,-18.000 18.000,18.000 17.000,-17.000-35.000,-1.000 18.000,18.000-18.000,-18.000 18.000,1.000-1.000,-1.000-17.000,18.000 18.000,-18.000-18.000,18.000 17.000,0.000 1.000,-17.000-18.000</inkml:trace>
  <inkml:trace contextRef="#ctx0" brushRef="#br0">3757.000 9754.000,'18.000'0.000,"-18.000"0.000,35.000 0.000,-17.000 0.000,-1.000 0.000,19.000 0.000,-1.000 0.000,-18.000 0.000,19.000-17.000,-19.000 17.000,1.000 0.000,0.000 0.000,17.000 0.000,-35.000 0.000,18.000 0.000,-18.000 0.000,35.000 0.000,-35.000-18.000,18.000 18.000</inkml:trace>
  <inkml:trace contextRef="#ctx0" brushRef="#br0">3616.000 9913.000,'0.000'0.000,"-18.000"0.000,1.000 18.000,17.000-18.000,-18.000 17.000,0.000 1.000,18.000 0.000,-17.000-1.000,17.000 1.000,0.000 0.000,-18.000-1.000,18.000-17.000,-17.000 0.000</inkml:trace>
  <inkml:trace contextRef="#ctx0" brushRef="#br0">3863.000 10019.000,'0.000'18.000,"0.000"-1.000,0.000 18.000,0.000-17.000,0.000 17.000,0.000-17.000,0.000 17.000,18.000 1.000,-18.000-36.000</inkml:trace>
  <inkml:trace contextRef="#ctx0" brushRef="#br0">4057.000 10142.000,'0.000'18.000,"0.000"-18.000,0.000 18.000,0.000-1.000,0.000 1.000,18.000 0.000,-18.000-1.000</inkml:trace>
  <inkml:trace contextRef="#ctx0" brushRef="#br0">4269.000 10037.000,'0.000'0.000,"0.000"0.000,0.000 17.000,0.000-17.000,17.000 18.000,-17.000-1.000,0.000 1.000,0.000 0.000,18.000-1.000,-18.000 1.000,18.000 0.000</inkml:trace>
  <inkml:trace contextRef="#ctx0" brushRef="#br0">7144.000 9507.000,'17.000'0.000,"-17.000"0.000,36.000 0.000,-19.000 0.000,36.000 0.000,-53.000 0.000,53.000 0.000,-53.000 0.000,53.000 0.000,-35.000 0.000,17.000 0.000,-35.000 0.000,18.000 0.000,17.000 0.000,-35.000 0.000,35.000 0.000,-17.000 0.000,-18.000 0.000,17.000 0.000,19.000 0.000,-19.000 0.000,-17.000 0.000,18.000 0.000,0.000 0.000,-1.000-17.000,-17.000 17.000,18.000 0.000,17.000 0.000,-17.000 0.000,17.000 0.000,0.000 0.000,-17.000 0.000,-18.000 0.000,18.000 0.000,-18.000 17.000,0.000 19.000,-18.000 17.000,18.000-36.000,-18.000 1.000,-17.000 52.000,17.000-52.000,18.000 17.000,-17.000-17.000,17.000-18.000,0.000 35.000,-18.000-17.000,1.000 0.000,17.000-18.000,0.000 17.000,-18.000 1.000,0.000-1.000,18.000 1.000,-17.000 0.000,17.000-18.000,-18.000 0.000,0.000 0.000,18.000 0.000,-17.000-18.000,17.000 0.000,0.000 18.000,0.000-17.000,-18.000-1.000,18.000 1.000,0.000 17.000,-18.000-18.000,1.000 0.000,17.000 18.000,0.000-17.000,-18.000 17.000</inkml:trace>
  <inkml:trace contextRef="#ctx0" brushRef="#br0">7549.000 9419.000,'0.000'0.000,"0.000"18.000,0.000-1.000,-17.000 1.000,17.000 0.000,-35.000 17.000,17.000-17.000,0.000 17.000,-17.000 0.000,17.000-17.000,1.000-1.000,-1.000 19.000,0.000-19.000,-17.000 1.000,18.000 0.000,17.000-18.000,-18.000 17.000,-17.000-17.000,-1.000 36.000,36.000-36.000,-17.000 0.000,-1.000 17.000,-17.000 1.000,17.000-18.000,18.000 18.000,-18.000-18.000,1.000 0.000,-1.000 0.000</inkml:trace>
  <inkml:trace contextRef="#ctx0" brushRef="#br0">6950.000 9349.000,'0.000'0.000,"0.000"17.000,0.000 1.000,0.000 0.000,0.000-1.000,0.000-17.000</inkml:trace>
  <inkml:trace contextRef="#ctx0" brushRef="#br0">6879.000 9490.000,'0.000'0.000,"0.000"0.000,35.000 35.000,-35.000-35.000,0.000 18.000,0.000-1.000,0.000 1.000,0.000 0.000,0.000-1.000,0.000 1.000,0.000-18.000,0.000 35.000,0.000-35.000,-17.000 35.000,-1.000-35.000,1.000 0.000,-1.000 0.000,0.000 18.000,-17.000-18.000,35.000 18.000,-18.000-18.000,18.000 0.000,18.000 0.000,0.000 0.000,17.000 0.000,-35.000 0.000,35.000 0.000,-17.000 0.000,-18.000 0.000,35.000 17.000,-17.000-17.000,-18.000 36.000,0.000-19.000,-18.000 1.000,18.000 0.000,0.000-18.000,-35.000 35.000,17.000-35.000,1.000 17.000,-19.000 1.000,36.000 0.000,-35.000-1.000,35.000-17.000,-35.000 18.000,17.000-18.000,18.000 0.000,35.000 0.000,-17.000 0.000,35.000 0.000,0.000 0.000,0.000 0.000,17.000 0.000,1.000 0.000,-1.000 0.000,-17.000 0.000,0.000 0.000,-17.000 0.000,-19.000 0.000,1.000 0.000,-1.000 0.000,1.000 0.000,-18.000 0.000,18.000 0.000,-1.000 0.000,1.000 0.000,-18.000 0.000,18.000 0.000,17.000 0.000,-35.000 0.000,18.000 0.000,34.000 0.000,-52.000 0.000,36.000 0.000,-19.000 0.000,36.000 0.000,0.000 0.000,-35.000 0.000,17.000 0.000,-17.000 0.000,-1.000 0.000,19.000 0.000,-19.000 0.000,-17.000 0.000,18.000 0.000</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47:38"/>
    </inkml:context>
    <inkml:brush xml:id="br0">
      <inkml:brushProperty name="width" value="0.05292" units="cm"/>
      <inkml:brushProperty name="height" value="0.05292" units="cm"/>
      <inkml:brushProperty name="color" value="#ff0000"/>
    </inkml:brush>
  </inkml:definitions>
  <inkml:trace contextRef="#ctx0" brushRef="#br0">9966.000 4128.000,'0.000'0.000,"53.000"0.000,53.000 0.000,17.000 0.000,36.000 0.000,-36.000 0.000,54.000 0.000,-18.000 0.000,-1.000 0.000,1.000 0.000,35.000 0.000,-53.000 0.000,0.000 0.000,36.000 0.000,-71.000 0.000,35.000 0.000,-53.000 0.000,18.000 0.000,-36.000 0.000,36.000 0.000,-35.000 0.000,-18.000 0.000,17.000 0.000,-17.000 0.000,18.000 0.000,-1.000 0.000,18.000 0.000,-17.000 0.000,-1.000 0.000,36.000 0.000,-35.000 0.000,-1.000 0.000,1.000 0.000,17.000 0.000,-35.000 0.000,18.000 0.000,-18.000 0.000,17.000 0.000,18.000 0.000,-35.000 0.000,53.000 0.000,-53.000 0.000,17.000 0.000,1.000 0.000,0.000 0.000,-18.000 0.000,-18.000 0.000,53.000 0.000,-17.000 0.000,-1.000 0.000,-17.000 0.000,35.000 0.000,-35.000 0.000,18.000 0.000,17.000 0.000,-18.000 0.000,-17.000 0.000,18.000 0.000,-18.000 0.000,-18.000 0.000,53.000 0.000,36.000 0.000,-36.000 0.000,0.000 0.000,-17.000 0.000,35.000 0.000,-36.000 0.000,1.000 0.000,17.000 0.000,-18.000 0.000,54.000 0.000,-36.000 0.000,36.000 0.000,-1.000 0.000,-17.000 0.000,-18.000 0.000,18.000 0.000,35.000 0.000,-88.000 0.000,35.000 0.000,-35.000 0.000,-18.000 0.000,1.000 0.000,-19.000 0.000,18.000 0.000,-17.000 0.000,-18.000 0.000,35.000 0.000,-17.000 0.000,0.000 0.000,-18.000 0.000,17.000 0.000,19.000 0.000,-1.000 0.000,18.000 0.000,-18.000 0.000,18.000 0.000,0.000 0.000,0.000 0.000,-18.000 0.000,18.000 0.000,-35.000 0.000,17.000 0.000,0.000 0.000,0.000 0.000,-35.000 0.000,18.000 0.000,-18.000 0.000,35.000 0.000,-17.000 0.000,0.000 0.000,17.000 0.000,-35.000 0.000,18.000 0.000,-1.000 0.000,1.000 0.000,-18.000 0.000,18.000 0.000,-1.000 0.000</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7:39:50"/>
    </inkml:context>
    <inkml:brush xml:id="br0">
      <inkml:brushProperty name="width" value="0.05292" units="cm"/>
      <inkml:brushProperty name="height" value="0.05292" units="cm"/>
      <inkml:brushProperty name="color" value="#ff0000"/>
    </inkml:brush>
  </inkml:definitions>
  <inkml:trace contextRef="#ctx0" brushRef="#br0">9754.000 12330.000,'0.000'0.000,"0.000"0.000,0.000 0.000,18.000 0.000,35.000 0.000,-53.000 0.000,53.000 0.000,0.000 0.000,-18.000 0.000,0.000 0.000,18.000 0.000,0.000 0.000,0.000 0.000,0.000 0.000,-18.000 0.000,36.000 0.000,-36.000 0.000,18.000 0.000,0.000 0.000,17.000 0.000,-17.000 0.000,18.000 0.000,-1.000 0.000,-17.000 0.000,18.000 0.000,-18.000 0.000,17.000 0.000,-17.000 0.000,0.000 0.000,18.000 0.000,-36.000 0.000,18.000 0.000,35.000 0.000,0.000 0.000,-17.000 0.000,17.000 0.000,36.000 0.000,-36.000 0.000,18.000 0.000,17.000 0.000,-17.000 0.000,17.000 0.000,19.000 0.000,-19.000 0.000,0.000 0.000,-34.000 0.000,16.000 0.000,-34.000 0.000,35.000 0.000,-36.000 0.000,1.000 0.000,52.000 0.000,-52.000 0.000,-18.000 0.000,0.000 0.000,17.000 0.000,19.000 0.000,-36.000 0.000,-1.000 0.000,19.000 0.000,-18.000 0.000,0.000 0.000,-18.000 0.000,18.000 0.000,0.000 0.000,-18.000 0.000,18.000 0.000,-35.000 0.000,35.000 0.000,0.000 0.000,-36.000 0.000,54.000 0.000,-1.000 0.000,-17.000 0.000,0.000 0.000,-18.000-36.000,54.000 19.000,16.000 17.000,1.000-18.000,-35.000 18.000,52.000-53.000,-52.000 53.000,52.000-18.000,-17.000 1.000,-35.000 17.000,17.000-18.000,-70.000 18.000,35.000 0.000,-18.000-17.000,18.000 17.000,-18.000 0.000,0.000-18.000,1.000 18.000,-19.000 0.000,18.000 0.000,-35.000 0.000,18.000 0.000,0.000 0.000,-1.000 0.000,-17.000-18.000,18.000 18.000,0.000 0.000,-1.000 0.000,-17.000 0.000,36.000 0.000,-1.000 0.000,-18.000-17.000,1.000 17.000,-18.000 0.000,18.000 0.000,-18.000 0.000,35.000 0.000,-35.000 0.000,18.000-18.000,-18.000 18.000,35.000 0.000,-35.000 0.000,18.000 0.000,-18.000 0.000,35.000 0.000,-35.000 0.000,18.000 0.000,-18.000 0.000,35.000 0.000,-35.000 0.000,17.000 0.000,-17.000 0.000,36.000 0.000,-36.000 0.000,17.000 0.000,-17.000 0.000,36.000 0.000,-36.000 0.000,17.000 0.000,-17.000 0.000,53.000 18.000,-35.000-18.000,-1.000 0.000,1.000 0.000,-18.000 0.000,18.000 0.000,-1.000 0.000,1.000 0.000,-18.000 0.000,35.000 17.000,-35.000-17.000,18.000 0.000,-18.000 0.000,18.000 0.000,-1.000 0.000</inkml:trace>
  <inkml:trace contextRef="#ctx0" brushRef="#br0">18344.000 12118.000,'18.000'0.000,"0.000"0.000,-18.000 0.000,35.000 0.000,0.000 0.000,1.000 0.000,16.000 0.000,-34.000 0.000,35.000 0.000,18.000 0.000,34.000 0.000,-34.000 0.000,17.000 18.000,18.000 17.000,0.000-35.000,0.000 0.000,0.000 0.000,-36.000 0.000,18.000 0.000,36.000 0.000,-54.000 0.000,36.000 0.000,-35.000 0.000,-1.000 0.000,36.000 17.000,-35.000-17.000,17.000 0.000,-18.000 0.000,1.000 0.000,-18.000 0.000,17.000 0.000,-17.000 0.000,-17.000 0.000,34.000 0.000,-17.000 0.000,-35.000 0.000,35.000 0.000,0.000 0.000,-1.000 0.000,-16.000 0.000,17.000 0.000,0.000 0.000,52.000 0.000,-52.000 0.000,-35.000 0.000,53.000 0.000,-1.000 0.000,18.000 0.000,-35.000 0.000,0.000 0.000,0.000 0.000,18.000 18.000,-36.000-18.000,18.000 0.000,0.000 0.000,35.000 35.000,-53.000-35.000,0.000 0.000,36.000 0.000,-36.000 0.000,1.000 0.000,-1.000 0.000,-18.000 0.000,1.000 0.000,0.000 0.000,-1.000 0.000,1.000 0.000,0.000 0.000,-1.000 0.000,-17.000 0.000,18.000 0.000,17.000 0.000,-17.000 0.000</inkml:trace>
  <inkml:trace contextRef="#ctx0" brushRef="#br0">3175.000 13617.000,'35.000'0.000,"18.000"0.000,18.000 0.000,-1.000 0.000,54.000 0.000,17.000 0.000,0.000 0.000,35.000 0.000,-52.000 0.000,35.000 0.000,-18.000 0.000,53.000 0.000,53.000 0.000,17.000 0.000,1.000 0.000,17.000 0.000,-35.000 0.000,18.000 0.000,-36.000 0.000,36.000 0.000,-36.000 0.000,18.000 0.000,-36.000 0.000,-17.000 0.000,18.000 0.000,-18.000 0.000,0.000 0.000,0.000 0.000,18.000 0.000,35.000 0.000,-36.000 0.000,1.000 0.000,0.000 0.000,-18.000 0.000,-18.000 0.000,18.000 0.000,-35.000 0.000,-36.000 0.000,19.000 0.000,-19.000 0.000,18.000 0.000,-35.000 0.000,0.000 0.000,0.000 0.000,0.000 0.000,17.000 0.000,0.000 0.000,-34.000 0.000,16.000 0.000,37.000 0.000,-19.000 0.000,-52.000 0.000,34.000 0.000,19.000 0.000,-54.000 0.000,19.000 0.000,-36.000 0.000,-18.000 0.000,0.000 0.000,-17.000 0.000,-1.000 0.000,1.000 0.000,0.000 0.000,-1.000 0.000,19.000 0.000,-19.000 0.000,19.000 0.000,-19.000 0.000,-17.000 0.000,35.000 0.000,-17.000 0.000,0.000-17.000,-1.000 17.000,-17.000 0.000,18.000 0.000,0.000 0.000,-1.000 0.000,1.000 0.000,0.000 0.000,-1.000 0.000</inkml:trace>
  <inkml:trace contextRef="#ctx0" brushRef="#br0">15152.000 16510.000,'0.000'0.000,"0.000"35.000,0.000 1.000,0.000-19.000,-18.000 36.000,18.000-35.000,0.000 35.000,0.000 0.000,-17.000-36.000,17.000 36.000,-18.000-18.000,18.000 18.000,0.000 0.000,0.000-17.000,-18.000 16.000,-17.000 90.000,17.000-107.000,-17.000 53.000,35.000-35.000,0.000 0.000,-35.000 35.000,35.000-88.000,0.000 18.000</inkml:trace>
  <inkml:trace contextRef="#ctx0" brushRef="#br0">15205.000 16633.000,'17.000'0.000,"19.000"0.000,17.000 0.000,-1.000 0.000,19.000 0.000,-18.000 0.000,0.000 0.000,-18.000 0.000,18.000 0.000,-35.000 0.000,17.000 0.000,36.000 0.000,-36.000 0.000,18.000 0.000,0.000 0.000,-36.000 0.000,36.000 0.000,-35.000 0.000,17.000 0.000,-35.000 0.000,18.000 0.000,17.000 0.000,-17.000 0.000,17.000 0.000,0.000 0.000,-17.000 0.000,0.000 0.000,-18.000 0.000,17.000 0.000,1.000 0.000,-18.000 0.000,0.000 18.000,0.000 17.000,0.000 1.000,-35.000 17.000,35.000 17.000,-18.000-17.000,18.000-18.000,0.000 18.000,0.000 0.000,0.000-35.000,0.000 35.000,0.000 17.000,0.000-17.000,0.000 18.000,0.000-36.000,-18.000 18.000,18.000 0.000,0.000 0.000,0.000-18.000,0.000 0.000,-35.000-17.000,35.000 0.000,0.000-1.000,0.000 1.000,0.000-18.000,0.000 18.000,-18.000-18.000,18.000 17.000,0.000-34.000,0.000-1.000,0.000-17.000,-17.000-1.000,17.000 36.000,-18.000-35.000,0.000 35.000,18.000-18.000,-17.000 1.000,17.000-1.000,0.000 1.000,-18.000-1.000,0.000 18.000,18.000 0.000,-35.000-35.000,35.000 35.000</inkml:trace>
  <inkml:trace contextRef="#ctx0" brushRef="#br0">15222.000 17074.000,'18.000'-17.000,"17.000"17.000,18.000 0.000,-35.000 0.000,52.000 0.000,-17.000 0.000,18.000 0.000,17.000 0.000,-17.000 0.000,-18.000-35.000,-1.000 35.000,-34.000 0.000,-18.000 0.000,18.000 0.000,-1.000 0.000,1.000 0.000,-18.000-18.000,18.000 18.000,-1.000 0.000,19.000 0.000</inkml:trace>
  <inkml:trace contextRef="#ctx0" brushRef="#br0">15275.000 17268.000,'36.000'0.000,"-1.000"0.000,18.000 0.000,0.000 0.000,17.000 0.000,1.000 0.000,-36.000 0.000,18.000 0.000,0.000 0.000,-18.000 0.000,-17.000 0.000,17.000 0.000,0.000 0.000,-35.000 0.000,18.000 0.000,0.000 0.000,-1.000 0.000,-17.000 0.000,18.000 0.000,0.000 0.000,-1.000-17.000</inkml:trace>
  <inkml:trace contextRef="#ctx0" brushRef="#br0">15663.000 16775.000,'0.000'0.000,"0.000"17.000,0.000 1.000,0.000 17.000,0.000 0.000,0.000 1.000,0.000 34.000,0.000-17.000,0.000 18.000,0.000 17.000,0.000-35.000,0.000 0.000,0.000-18.000,0.000 0.000,0.000 1.000,0.000-1.000,0.000 18.000,0.000-36.000,0.000 36.000,0.000-35.000,0.000 0.000,0.000-1.000,18.000 1.000,-18.000-18.000</inkml:trace>
  <inkml:trace contextRef="#ctx0" brushRef="#br0">17022.000 16598.000,'-18.000'0.000,"-17.000"35.000,-1.000-17.000,-34.000 53.000,-1.000-18.000,18.000-18.000,18.000 0.000,-36.000 18.000,54.000-35.000,-18.000 17.000,-1.000-17.000,19.000-1.000,-1.000 1.000,18.000 0.000,0.000-1.000,-18.000-17.000</inkml:trace>
  <inkml:trace contextRef="#ctx0" brushRef="#br0">16757.000 16845.000,'0.000'0.000,"0.000"0.000,0.000 18.000,0.000 17.000,0.000 18.000,0.000 0.000,0.000 17.000,0.000 36.000,0.000-35.000,0.000 35.000,0.000-18.000,0.000 0.000,0.000-17.000,0.000-18.000,0.000 17.000,18.000-17.000,-18.000-35.000,0.000 35.000,0.000-18.000,0.000-35.000,0.000 17.000,0.000 1.000,0.000-18.000,0.000 18.000,0.000-1.000,0.000 1.000,0.000-18.000,0.000 18.000</inkml:trace>
  <inkml:trace contextRef="#ctx0" brushRef="#br0">16898.000 16916.000,'18.000'0.000,"-18.000"-18.000,17.000 0.000,1.000 18.000,0.000-17.000,52.000 17.000,1.000-35.000,-1.000-1.000,18.000 19.000,18.000-19.000,-70.000 19.000,17.000-1.000,-18.000-17.000,18.000 35.000,0.000-18.000,-18.000 18.000,18.000-18.000,0.000 18.000,0.000-35.000,-36.000 35.000,1.000 0.000</inkml:trace>
  <inkml:trace contextRef="#ctx0" brushRef="#br0">17498.000 16775.000,'0.000'17.000,"0.000"-17.000,0.000 36.000,-35.000 16.000,-1.000 19.000,19.000-18.000,-1.000-18.000,-17.000 53.000,-1.000-35.000,36.000 0.000,-17.000-18.000,-19.000 1.000,36.000-1.000,-17.000-17.000,17.000 17.000,-35.000 0.000,17.000 1.000,0.000-19.000</inkml:trace>
  <inkml:trace contextRef="#ctx0" brushRef="#br0">17392.000 17268.000,'0.000'-17.000,"18.000"-1.000,35.000 1.000,-1.000-1.000,1.000 18.000,-35.000-18.000,35.000 18.000,-35.000 0.000,-1.000-35.000,18.000 35.000,-35.000 0.000,18.000 0.000,0.000 0.000,-1.000 0.000,-17.000 0.000,18.000 0.000,-18.000 0.000,0.000 18.000,0.000-1.000,0.000 36.000,-18.000 35.000,-17.000-35.000,17.000-17.000,-17.000 69.000,0.000-52.000,0.000-17.000,17.000 17.000,0.000-53.000,1.000 52.000,-1.000-34.000,18.000 0.000,0.000-1.000,-18.000-17.000,1.000 18.000</inkml:trace>
  <inkml:trace contextRef="#ctx0" brushRef="#br0">17339.000 17410.000,'18.000'0.000,"-1.000"0.000,1.000 0.000,17.000 0.000,-35.000 0.000,18.000 17.000,0.000-17.000,-1.000 0.000,-17.000 0.000,18.000 18.000,-1.000-18.000,1.000 18.000,35.000-18.000,-35.000 17.000,-1.000-17.000,36.000 35.000,-53.000-35.000</inkml:trace>
  <inkml:trace contextRef="#ctx0" brushRef="#br0">18045.000 16951.000,'0.000'0.000,"0.000"18.000,0.000 17.000,0.000 18.000,0.000-18.000,0.000-17.000,0.000 17.000,0.000-17.000,0.000-18.000,0.000 35.000,0.000-35.000,0.000 18.000</inkml:trace>
  <inkml:trace contextRef="#ctx0" brushRef="#br0">18521.000 16475.000,'-18.000'0.000,"18.000"35.000,0.000 0.000,0.000 36.000,-17.000 17.000,17.000-17.000,-36.000 52.000,19.000-17.000,17.000 0.000,0.000-36.000,0.000 1.000,0.000-1.000,0.000 19.000,-18.000-36.000,18.000 17.000,0.000-17.000,-18.000-18.000,18.000 1.000,0.000 34.000,0.000-52.000,0.000 17.000,0.000 0.000,0.000-17.000,0.000 17.000,-17.000-17.000,17.000 17.000,-18.000-35.000,18.000 18.000,0.000-1.000,0.000 1.000,0.000-18.000,0.000 18.000,-18.000-18.000,18.000 0.000,-35.000 0.000,18.000-18.000,-1.000 0.000,-17.000 1.000,-1.000-19.000,1.000 19.000,0.000-18.000,17.000 35.000,1.000-18.000,-1.000 0.000,18.000 18.000</inkml:trace>
  <inkml:trace contextRef="#ctx0" brushRef="#br0">14905.000 16545.000,'-18.000'0.000,"18.000"0.000,-17.000 0.000,17.000 18.000,0.000 0.000,0.000-1.000,-18.000 36.000,0.000-35.000,18.000-1.000,-17.000 19.000,17.000-1.000,-36.000 0.000,36.000 1.000,-17.000-1.000,17.000-18.000,0.000 19.000,0.000-1.000,0.000-17.000,-18.000 17.000,18.000 0.000,0.000 0.000,0.000-17.000,-35.000 35.000,35.000-35.000,0.000-1.000,0.000 19.000,0.000 16.000,0.000-34.000,0.000-18.000,0.000 35.000,0.000-35.000,0.000 36.000,17.000-19.000,-17.000-17.000,0.000 36.000,0.000-19.000,36.000 19.000,-36.000-19.000,17.000 1.000,1.000-1.000,0.000 1.000,-18.000 0.000,17.000-18.000,-17.000 17.000,18.000-17.000,0.000 53.000,-1.000-35.000,-17.000-18.000,53.000 35.000,-35.000-17.000,-18.000-18.000</inkml:trace>
  <inkml:trace contextRef="#ctx0" brushRef="#br0">18891.000 16528.000,'0.000'0.000,"0.000"35.000,0.000-17.000,0.000 17.000,0.000 18.000,0.000-18.000,18.000 18.000,-18.000 0.000,0.000 17.000,18.000 1.000,-18.000 17.000,0.000 0.000,0.000-17.000,0.000 17.000,0.000-17.000,0.000-1.000,0.000 1.000,-18.000 17.000,0.000-17.000,1.000 17.000,-1.000-71.000,0.000 54.000,18.000-36.000,0.000-35.000,-17.000 18.000,17.000-18.000,-18.000 35.000,18.000 0.000,0.000-17.000,-35.000 17.000,35.000-35.000,0.000 36.000,-18.000-19.000,1.000 1.000,17.000 17.000,-18.000-35.000,0.000 18.000,18.000-18.000,-17.000 17.000,-1.000 1.000,0.000 0.000</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1T01:56:07"/>
    </inkml:context>
    <inkml:brush xml:id="br0">
      <inkml:brushProperty name="width" value="0.05292" units="cm"/>
      <inkml:brushProperty name="height" value="0.05292" units="cm"/>
      <inkml:brushProperty name="color" value="#ff0000"/>
    </inkml:brush>
  </inkml:definitions>
  <inkml:trace contextRef="#ctx0" brushRef="#br0">4568.000 2928.000,'0.000'18.000,"-35.000"35.000,35.000-18.000,0.000 18.000,0.000 0.000,0.000-18.000,0.000 0.000,0.000 18.000,0.000-53.000,0.000 35.000,0.000 1.000,0.000-19.000,0.000 19.000,0.000-1.000,0.000 0.000,0.000-17.000,0.000 17.000,0.000 0.000,0.000 18.000,0.000-17.000,0.000-19.000,0.000 19.000,0.000-1.000,0.000 0.000,0.000-35.000,0.000 35.000,0.000-17.000,0.000 0.000,0.000-1.000,0.000 36.000,0.000-18.000,0.000-17.000,0.000 0.000,0.000 17.000,0.000-35.000,0.000 18.000,0.000 17.000,0.000-35.000,0.000 18.000,0.000-1.000,-17.000 1.000,-1.000-18.000,18.000 35.000,-18.000-17.000,1.000-1.000,17.000-17.000,0.000 18.000,0.000 0.000,0.000-1.000,-18.000-17.000,0.000 36.000,18.000-36.000,-17.000 17.000,17.000-17.000,0.000 36.000,0.000-19.000,0.000-17.000,0.000 35.000,0.000-35.000,0.000 18.000,0.000 17.000,0.000-35.000,0.000 36.000,0.000-19.000,0.000 1.000,0.000-18.000,0.000 18.000,0.000-1.000,0.000 1.000,17.000 17.000,124.000 18.000,1.000-18.000,34.000 18.000,18.000-35.000,0.000 0.000,18.000 17.000,-18.000 0.000,-18.000-35.000,1.000 0.000,-89.000 0.000,18.000 0.000,17.000 0.000,-88.000 0.000,36.000-18.000,-54.000 18.000,54.000-17.000,-36.000-1.000,1.000 1.000,-1.000-1.000,18.000 0.000,-36.000 18.000,19.000 0.000,17.000-17.000,-18.000-1.000,0.000 0.000,-17.000 18.000,35.000-17.000,-18.000-1.000,-35.000 18.000,18.000 0.000,-1.000 0.000,-17.000-18.000,18.000 1.000,-18.000 17.000,35.000-36.000,-17.000 19.000,17.000-1.000,0.000 1.000,-35.000-1.000,18.000 18.000,0.000 0.000,-18.000-18.000,17.000 1.000,36.000-1.000,-53.000 0.000,36.000 18.000,-36.000 0.000,17.000-35.000,18.000 35.000,-35.000 0.000,18.000-18.000,-18.000-17.000,0.000 0.000,0.000-18.000,0.000-18.000,0.000 1.000,18.000 17.000,-18.000-35.000,17.000 17.000,-17.000-17.000,18.000 35.000,0.000 18.000,-18.000 17.000,0.000-35.000,0.000 0.000,0.000 18.000,17.000 17.000,-17.000-17.000,0.000 18.000,0.000-19.000,0.000 36.000,0.000-17.000,0.000-1.000,0.000 0.000,0.000 18.000,0.000-17.000,0.000-19.000,0.000 19.000,0.000-1.000,0.000-17.000,0.000 17.000,-17.000-17.000,17.000 17.000,-36.000 1.000,19.000-36.000,-19.000 35.000,19.000-35.000,-1.000 18.000,-17.000 0.000,0.000-1.000,17.000 19.000,-17.000-1.000,-1.000-17.000,36.000 17.000,-17.000 18.000,-1.000 0.000,0.000 0.000,-34.000 0.000,16.000 0.000,-34.000-17.000,-36.000 17.000,-70.000-36.000,34.000 19.000,-52.000-1.000,0.000-17.000,36.000-1.000,34.000 19.000,54.000 17.000,-1.000-18.000,36.000 18.000,17.000 0.000,0.000 0.000,1.000 0.000,-18.000 18.000,17.000-18.000,-35.000 17.000,0.000 1.000,35.000 0.000,-34.000-1.000,52.000-17.000,-36.000 18.000,1.000 0.000,0.000-1.000,35.000-17.000,-18.000 0.000,0.000 18.000,-17.000 0.000,0.000-18.000,0.000 35.000,-1.000-18.000,1.000-17.000,0.000 18.000,-1.000 0.000,19.000-18.000,-1.000 0.000,18.000 17.000,-17.000 1.000,-1.000-18.000,0.000 0.000,18.000 0.000,-17.000 18.000,-1.000-18.000,0.000 0.000,-17.000 17.000,-18.000-17.000,0.000 0.000,18.000 0.000,0.000 0.000,-1.000 0.000,-17.000 0.000,18.000 0.000,35.000 0.000,-35.000 18.000,17.000-18.000,18.000 0.000,-35.000 0.000</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50:04"/>
    </inkml:context>
    <inkml:brush xml:id="br0">
      <inkml:brushProperty name="width" value="0.05292" units="cm"/>
      <inkml:brushProperty name="height" value="0.05292" units="cm"/>
      <inkml:brushProperty name="color" value="#ff0000"/>
    </inkml:brush>
  </inkml:definitions>
  <inkml:trace contextRef="#ctx0" brushRef="#br0">2346.000 4992.000,'18.000'0.000,"-18.000"0.000,0.000 17.000,0.000 19.000,0.000-19.000,0.000 1.000,0.000 17.000,-18.000 1.000,18.000-1.000,0.000-35.000,0.000 35.000,0.000 0.000,-18.000 1.000,18.000-36.000,0.000 35.000,0.000 0.000,-17.000-17.000,17.000 17.000,0.000-17.000,-18.000-1.000,18.000 1.000,0.000-18.000,0.000 35.000,-18.000-35.000,18.000 18.000,-17.000 17.000,17.000-17.000,0.000 0.000,0.000-18.000,0.000 52.000,0.000-34.000,-18.000 35.000,0.000-53.000,18.000 18.000,0.000 17.000,0.000-35.000,-17.000 35.000,17.000-17.000,0.000-1.000,0.000-17.000,0.000 18.000,0.000 0.000,-35.000-1.000,35.000 19.000,0.000-36.000,0.000 17.000,0.000-17.000,0.000 36.000,0.000-36.000,-18.000 17.000,18.000-17.000,0.000 36.000,0.000-36.000,0.000 17.000,0.000-17.000,0.000 35.000,0.000-35.000,0.000 18.000,0.000-18.000,0.000 35.000,0.000-35.000,0.000 18.000,0.000-18.000,0.000 35.000,0.000-17.000,0.000-18.000,0.000 35.000,0.000-35.000,0.000 18.000,0.000-18.000,0.000 35.000,0.000-17.000,18.000 17.000,-1.000-17.000,-17.000-1.000,0.000 19.000,0.000-36.000,35.000 17.000,-35.000 18.000,53.000 18.000,-35.000-17.000,-18.000-36.000,18.000 17.000,-18.000 1.000,0.000 0.000,0.000-18.000,17.000 17.000,1.000-17.000,-18.000 18.000,0.000 0.000,18.000-18.000,-18.000 17.000,0.000 1.000,0.000-18.000,17.000 17.000,1.000 1.000,-18.000-18.000,18.000 0.000,-18.000 18.000,17.000-1.000,-17.000-17.000,18.000 18.000,-1.000-18.000,1.000 35.000,0.000-35.000,-1.000 18.000,1.000-18.000,17.000 35.000,-35.000-17.000,18.000-18.000,0.000 0.000</inkml:trace>
  <inkml:trace contextRef="#ctx0" brushRef="#br0">388.000 5733.000,'18.000'0.000,"-18.000"0.000,53.000 0.000,-36.000 0.000,19.000 0.000,-1.000 17.000,0.000-17.000,-17.000 0.000,35.000 36.000,-36.000-36.000,19.000 0.000,16.000 17.000,-34.000-17.000,35.000 18.000,-18.000 17.000,-17.000-35.000,0.000 0.000,-18.000 0.000,17.000 0.000,1.000 0.000,-1.000 0.000,-17.000 0.000,18.000 18.000,-18.000-18.000,-18.000 0.000,1.000 35.000,-54.000 0.000,36.000 18.000,-53.000 0.000,-18.000 18.000,71.000-36.000,-18.000 0.000,18.000 1.000,-1.000-19.000,19.000-17.000,-1.000 18.000</inkml:trace>
  <inkml:trace contextRef="#ctx0" brushRef="#br0">1129.000 6262.000,'0.000'-18.000,"0.000"18.000,0.000 0.000,-35.000 35.000,-1.000-17.000,36.000 0.000,-35.000-18.000,17.000 35.000,-17.000 0.000,-18.000 18.000,18.000-35.000,-18.000 35.000,18.000-36.000,17.000 1.000,-35.000 17.000,0.000 1.000,36.000-19.000,-1.000-17.000,0.000 18.000,1.000-18.000</inkml:trace>
  <inkml:trace contextRef="#ctx0" brushRef="#br0">1482.000 5927.000,'0.000'0.000,"0.000"17.000,0.000 19.000,-18.000 17.000,18.000-36.000,0.000 18.000,0.000 1.000,-35.000 17.000,35.000-18.000,0.000-17.000,0.000-1.000,0.000 1.000,0.000-1.000,0.000-17.000,0.000 18.000,0.000 17.000,0.000-35.000,0.000 18.000,0.000 0.000,0.000 17.000,0.000-35.000,17.000 0.000,19.000 0.000,-1.000 0.000,-17.000 0.000,17.000 0.000,18.000 0.000,-18.000-18.000,18.000 1.000,18.000-19.000,-54.000 19.000,1.000-1.000,35.000 0.000,-18.000 1.000,-17.000-18.000,-1.000 35.000,-17.000-18.000,0.000 0.000,0.000 18.000,18.000-35.000,-18.000 35.000,0.000-18.000,0.000 1.000,0.000-1.000,0.000 0.000,0.000 1.000,0.000-1.000,0.000 18.000,0.000-17.000,0.000-1.000,-18.000 0.000,18.000 1.000,0.000 17.000,0.000-18.000,-17.000-17.000,-1.000 35.000,0.000-36.000,1.000 19.000,-19.000-1.000,36.000 18.000,-17.000-18.000,17.000 18.000,-35.000 0.000,17.000-17.000,0.000 17.000,1.000 0.000,-1.000 0.000,18.000 0.000,-18.000 0.000,1.000 0.000,17.000 0.000,-18.000 0.000,0.000 0.000,1.000 0.000,17.000 0.000,-18.000 0.000,0.000 0.000,1.000 17.000,-1.000-17.000,18.000 18.000,-17.000-18.000,17.000 18.000,-18.000-18.000,18.000 17.000,0.000-17.000,0.000 18.000</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7:41:04"/>
    </inkml:context>
    <inkml:brush xml:id="br0">
      <inkml:brushProperty name="width" value="0.05292" units="cm"/>
      <inkml:brushProperty name="height" value="0.05292" units="cm"/>
      <inkml:brushProperty name="color" value="#ff0000"/>
    </inkml:brush>
  </inkml:definitions>
  <inkml:trace contextRef="#ctx0" brushRef="#br0">2875.000 14640.000,'0.000'0.000,"-17.000"0.000,17.000 0.000,-18.000 0.000,18.000 0.000,-35.000 18.000,35.000-18.000,-18.000 0.000,0.000 18.000,1.000-18.000,17.000 17.000,-18.000 1.000,0.000-18.000,1.000 35.000,17.000-35.000,-36.000 18.000,19.000 17.000,-1.000-35.000,18.000 18.000,-17.000-1.000,17.000-17.000,-18.000 36.000,18.000-36.000,0.000 17.000,0.000 19.000,-18.000-36.000,18.000 35.000,0.000-35.000,0.000 17.000,0.000-17.000,0.000 36.000,0.000-36.000,0.000 17.000,0.000-17.000,0.000 36.000,0.000-36.000,0.000 17.000,0.000-17.000,0.000 36.000,0.000-36.000,0.000 17.000,0.000-17.000,0.000 18.000,0.000-18.000,0.000 17.000,0.000 1.000,0.000-18.000,0.000 18.000,0.000-1.000,0.000 1.000,0.000-18.000,0.000 18.000,0.000-1.000,0.000 1.000,0.000-18.000,18.000 18.000,0.000-1.000,-1.000 1.000,-17.000-18.000,35.000 17.000,-17.000 1.000,0.000 0.000,-1.000-18.000,1.000 0.000,-18.000 0.000,18.000 0.000,-1.000 17.000,1.000-17.000,0.000 0.000,17.000 0.000,-17.000 0.000,17.000 0.000,-18.000 36.000,1.000-36.000,0.000 0.000,-1.000 0.000,1.000 0.000,0.000 0.000,-1.000 0.000,-17.000 0.000,18.000 0.000,-18.000-18.000,18.000 18.000,-1.000-18.000,-17.000 18.000,0.000-17.000,18.000 17.000,-18.000-18.000,0.000 18.000,17.000-18.000,1.000 1.000,0.000 17.000,-18.000-35.000,0.000 35.000,0.000-18.000,35.000-17.000,-35.000 35.000,0.000-18.000,0.000-17.000,0.000 35.000,0.000-18.000,0.000 0.000,0.000 1.000,0.000 17.000,0.000-18.000,0.000 1.000,0.000-19.000,0.000 36.000,0.000-17.000,0.000-19.000,0.000 19.000,0.000-1.000,0.000 0.000,0.000 1.000,0.000-18.000,0.000 17.000,0.000-17.000,0.000 17.000,0.000-17.000,0.000 17.000,0.000 0.000,0.000 18.000,0.000-17.000,0.000-19.000,0.000 36.000,0.000-35.000,0.000 35.000,0.000-17.000,0.000 17.000,-18.000-18.000,18.000 18.000,0.000-35.000,-17.000 35.000,17.000 0.000,-18.000 0.000,0.000 0.000,1.000 0.000,17.000 0.000,-18.000 0.000,-17.000 0.000,35.000 0.000,-35.000 0.000,35.000 0.000,-36.000 0.000,36.000 0.000,-35.000 0.000,17.000 0.000,18.000 0.000,-17.000 0.000,-18.000 17.000,35.000-17.000,-18.000 18.000,-17.000 0.000,17.000-18.000,18.000 17.000</inkml:trace>
  <inkml:trace contextRef="#ctx0" brushRef="#br0">2822.000 15381.000,'0.000'18.000,"-17.000"-18.000,-1.000 17.000,0.000-17.000,1.000 18.000,-1.000 0.000,0.000-18.000,1.000 35.000,17.000-35.000,-18.000 18.000,-17.000-1.000,17.000 1.000,1.000 0.000,-1.000-18.000,18.000 17.000,0.000-17.000,0.000 18.000,0.000-18.000,-18.000 35.000,18.000-35.000,-17.000 35.000,17.000-35.000,0.000 18.000,0.000-18.000,0.000 18.000,0.000-1.000,0.000 1.000,0.000-18.000,0.000 18.000,0.000-1.000,0.000 1.000,0.000-18.000,0.000 17.000,0.000 1.000,0.000 0.000,0.000-18.000,0.000 17.000,0.000 1.000,0.000 0.000,0.000-18.000,0.000 17.000,0.000-17.000,0.000 36.000,0.000-36.000,0.000 35.000,0.000-35.000,0.000 17.000,17.000-17.000,-17.000 0.000,36.000 18.000,-36.000-18.000,17.000 0.000,18.000 18.000,-35.000-18.000,36.000 0.000,-19.000 0.000,1.000 0.000,0.000 0.000,-18.000 0.000,17.000 0.000,19.000 0.000,-19.000 0.000,1.000 0.000,17.000 0.000,-17.000 0.000,-18.000 0.000,17.000 0.000,1.000 0.000,0.000 0.000,-18.000 0.000,17.000 0.000,1.000 0.000,0.000 0.000,-18.000 0.000,17.000-18.000,1.000 18.000,0.000 0.000,-18.000-18.000,17.000 18.000,-17.000-17.000,0.000 17.000,18.000-18.000,-18.000 1.000,0.000-1.000,17.000 0.000,-17.000 1.000,0.000-1.000,0.000 0.000,0.000 1.000,0.000-1.000,0.000-17.000,0.000 35.000,18.000-35.000,-18.000 17.000,0.000-17.000,0.000 17.000,0.000 0.000,0.000 1.000,0.000 17.000,0.000-18.000,18.000 0.000,-18.000 18.000,0.000-17.000,-18.000 17.000,18.000-18.000,-18.000 1.000,1.000 17.000,-18.000-36.000,35.000 36.000,-18.000 0.000,0.000-17.000,1.000 17.000,17.000 0.000,-18.000 0.000,0.000-36.000,1.000 36.000,17.000 0.000</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1T01:56:14"/>
    </inkml:context>
    <inkml:brush xml:id="br0">
      <inkml:brushProperty name="width" value="0.05292" units="cm"/>
      <inkml:brushProperty name="height" value="0.05292" units="cm"/>
      <inkml:brushProperty name="color" value="#ff0000"/>
    </inkml:brush>
  </inkml:definitions>
  <inkml:trace contextRef="#ctx0" brushRef="#br0">3157.000 758.000,'-17.000'0.000,"17.000"18.000,0.000 0.000,-18.000 17.000,18.000 18.000,-18.000 0.000,18.000 17.000,-17.000 19.000,-1.000-19.000,18.000-17.000,-17.000 18.000,17.000-1.000,0.000-17.000,0.000 0.000,0.000-18.000,0.000-17.000,0.000 17.000,0.000 1.000,0.000-1.000,0.000-18.000,0.000 19.000,0.000-1.000,0.000 0.000,0.000-17.000,0.000 0.000,0.000-1.000,0.000 1.000,0.000-1.000,0.000 1.000,0.000 17.000,0.000 18.000,0.000-35.000,0.000 0.000,0.000 17.000,0.000-35.000,0.000 17.000,17.000 1.000,-17.000 0.000,0.000 17.000,0.000-35.000,18.000 35.000,-18.000 1.000,35.000-19.000,-35.000 19.000,0.000-36.000,0.000 17.000,18.000-17.000,-18.000 35.000,0.000-35.000,35.000 18.000,-35.000 17.000,18.000-17.000,-1.000 17.000,1.000 1.000,0.000-36.000,-18.000 35.000,0.000-18.000,17.000 1.000,1.000-18.000,17.000 0.000,18.000 0.000,0.000 0.000,0.000 0.000,35.000 0.000,-17.000 0.000,34.000 0.000,-16.000 0.000,-1.000 0.000,-18.000 0.000,54.000 0.000,-89.000 0.000,36.000 0.000,-18.000 0.000,-36.000 0.000,19.000 0.000,-1.000 0.000,-18.000 0.000,19.000 0.000,-1.000 0.000,71.000-35.000,-71.000 35.000,36.000-18.000,17.000 1.000,-35.000-19.000,-36.000 36.000,19.000-17.000,-1.000 17.000,0.000 0.000,-17.000-18.000,-18.000 18.000,18.000 0.000,-1.000 0.000,18.000 0.000,36.000 0.000,-18.000 0.000,35.000 0.000,-17.000 0.000,-1.000 0.000,54.000 35.000,-71.000-17.000,17.000-18.000,-17.000 18.000,-35.000-18.000,-1.000 0.000,1.000 0.000,0.000 0.000,-1.000 0.000,1.000 0.000,0.000 0.000,34.000-18.000,-34.000 18.000,0.000-18.000,-18.000 18.000,17.000 0.000,-17.000-17.000,36.000-1.000,-36.000 18.000,17.000 0.000,-17.000 0.000,18.000-18.000,0.000 1.000,35.000-1.000,-36.000 0.000,18.000 18.000,1.000-17.000,-36.000 17.000,17.000 0.000,-17.000 0.000,18.000-18.000,0.000 18.000,-18.000-17.000,17.000 17.000,-17.000-36.000,0.000 36.000,0.000-17.000,18.000-1.000,0.000-17.000,-1.000 17.000,1.000-17.000,-18.000-18.000,0.000 35.000,35.000-17.000,-35.000 17.000,0.000-35.000,18.000 18.000,-18.000 35.000,0.000-35.000,0.000 17.000,0.000-35.000,0.000 36.000,0.000-1.000,0.000-35.000,0.000 18.000,0.000 35.000,0.000-53.000,0.000 35.000,0.000 18.000,0.000-17.000,0.000-19.000,0.000 1.000,0.000 17.000,0.000 1.000,0.000-1.000,0.000 0.000,0.000 1.000,0.000-1.000,0.000 1.000,0.000 17.000,0.000-18.000,0.000 0.000,0.000 1.000,0.000-1.000,-18.000 0.000,18.000 18.000,0.000-17.000,-18.000 17.000,18.000-36.000,-35.000 19.000,18.000-1.000,-1.000 18.000,0.000 0.000,-70.000-53.000,53.000 36.000,-36.000-19.000,1.000 1.000,17.000 17.000,-71.000-34.000,36.000 16.000,18.000 36.000,-19.000-53.000,54.000 53.000,0.000-17.000,0.000 17.000,-18.000 0.000,0.000-18.000,-18.000 18.000,18.000-35.000,-53.000 35.000,53.000-18.000,-52.000 18.000,34.000-18.000,-17.000 18.000,17.000 0.000,54.000 0.000,-36.000-35.000,0.000 35.000,35.000-17.000,-17.000 17.000,17.000 0.000,1.000 0.000,-1.000 0.000,-17.000-18.000,35.000 18.000,-36.000 0.000,36.000 0.000,-17.000 0.000,-18.000 0.000,17.000 0.000,-35.000 0.000,-18.000 0.000,1.000 0.000,-18.000-35.000,17.000 35.000,-17.000-18.000,35.000 18.000,18.000-18.000,-18.000 18.000,18.000 0.000,-1.000 0.000,36.000 0.000,-17.000 0.000,-19.000 0.000,-17.000 0.000,36.000 0.000,-36.000 0.000,0.000 0.000,35.000 0.000,1.000 0.000,-1.000 0.000,18.000 0.000,-18.000 0.000,18.000 0.000,-17.000 18.000,-1.000-18.000,18.000 18.000,-18.000-18.000,1.000 17.000,-18.000 1.000,17.000 0.000,0.000-1.000,18.000-17.000,-17.000 0.000,17.000 18.000,-18.000-18.000</inkml:trace>
  <inkml:trace contextRef="#ctx0" brushRef="#br0">16986.000 8890.000,'0.000'0.000,"36.000"0.000,16.000 0.000,1.000 0.000,18.000 0.000,-18.000 0.000,17.000 0.000,1.000 0.000,17.000 0.000,-17.000 0.000,-1.000 0.000,-34.000 0.000,16.000 0.000,1.000 0.000,0.000 0.000,0.000 0.000,-18.000 0.000,18.000 0.000,-35.000 0.000,35.000 0.000,-18.000 0.000,-17.000 0.000,0.000 0.000,-1.000 0.000,1.000 0.000,-1.000 0.000,36.000 0.000,-35.000 0.000,35.000 0.000,17.000 0.000,1.000 0.000,35.000 0.000,-53.000 0.000,35.000 0.000,-35.000 0.000,17.000 0.000,-17.000 0.000,0.000-18.000,-17.000 18.000,16.000-35.000,-34.000 35.000,0.000 0.000,35.000-18.000,-36.000 18.000,-17.000-17.000,18.000 17.000,-18.000 0.000,18.000 0.000,-1.000-18.000,18.000 18.000,-17.000-17.000,35.000 17.000,0.000 0.000,-35.000 0.000,52.000 0.000,1.000 0.000,-36.000 0.000,36.000 0.000,-36.000 0.000,35.000 0.000,-34.000 0.000,17.000 0.000,-18.000 0.000,-35.000 0.000,35.000-18.000,-35.000 18.000,18.000 0.000,-18.000 0.000,35.000 0.000,-17.000 0.000,35.000 0.000,-36.000 0.000,1.000 0.000</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53:28"/>
    </inkml:context>
    <inkml:brush xml:id="br0">
      <inkml:brushProperty name="width" value="0.05292" units="cm"/>
      <inkml:brushProperty name="height" value="0.05292" units="cm"/>
      <inkml:brushProperty name="color" value="#ff0000"/>
    </inkml:brush>
  </inkml:definitions>
  <inkml:trace contextRef="#ctx0" brushRef="#br0">282.000 8890.000,'18.000'0.000,"52.000"0.000,1.000 0.000,52.000 0.000,-87.000 0.000,122.000 0.000,19.000 18.000,-36.000-1.000,35.000 1.000,-17.000 17.000,17.000-17.000,-34.000-1.000,34.000 1.000,18.000 35.000,0.000-53.000,-18.000 0.000,-34.000 0.000,-1.000 0.000,0.000 0.000,-18.000 0.000,18.000 0.000,-17.000 0.000,17.000 0.000,18.000 0.000,-1.000 0.000,36.000 0.000,-17.000 0.000,17.000 0.000,-18.000 0.000,54.000 0.000,-72.000 0.000,-52.000 0.000,53.000 0.000,-36.000 0.000,19.000 0.000,-19.000 0.000,0.000 0.000,1.000 0.000,52.000 0.000,-87.000 0.000,87.000 0.000,-35.000 0.000,0.000 0.000,0.000 0.000,18.000 0.000,-18.000 0.000,18.000 0.000,0.000 0.000,-1.000 0.000,54.000 0.000,-36.000 0.000,-34.000 0.000,52.000 0.000,0.000 0.000,0.000 0.000,-53.000 18.000,0.000-18.000,53.000 17.000,35.000 1.000,-35.000 17.000,0.000-35.000,-17.000 0.000,-1.000 0.000,-53.000 0.000,19.000 0.000,-19.000 0.000,18.000 0.000,-17.000-17.000,34.000-1.000,-34.000-17.000,52.000 17.000,-17.000 0.000,-71.000 18.000,71.000-53.000,35.000 18.000,35.000 18.000,-17.000 17.000,0.000-18.000,-1.000 18.000,54.000 0.000,-18.000 0.000,-18.000 0.000,-35.000 0.000,0.000-35.000,0.000 17.000,35.000 0.000,-34.000 18.000,-1.000-17.000,-36.000-1.000,-34.000-17.000,70.000 0.000,-35.000 17.000,-1.000 18.000,19.000-35.000,-19.000 17.000,1.000 0.000,18.000 1.000,-1.000-19.000,-88.000 19.000,71.000-1.000,0.000 18.000,35.000 0.000,-71.000 0.000,18.000 0.000,53.000 0.000,0.000 0.000,0.000 0.000,0.000 0.000,0.000 0.000,0.000 0.000,-35.000 0.000,18.000 0.000,-36.000 0.000,17.000 0.000,1.000 0.000,-35.000 0.000,17.000 0.000,-18.000-17.000,-35.000 17.000,36.000 0.000,-18.000 0.000,-36.000 0.000,-17.000-36.000,53.000 36.000,18.000 0.000,-1.000 0.000,-35.000 0.000,36.000 0.000,17.000 0.000,-35.000 0.000,-53.000 0.000,35.000 0.000,18.000 0.000,17.000 0.000,-35.000 0.000,18.000 0.000,-18.000 0.000,0.000 0.000,54.000 0.000,-54.000 0.000,18.000 0.000,17.000 0.000,-35.000 0.000,0.000 0.000,1.000 0.000,-19.000 0.000,18.000 0.000,18.000 0.000,18.000 0.000,-18.000 0.000,35.000 0.000,-18.000 0.000,18.000 0.000,-35.000 0.000,-35.000 0.000,34.000 0.000,-34.000 0.000,0.000 0.000,-19.000 0.000,19.000 0.000,-18.000 0.000,-18.000 0.000,18.000 0.000,-35.000 0.000,17.000 0.000,-17.000 0.000,-18.000 0.000,53.000 0.000,-36.000 0.000,19.000 0.000,-19.000 0.000,18.000 0.000,-17.000 0.000,0.000 0.000,-1.000 0.000,36.000 0.000,35.000-17.000,-35.000 17.000,18.000 0.000,-1.000 0.000,19.000 0.000,-54.000 0.000,18.000 0.000,-18.000 0.000,-17.000 0.000,-1.000 0.000,1.000 0.000,0.000 0.000,35.000 0.000,-53.000 0.000,17.000 0.000,19.000 0.000,-19.000 0.000,1.000 0.000,-1.000 0.000</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5T02:56:51"/>
    </inkml:context>
    <inkml:brush xml:id="br0">
      <inkml:brushProperty name="width" value="0.05292" units="cm"/>
      <inkml:brushProperty name="height" value="0.05292" units="cm"/>
      <inkml:brushProperty name="color" value="#ff0000"/>
    </inkml:brush>
  </inkml:definitions>
  <inkml:trace contextRef="#ctx0" brushRef="#br0">18856.000 4727.000,'18.000'-17.000,"-1.000"17.000,1.000 0.000,-18.000 0.000,18.000 0.000,17.000 0.000,-18.000 0.000,1.000 0.000,0.000 0.000,-1.000 0.000,36.000 0.000,-53.000 0.000,18.000 0.000,35.000 0.000,-53.000 17.000,17.000-17.000,-17.000 18.000,0.000-18.000,0.000 18.000,36.000 34.000,-36.000-16.000,17.000-1.000,-17.000 0.000,0.000-17.000,0.000 0.000,0.000-1.000,0.000-17.000,0.000 18.000,0.000-1.000,0.000 1.000,0.000-18.000,0.000 18.000,0.000-1.000,0.000-17.000,-35.000 36.000,17.000-19.000,-34.000 1.000,52.000-18.000,-36.000 18.000,19.000-1.000,-1.000-17.000,0.000 0.000,18.000 0.000,-35.000 18.000,17.000-18.000,18.000 0.000,-35.000 0.000,18.000 17.000,-1.000 1.000,0.000-18.000,1.000 0.000,17.000 0.000,-18.000 0.000,18.000 0.000,18.000 0.000,17.000 0.000,35.000 0.000,19.000 0.000,-54.000 0.000,35.000 0.000,1.000 0.000,-18.000 18.000,-35.000-18.000,-1.000 0.000,1.000 0.000,-18.000 0.000</inkml:trace>
  <inkml:trace contextRef="#ctx0" brushRef="#br0">18909.000 4604.000,'0.000'0.000,"0.000"0.000,-18.000 0.000,-17.000 17.000,17.000-17.000,1.000 36.000,-1.000-36.000,0.000 17.000,18.000-17.000,-17.000 18.000,-1.000 0.000,1.000-18.000,17.000 17.000,-18.000-17.000,0.000 18.000,1.000 0.000,17.000-18.000,-36.000 17.000,19.000 1.000,-1.000 17.000,18.000-35.000,-18.000 18.000,1.000 17.000,17.000-17.000,0.000-1.000,0.000-17.000,0.000 18.000,0.000 17.000,0.000-35.000,0.000 35.000,0.000-17.000,0.000 0.000,0.000-1.000,0.000 1.000,0.000 17.000,0.000-17.000,0.000 0.000,17.000-1.000,19.000 1.000,-36.000-1.000,0.000-17.000,0.000 18.000,17.000 0.000,-17.000 17.000,36.000-17.000,-36.000-1.000,17.000 19.000,1.000-36.000,-18.000 17.000,35.000 19.000,0.000-19.000,-35.000-17.000,18.000 0.000,0.000 35.000,35.000-35.000,-36.000 18.000,19.000 0.000,16.000-1.000,-16.000 1.000,17.000-18.000,0.000 0.000,-1.000 18.000,-34.000-1.000,53.000 1.000,-54.000-18.000,1.000 0.000,17.000 0.000,-35.000 0.000,18.000 0.000,0.000 0.000,-1.000 0.000,18.000 0.000,-35.000 0.000,18.000 0.000,-18.000 0.000,35.000 0.000,-35.000 0.000,18.000 0.000,-18.000 0.000,35.000 0.000,-17.000 0.000,0.000-18.000,-1.000 18.000,1.000 0.000,-1.000-17.000,-17.000-1.000,36.000 0.000,-36.000 18.000,0.000-17.000,0.000-1.000,17.000-17.000,-17.000 35.000,18.000-18.000,-18.000-35.000,18.000 53.000,-1.000-35.000,-17.000 17.000,0.000 1.000,0.000-19.000,0.000 19.000,0.000-19.000,0.000 19.000,0.000-18.000,0.000 17.000,0.000 0.000,0.000-17.000,0.000 17.000,0.000-17.000,0.000 35.000,0.000-35.000,0.000 17.000,0.000 1.000,0.000 17.000,0.000-36.000,-17.000 19.000,17.000 17.000,0.000-18.000,-18.000 0.000,0.000-17.000,1.000 35.000,17.000-18.000,-18.000 18.000,0.000-17.000,1.000-1.000,-36.000 1.000,18.000 17.000,17.000-36.000,-17.000 19.000,-1.000 17.000,1.000-18.000,18.000 18.000,-19.000-18.000,36.000 1.000,-35.000-1.000,17.000 18.000,-17.000 0.000,0.000-35.000,-1.000 17.000,36.000 18.000,-17.000 0.000,17.000 0.000,-18.000 0.000,-17.000-18.000,35.000 18.000,-18.000 0.000,1.000-17.000,17.000 17.000,-18.000 0.000,0.000 0.000,1.000 0.000,17.000 0.000,-18.000 0.000,18.000 0.000,-35.000 0.000,35.000 0.000,-35.000 0.000,17.000 0.000,18.000 17.000</inkml:trace>
  <inkml:trace contextRef="#ctx0" brushRef="#br0">19226.000 5927.000,'0.000'0.000,"0.000"0.000,0.000 17.000,-17.000 19.000,17.000-19.000,0.000-17.000,-36.000 36.000,36.000-36.000,0.000 35.000,-17.000-18.000,17.000 1.000,-18.000 0.000,18.000 17.000,-35.000 0.000,17.000 1.000,18.000-19.000,-35.000 18.000,35.000-35.000,0.000 18.000,-18.000 17.000,18.000-17.000,-17.000 0.000,-1.000-1.000,18.000 1.000,0.000-18.000,-18.000 18.000,18.000 17.000,-17.000-35.000,17.000 17.000,-18.000 1.000,18.000-18.000,35.000 0.000,1.000 0.000,34.000 0.000,1.000 0.000,17.000 0.000,18.000 0.000,-18.000 0.000,-17.000 0.000,-36.000-18.000,0.000 1.000,18.000-1.000,-18.000 18.000,-35.000 0.000,36.000 0.000,-19.000 0.000,1.000 0.000,0.000-17.000,-18.000 17.000,17.000 0.000</inkml:trace>
  <inkml:trace contextRef="#ctx0" brushRef="#br0">19491.000 6156.000,'-35.000'0.000,"35.000"0.000,-18.000 18.000,18.000-1.000,0.000 19.000,0.000-1.000,0.000-18.000,0.000 36.000,0.000-35.000,-18.000 17.000,18.000-35.000,0.000 53.000,0.000-35.000,0.000 35.000,0.000-53.000,0.000 17.000,0.000-17.000,0.000 36.000,0.000-19.000,-17.000 19.000,17.000-19.000,0.000 1.000,-18.000 0.000,18.000-1.000</inkml:trace>
  <inkml:trace contextRef="#ctx0" brushRef="#br0">19156.000 5874.000,'-18.000'0.000,"1.000"0.000,-1.000 0.000,0.000 0.000,18.000 17.000,-17.000-17.000,-1.000 18.000,-17.000 0.000,17.000-1.000,0.000 1.000,18.000-18.000,-17.000 18.000,-1.000-1.000,-17.000 1.000,35.000 0.000,-35.000-18.000,35.000 35.000,-18.000-35.000,0.000 35.000,1.000-17.000,-1.000-1.000,18.000 19.000,-18.000-36.000,18.000 17.000,-17.000 19.000,-1.000-19.000,1.000 18.000,17.000-35.000,0.000 18.000,0.000-18.000,0.000 35.000,0.000-17.000,0.000 0.000,0.000 17.000,0.000-17.000,0.000-1.000,0.000 1.000,0.000-1.000,0.000 1.000,0.000 17.000,0.000-35.000,0.000 18.000,0.000 17.000,0.000-35.000,0.000 36.000,35.000-1.000,-18.000-17.000,1.000 17.000,-18.000-35.000,18.000 17.000,-1.000-17.000,-17.000 36.000,18.000-36.000,-18.000 17.000,35.000 1.000,-17.000 0.000,0.000-1.000,-1.000-17.000,36.000 18.000,-35.000 17.000,17.000-35.000,-17.000 0.000,17.000 0.000,18.000 18.000,0.000 17.000,-36.000-35.000,19.000 0.000,-1.000 0.000,-17.000 0.000,17.000 0.000,-17.000 0.000,17.000 0.000,0.000 0.000,-35.000 0.000,35.000 0.000,-17.000 0.000,17.000 0.000,-17.000 0.000,0.000 0.000,17.000 0.000,-18.000 0.000,19.000-18.000,-19.000 18.000,1.000 0.000,17.000-17.000,-17.000-1.000,17.000 1.000,-17.000-1.000,-1.000 18.000,19.000-18.000,-36.000 1.000,35.000-1.000,-17.000 18.000,-1.000-18.000,-17.000 18.000,0.000-17.000,18.000 17.000,-18.000-18.000,35.000 0.000,-35.000 18.000,18.000-35.000,0.000 35.000,-18.000-17.000,17.000-1.000,-17.000 0.000,0.000 1.000,18.000-1.000,-1.000 0.000,-17.000-17.000,0.000 35.000,18.000-35.000,-18.000 17.000,0.000 0.000,0.000-17.000,0.000 18.000,0.000 17.000,0.000-36.000,0.000 19.000,0.000-1.000,0.000 0.000,-18.000 1.000,18.000-1.000,-17.000 18.000,17.000-18.000,0.000 1.000,-35.000-1.000,17.000 1.000,0.000 17.000,1.000-18.000,-1.000 0.000,-35.000 1.000,18.000-1.000,35.000 0.000,-36.000 1.000,36.000 17.000,-35.000 0.000,35.000-18.000,-17.000 0.000,17.000 18.000,-36.000 0.000,36.000 0.000,-17.000-17.000,-19.000 17.000,36.000 0.000,-35.000 0.000,17.000 0.000,1.000 0.000,17.000 0.000,-18.000-18.000,-17.000 1.000,17.000-1.000,-17.000 18.000,0.000 0.000,35.000 0.000,-36.000-18.000,36.000 18.000,-17.000 0.000,-1.000 0.000,1.000-17.000,-1.000 17.000,-17.000-18.000,17.000 18.000,18.000 0.000,-18.000 0.000,1.000-18.000,-1.000 18.000,18.000 0.000,-35.000 0.000,17.000 0.000,-35.000-17.000,53.000 17.000,-17.000-18.000,-1.000 18.000,0.000 0.000</inkml:trace>
  <inkml:trace contextRef="#ctx0" brushRef="#br0">20338.000 4815.000,'0.000'0.000,"35.000"0.000,18.000 0.000,-36.000 18.000,36.000 0.000,0.000-1.000,-17.000 1.000,-1.000 0.000,0.000-18.000,18.000 35.000,-18.000-17.000,1.000-1.000,17.000-17.000,-36.000 35.000,18.000-17.000,18.000-18.000,-17.000 18.000,-1.000 17.000,-17.000-35.000,34.000 35.000,-34.000-17.000,0.000-18.000,-18.000 18.000,35.000-18.000,-35.000 17.000,18.000 1.000,17.000 17.000,-17.000-17.000,35.000 17.000,-53.000-17.000,35.000-1.000,-35.000 19.000,0.000-1.000,17.000-17.000,1.000-18.000</inkml:trace>
  <inkml:trace contextRef="#ctx0" brushRef="#br0">20585.000 6491.000,'0.000'0.000,"0.000"0.000,0.000 0.000,0.000 0.000,35.000 0.000,0.000-18.000,0.000-17.000,-17.000 35.000,0.000 0.000,17.000-17.000,-17.000-1.000,-1.000 0.000,1.000 1.000,17.000 17.000,0.000-18.000,1.000-17.000,-1.000 35.000,-35.000-18.000,18.000 18.000,35.000-35.000,-53.000 35.000,35.000-18.000,0.000 1.000,0.000-1.000,-17.000 0.000,17.000 1.000,-17.000 17.000,0.000-36.000,-18.000 36.000,17.000-17.000,1.000 17.000,0.000-18.000,-1.000 0.000,1.000 1.000,-1.000-18.000,-17.000 17.000,18.000 0.000,17.000 1.000,-35.000 17.000,0.000-36.000,18.000 36.000,-18.000-17.000,0.000 17.000,0.000-18.000,18.000 0.000</inkml:trace>
  <inkml:trace contextRef="#ctx0" brushRef="#br0">22543.000 5539.000,'0.000'0.000,"0.000"-36.000,0.000 36.000,0.000-17.000,0.000 17.000,0.000-18.000,0.000 18.000,0.000-18.000,17.000 1.000,18.000 17.000,-35.000 0.000,18.000 0.000,0.000 0.000,-1.000 0.000,-17.000 0.000,18.000 0.000,0.000 0.000,-1.000 0.000,1.000 0.000,17.000 0.000,-35.000 0.000,18.000 0.000,-1.000 0.000,1.000 0.000,0.000 0.000,17.000 0.000,-17.000 0.000,-18.000 0.000,35.000 0.000,-17.000 0.000,-18.000 17.000,0.000 19.000,0.000-19.000,0.000 19.000,0.000-19.000,0.000 19.000,0.000-1.000,0.000-18.000,0.000 19.000,-18.000-36.000,0.000 17.000,1.000-17.000,17.000 18.000,-36.000 0.000,19.000-1.000,-1.000-17.000,-17.000 18.000,35.000-18.000,-35.000 18.000,-18.000-1.000,53.000-17.000,-18.000 0.000,18.000 0.000,-18.000 0.000,18.000 0.000,-17.000 0.000,-1.000 18.000,18.000-1.000,-18.000-17.000,18.000 0.000,-35.000 18.000,35.000-18.000,0.000 0.000,35.000 0.000,18.000 0.000,0.000 0.000,-35.000 0.000,52.000 0.000,-34.000 0.000,-1.000 0.000,18.000 0.000,-35.000 0.000,34.000 0.000,1.000 0.000,-35.000 0.000,17.000 0.000,-17.000 0.000,0.000 0.000,-1.000 0.000,1.000 0.000,0.000 0.000,17.000 0.000,0.000 0.000,-17.000 0.000,-18.000 18.000</inkml:trace>
  <inkml:trace contextRef="#ctx0" brushRef="#br0">22560.000 5327.000,'0.000'0.000,"0.000"0.000,-35.000 0.000,0.000 0.000,35.000 18.000,-18.000-18.000,0.000 0.000,1.000 17.000,-19.000 1.000,19.000-18.000,17.000 18.000,-36.000-1.000,19.000 1.000,-1.000 17.000,18.000-35.000,-35.000 35.000,17.000-17.000,18.000 0.000,-17.000-1.000,17.000 1.000,-18.000 17.000,18.000-17.000,-18.000-1.000,18.000 36.000,0.000-53.000,0.000 18.000,0.000 17.000,0.000-35.000,0.000 18.000,0.000 17.000,0.000-17.000,18.000 17.000,0.000-17.000,-1.000 17.000,19.000 0.000,-19.000-17.000,1.000-18.000,52.000 53.000,-52.000-53.000,35.000 35.000,18.000 0.000,-36.000-17.000,18.000 17.000,35.000-17.000,-53.000-18.000,0.000 18.000,1.000-18.000,34.000 17.000,-34.000 1.000,-1.000-18.000,-18.000 0.000,36.000 0.000,-35.000 0.000,0.000 0.000,-1.000 0.000,1.000 0.000,17.000 0.000,-17.000 0.000,35.000-18.000,-36.000 18.000,1.000-35.000,17.000 35.000,-17.000-18.000,35.000 1.000,-35.000-1.000,-1.000 0.000,-17.000 18.000,18.000-17.000,-18.000-1.000,17.000 1.000,1.000 17.000,-18.000-18.000,0.000 0.000,0.000-17.000,0.000 0.000,0.000 35.000,0.000-36.000,0.000 1.000,0.000 0.000,0.000 35.000,0.000-35.000,0.000-1.000,0.000 36.000,0.000-17.000,-18.000-19.000,1.000 1.000,-1.000 35.000,1.000-18.000,-19.000 1.000,36.000-1.000,-17.000 18.000,-19.000-35.000,19.000 35.000,-19.000-18.000,36.000 18.000,-17.000 0.000,-18.000-17.000,17.000 17.000,-17.000-18.000,-1.000 0.000,1.000 18.000,17.000-17.000,-52.000 17.000,35.000-36.000,17.000 19.000,-17.000 17.000,-1.000 0.000,19.000 0.000,-19.000-18.000,36.000 18.000,-17.000 0.000,17.000 0.000,-35.000 0.000,35.000-17.000,-18.000 17.000,18.000 0.000,-35.000 0.000,35.000 0.000,-18.000-18.000,-35.000 18.000,35.000-18.000,1.000 18.000,-1.000 0.000,1.000 0.000,-1.000 0.000,0.000 0.000,1.000-17.000,-19.000 17.000,19.000 0.000,-19.000 0.000,19.000 0.000,17.000-18.000,-18.000 18.000,0.000 0.000</inkml:trace>
  <inkml:trace contextRef="#ctx0" brushRef="#br0">21149.000 2558.000,'18.000'0.000,"17.000"-18.000,0.000 18.000,-17.000 0.000,35.000 0.000,0.000 0.000,-18.000 0.000,0.000 0.000,-17.000 0.000,17.000 0.000,0.000 0.000,18.000 0.000,-17.000 0.000,-19.000 0.000,19.000 0.000,-1.000 0.000,0.000 0.000,0.000-35.000,1.000 35.000,-19.000 0.000,1.000 0.000</inkml:trace>
  <inkml:trace contextRef="#ctx0" brushRef="#br0">21678.000 2364.000,'-17.000'0.000,"17.000"0.000,-36.000 17.000,36.000 1.000,-17.000 17.000,-1.000-17.000,18.000-1.000,-18.000-17.000,1.000 36.000,17.000-36.000,-36.000 35.000,36.000-17.000,-17.000-1.000,-1.000 1.000,1.000 0.000,-19.000-1.000,19.000 36.000,-1.000-53.000,0.000 35.000,-17.000-35.000,0.000 36.000,17.000-36.000,1.000 0.000,17.000 17.000,-18.000 1.000,-17.000 17.000,35.000-35.000,-18.000 36.000</inkml:trace>
  <inkml:trace contextRef="#ctx0" brushRef="#br0">21484.000 2805.000,'0.000'0.000,"0.000"0.000,0.000 0.000,0.000 35.000,0.000-17.000,0.000-18.000,18.000 35.000,-18.000-18.000,0.000 1.000,0.000 17.000,0.000-35.000,17.000 18.000,-17.000 17.000,18.000-17.000,-18.000 0.000,0.000 17.000,0.000-18.000,0.000 1.000,0.000 17.000,18.000-17.000,-18.000 0.000,0.000-18.000,0.000 17.000,17.000 1.000</inkml:trace>
  <inkml:trace contextRef="#ctx0" brushRef="#br0">21555.000 2858.000,'0.000'0.000,"0.000"-18.000,0.000 0.000,17.000 18.000,19.000-17.000,17.000 17.000,-1.000 0.000,1.000 0.000,0.000-18.000,0.000 18.000,-35.000 0.000,17.000 0.000,18.000-18.000,-53.000 18.000,18.000 0.000,-18.000 0.000,17.000 0.000,1.000 0.000,0.000 0.000,-18.000-17.000,17.000 17.000,1.000 0.000,0.000 0.000,-18.000 0.000,17.000 0.000,1.000 0.000,-1.000 0.000,-17.000 0.000,18.000 0.000,-18.000-18.000,0.000 18.000,0.000 18.000,0.000-18.000,0.000 35.000,0.000 0.000,0.000 1.000,0.000-1.000,0.000 0.000,-18.000 0.000,1.000 18.000,17.000-35.000,0.000 0.000,0.000 52.000,0.000-70.000,0.000 18.000,0.000-18.000,0.000 35.000,0.000-35.000,0.000 18.000,0.000-18.000,0.000 17.000,0.000-17.000,0.000 18.000,0.000 0.000,0.000-18.000,0.000 17.000,-18.000-17.000,1.000 0.000,-1.000 0.000,0.000 0.000,18.000 0.000,-35.000-17.000,35.000-1.000,-18.000 18.000,1.000-18.000,-19.000 1.000,19.000-1.000,-1.000 18.000,18.000-18.000</inkml:trace>
  <inkml:trace contextRef="#ctx0" brushRef="#br0">21678.000 3016.000,'0.000'-17.000,"18.000"17.000,-1.000 0.000,-17.000 0.000,36.000-18.000,-19.000 0.000,-17.000 18.000,36.000 0.000,-19.000 0.000,19.000 0.000,-19.000 0.000,-17.000 0.000,36.000 0.000,-19.000 0.000,1.000 0.000,-1.000 0.000,-17.000 0.000</inkml:trace>
  <inkml:trace contextRef="#ctx0" brushRef="#br0">21749.000 3140.000,'0.000'0.000,"0.000"0.000,0.000-18.000,35.000 18.000,-35.000-18.000,18.000 18.000,-18.000 0.000,35.000 0.000,-17.000-17.000,17.000 17.000,-17.000 0.000,-1.000 0.000,1.000-18.000,-1.000 18.000,-17.000 0.000,18.000 0.000,0.000 0.000,-1.000 0.000,-17.000 0.000</inkml:trace>
  <inkml:trace contextRef="#ctx0" brushRef="#br0">22472.000 2487.000,'18.000'0.000,"-1.000"0.000,1.000 0.000,17.000 0.000,-35.000 0.000,18.000 0.000,-18.000 0.000,17.000 0.000,-17.000 18.000,18.000-18.000</inkml:trace>
  <inkml:trace contextRef="#ctx0" brushRef="#br0">22472.000 2646.000,'18.000'0.000,"-18.000"0.000,35.000 0.000,-17.000 0.000,-1.000 0.000,-17.000 0.000,35.000 0.000,-17.000 0.000,-18.000 0.000,35.000 0.000,-17.000 0.000,0.000 0.000,-1.000 0.000,19.000 0.000,-1.000 0.000,-18.000 0.000,1.000 0.000,0.000 0.000,-1.000 0.000,-17.000 0.000,36.000 0.000,-19.000 0.000,36.000-18.000,-35.000 18.000,-1.000 0.000,1.000 0.000,-18.000 0.000</inkml:trace>
  <inkml:trace contextRef="#ctx0" brushRef="#br0">22490.000 2822.000,'0.000'0.000,"0.000"36.000,0.000-36.000,0.000 17.000,0.000 1.000,0.000-1.000,0.000-17.000,-18.000 18.000,18.000 35.000,-18.000-35.000</inkml:trace>
  <inkml:trace contextRef="#ctx0" brushRef="#br0">22895.000 2875.000,'18.000'0.000,"0.000"0.000,-18.000 0.000,35.000 0.000,18.000 18.000,-36.000-1.000,36.000 1.000,-17.000-18.000,-1.000 18.000,-17.000-1.000,-1.000-17.000,-17.000 0.000</inkml:trace>
  <inkml:trace contextRef="#ctx0" brushRef="#br0">22931.000 3034.000,'0.000'18.000,"-18.000"-1.000,-17.000 18.000,17.000-17.000,0.000 0.000,-17.000-1.000,35.000-17.000,-18.000 18.000,18.000-18.000,-35.000 35.000,35.000-35.000,-17.000 18.000,17.000 0.000</inkml:trace>
  <inkml:trace contextRef="#ctx0" brushRef="#br0">22684.000 3087.000,'17.000'0.000,"1.000"0.000,0.000 0.000,-18.000 0.000,35.000 0.000,0.000 17.000,-17.000 19.000,17.000-36.000,-17.000 17.000,17.000 1.000,0.000 0.000,0.000-1.000,1.000 1.000,17.000 0.000,-18.000-1.000,-17.000 1.000,-1.000-18.000,19.000 17.000,-19.000 1.000,-17.000-18.000,18.000 18.000,17.000-18.000,-35.000 0.000,18.000 0.000,-18.000 17.000,17.000-17.000</inkml:trace>
  <inkml:trace contextRef="#ctx0" brushRef="#br0">23301.000 2628.000,'18.000'0.000,"-18.000"0.000,0.000 18.000,0.000-18.000,0.000 17.000,0.000 1.000,0.000 0.000,0.000-18.000,0.000 17.000,0.000 1.000,0.000 0.000,0.000 17.000,0.000-17.000,0.000-1.000,0.000 19.000,0.000-36.000,0.000 17.000,0.000 1.000,-18.000-1.000,18.000 1.000,0.000 0.000,0.000-1.000</inkml:trace>
  <inkml:trace contextRef="#ctx0" brushRef="#br0">23354.000 2769.000,'0.000'0.000,"18.000"0.000,17.000 0.000,-18.000 0.000,19.000 0.000,-1.000 0.000,18.000 0.000,0.000 0.000,-18.000 0.000,18.000 0.000,0.000 0.000,0.000 0.000,-35.000 0.000,17.000 0.000,-18.000 0.000,1.000 0.000,35.000 0.000,-53.000 0.000,35.000 0.000,-17.000 0.000,-18.000-17.000,18.000 17.000,17.000 0.000,-18.000-18.000,1.000 18.000,0.000 0.000,-1.000 0.000,-17.000 0.000,18.000 0.000</inkml:trace>
  <inkml:trace contextRef="#ctx0" brushRef="#br0">23918.000 2840.000,'0.000'0.000,"-17.000"0.000,-19.000 0.000,36.000 0.000,-17.000 0.000,-18.000 35.000,17.000-17.000,18.000-18.000,-35.000 35.000,17.000-35.000,0.000 35.000,-17.000-35.000,17.000 36.000,-35.000-19.000,53.000 1.000,-35.000 0.000,-18.000 17.000,53.000-35.000,-35.000 35.000,35.000-35.000,-18.000 18.000,-17.000-1.000,17.000 1.000,18.000 0.000,-17.000-18.000</inkml:trace>
  <inkml:trace contextRef="#ctx0" brushRef="#br0">23407.000 2963.000,'0.000'0.000,"17.000"0.000,1.000 0.000,-18.000 0.000,35.000 0.000,-17.000 0.000,17.000 0.000,-17.000 18.000,17.000-18.000,0.000 35.000,-35.000-35.000,36.000 18.000,-1.000 0.000,-17.000-1.000,17.000 1.000,0.000-1.000,-17.000-17.000,35.000 36.000,-36.000-19.000,36.000 1.000,-17.000 0.000,-36.000-18.000,35.000 17.000,-35.000 1.000,35.000-18.000,-35.000 0.000,18.000 0.000,-18.000 18.000,17.000-1.000</inkml:trace>
  <inkml:trace contextRef="#ctx0" brushRef="#br0">20832.000 3775.000,'0.000'-18.000,"0.000"18.000,35.000 0.000,-18.000 0.000,1.000 0.000,17.000-18.000,1.000 18.000,-1.000 0.000,-17.000 0.000,17.000 0.000,-18.000 0.000,36.000 0.000,-53.000 0.000,36.000 0.000,-19.000 0.000,-17.000 0.000,18.000 0.000</inkml:trace>
  <inkml:trace contextRef="#ctx0" brushRef="#br0">21026.000 3545.000,'-18.000'0.000,"0.000"18.000,18.000 0.000,0.000-1.000,-17.000 1.000,17.000 17.000,0.000-17.000,0.000 0.000,-18.000-1.000,18.000 1.000,-18.000 17.000,18.000-35.000,0.000 18.000,0.000-18.000,0.000 35.000,0.000-17.000,0.000-1.000,0.000 1.000,0.000-18.000,-17.000 18.000,17.000-1.000,0.000 18.000,0.000-35.000,-18.000 36.000,18.000-19.000,0.000-17.000,0.000 36.000,0.000-1.000,0.000-35.000,0.000 18.000,0.000-1.000,0.000 1.000,-35.000 0.000,35.000 17.000,0.000-18.000,0.000-17.000,35.000-17.000,-17.000 17.000,17.000 0.000,0.000-18.000,-35.000 18.000,36.000 0.000,-19.000-17.000,1.000-1.000,-1.000 18.000,1.000-18.000,0.000 18.000,17.000 0.000,-17.000-17.000,17.000-19.000,-35.000 36.000,18.000 0.000,-1.000 0.000,-17.000-17.000</inkml:trace>
  <inkml:trace contextRef="#ctx0" brushRef="#br0">21061.000 3969.000,'17.000'0.000,"-17.000"17.000,18.000 19.000,0.000 17.000,-1.000-36.000,-17.000 36.000,0.000-18.000,18.000 1.000,0.000 17.000,-18.000-36.000,17.000 54.000,-17.000-36.000,0.000-17.000,18.000 17.000,-18.000 18.000,0.000-35.000,0.000-1.000,0.000 1.000,0.000-1.000,0.000 1.000,0.000 0.000</inkml:trace>
  <inkml:trace contextRef="#ctx0" brushRef="#br0">20955.000 4463.000,'18.000'0.000,"-18.000"-18.000,17.000 0.000,1.000 1.000,-18.000 17.000,18.000-18.000,-18.000 0.000,17.000 18.000,1.000-17.000,-18.000 17.000,17.000 0.000,-17.000 0.000,36.000-18.000,-19.000 1.000,-17.000 17.000,18.000-18.000,-18.000 18.000,18.000-35.000,-1.000 17.000,1.000 0.000,-18.000 18.000,18.000 0.000,-1.000-17.000,1.000 17.000,0.000-18.000,-1.000 18.000,-17.000-18.000,18.000 18.000</inkml:trace>
  <inkml:trace contextRef="#ctx0" brushRef="#br0">21572.000 3616.000,'0.000'0.000,"0.000"0.000,0.000 18.000,0.000 17.000,0.000-35.000,0.000 35.000,0.000 0.000,0.000-17.000,-17.000 17.000,-19.000 18.000,36.000-35.000,0.000 17.000,-17.000-17.000,17.000-1.000,-18.000 1.000,18.000 0.000,-35.000 17.000,35.000-17.000,0.000-18.000,-18.000 35.000,18.000-17.000,0.000-1.000,-17.000 19.000,-1.000-36.000,18.000 17.000</inkml:trace>
  <inkml:trace contextRef="#ctx0" brushRef="#br0">21537.000 3704.000,'18.000'0.000,"-18.000"0.000,17.000 0.000,1.000 18.000,0.000-1.000,17.000 1.000,-17.000 0.000,-1.000-18.000,1.000 17.000,-18.000 1.000,17.000-18.000,1.000 18.000,17.000-1.000,18.000 19.000,-35.000-19.000,17.000-17.000,36.000 53.000,-54.000-53.000,19.000 18.000,-1.000 17.000,-35.000-35.000,35.000 0.000,-17.000 35.000,17.000-35.000,-17.000 18.000,-18.000-18.000,35.000 18.000</inkml:trace>
  <inkml:trace contextRef="#ctx0" brushRef="#br0">21502.000 4075.000,'0.000'0.000,"35.000"0.000,0.000 0.000,-17.000 0.000,0.000 0.000,-1.000 0.000,1.000 0.000,0.000 0.000,-1.000 0.000,1.000 0.000,17.000 0.000,-35.000 0.000,18.000 0.000,17.000 0.000,-35.000 0.000,18.000 0.000,-1.000 0.000,1.000 0.000,-18.000 0.000,18.000 0.000,17.000 0.000,-35.000 0.000,35.000-18.000,-17.000 18.000,-1.000 0.000,1.000 0.000</inkml:trace>
  <inkml:trace contextRef="#ctx0" brushRef="#br0">21467.000 4269.000,'0.000'17.000,"0.000"1.000,0.000 52.000,0.000-17.000,0.000 0.000,0.000-17.000,0.000 16.000,0.000-16.000,0.000-1.000,0.000 0.000,17.000-17.000,-17.000 0.000,0.000-1.000,0.000-17.000,0.000 18.000,0.000 0.000,0.000-1.000,18.000 1.000,-18.000-1.000,0.000 1.000</inkml:trace>
  <inkml:trace contextRef="#ctx0" brushRef="#br0">21519.000 4392.000,'0.000'0.000,"36.000"0.000,-19.000-35.000,1.000 35.000,0.000 0.000,-1.000 0.000,19.000 0.000,-19.000 0.000,1.000 0.000,35.000-18.000,-18.000 18.000,-17.000 0.000,-1.000-17.000,-17.000 17.000,36.000 0.000,-36.000 17.000,0.000-17.000,0.000 35.000,0.000 18.000,0.000-17.000,0.000-1.000,0.000 18.000,0.000 0.000,0.000-18.000,0.000 18.000,0.000-18.000,-18.000-35.000,18.000 53.000,0.000-35.000,0.000-18.000,0.000 17.000,0.000 1.000,0.000 0.000,0.000-18.000,0.000 0.000,-18.000 0.000,1.000 0.000,17.000-18.000,0.000 0.000,0.000 18.000,-18.000-17.000,18.000 17.000,-18.000-18.000,18.000 1.000,0.000 17.000,-17.000-18.000</inkml:trace>
  <inkml:trace contextRef="#ctx0" brushRef="#br0">21608.000 4604.000,'0.000'-18.000,"0.000"0.000,17.000 18.000,1.000 0.000,0.000 0.000,-1.000 0.000,1.000 0.000,-18.000 0.000,17.000 0.000,1.000 0.000,0.000 0.000,-18.000 0.000,17.000 0.000</inkml:trace>
  <inkml:trace contextRef="#ctx0" brushRef="#br0">21625.000 4692.000,'0.000'18.000,"0.000"-18.000,18.000 0.000,17.000 0.000,-35.000 0.000,18.000 0.000,-18.000 0.000,17.000 0.000</inkml:trace>
  <inkml:trace contextRef="#ctx0" brushRef="#br0">21978.000 4480.000,'18.000'0.000,"-18.000"18.000,17.000-18.000,-17.000 18.000,0.000-1.000</inkml:trace>
  <inkml:trace contextRef="#ctx0" brushRef="#br0">22225.000 4410.000,'0.000'0.000,"0.000"0.000,0.000 0.000,0.000 17.000,0.000 36.000,0.000-35.000,0.000 17.000,0.000-17.000,0.000 52.000,0.000-70.000,0.000 36.000,0.000-19.000,0.000 19.000,0.000-36.000,0.000 17.000,0.000-17.000,0.000 36.000,0.000-36.000,0.000 17.000,0.000-17.000,-18.000 0.000,1.000 0.000,-1.000 0.000,0.000 0.000,1.000 0.000,17.000 0.000,-18.000-17.000,1.000 17.000,-1.000-18.000,18.000 18.000,-18.000 0.000</inkml:trace>
  <inkml:trace contextRef="#ctx0" brushRef="#br0">22807.000 4251.000,'18.000'0.000,"-18.000"18.000,0.000-1.000,-18.000 19.000,18.000-36.000,-35.000 17.000,17.000 18.000,1.000-17.000,-1.000 17.000,-35.000-17.000,53.000 0.000,-18.000-1.000,1.000-17.000,-1.000 18.000,18.000-18.000,-18.000 18.000,18.000-18.000</inkml:trace>
  <inkml:trace contextRef="#ctx0" brushRef="#br0">22507.000 4145.000,'18.000'0.000,"17.000"0.000,53.000 35.000,-17.000-17.000,35.000 0.000,17.000 17.000,-17.000 0.000,0.000 1.000,-36.000-1.000,-34.000 0.000,-1.000-35.000,-17.000 0.000,-18.000 18.000,17.000-18.000,19.000 17.000,-19.000 1.000,-17.000 0.000,18.000-18.000,-18.000 17.000,35.000 19.000,-17.000-1.000,35.000 35.000,-36.000-52.000,-17.000 17.000,36.000 1.000,-19.000-1.000,-17.000-17.000,0.000-18.000,0.000 17.000,0.000 1.000,18.000-18.000,-18.000 17.000,0.000 1.000</inkml:trace>
  <inkml:trace contextRef="#ctx0" brushRef="#br0">23760.000 3951.000,'0.000'0.000,"17.000"0.000,19.000 0.000,-36.000 0.000,35.000 18.000,0.000-1.000,0.000 1.000,-17.000-18.000,-18.000 18.000,18.000-18.000,17.000 17.000,-35.000-17.000,18.000 18.000,-18.000-18.000,17.000 0.000,1.000 0.000,-18.000 18.000,17.000-18.000,1.000 0.000,0.000 0.000</inkml:trace>
  <inkml:trace contextRef="#ctx0" brushRef="#br0">24201.000 3792.000,'0.000'0.000,"0.000"36.000,0.000-1.000,0.000 0.000,0.000 18.000,0.000 0.000,0.000-18.000,0.000 36.000,0.000-18.000,0.000-18.000,0.000 18.000,0.000-18.000,0.000 18.000,0.000-18.000,0.000 18.000,0.000-35.000,0.000 0.000,0.000-1.000,0.000 1.000,0.000 0.000,0.000 17.000,0.000-35.000</inkml:trace>
  <inkml:trace contextRef="#ctx0" brushRef="#br0">24465.000 3969.000,'-17.000'0.000,"-1.000"0.000,0.000 35.000,1.000-35.000,-19.000 18.000,19.000 17.000,-1.000-17.000,-35.000-1.000,53.000-17.000,-35.000 18.000,17.000-18.000,18.000 0.000,-17.000 18.000,-1.000-18.000,18.000 0.000,-18.000 0.000,1.000 17.000,-1.000-17.000,18.000 18.000,-18.000-18.000</inkml:trace>
  <inkml:trace contextRef="#ctx0" brushRef="#br0">23865.000 4180.000,'18.000'0.000,"0.000"0.000,52.000 0.000,1.000 18.000,17.000-18.000,-17.000 0.000,-1.000 0.000,18.000 18.000,-17.000-18.000,-1.000 17.000,-17.000-17.000,0.000 0.000,-35.000 0.000,17.000 0.000</inkml:trace>
  <inkml:trace contextRef="#ctx0" brushRef="#br0">24183.000 4357.000,'-35.000'17.000,"35.000"-17.000,-36.000 18.000,1.000 0.000,0.000-1.000,0.000 1.000,17.000 0.000,18.000-18.000,-18.000 17.000,18.000-17.000,-17.000 0.000,-1.000 18.000</inkml:trace>
  <inkml:trace contextRef="#ctx0" brushRef="#br0">24306.000 4392.000,'18.000'0.000,"0.000"0.000,35.000 18.000,0.000 17.000,-36.000-35.000,18.000 18.000,-17.000-1.000,0.000-17.000,-1.000 18.000,1.000-18.000,-18.000 18.000</inkml:trace>
  <inkml:trace contextRef="#ctx0" brushRef="#br0">24059.000 4727.000,'0.000'0.000,"36.000"0.000,-1.000 0.000,-17.000 0.000,35.000 0.000,-1.000 0.000,-16.000 0.000,17.000 0.000,-18.000 0.000,-17.000 0.000,17.000 0.000,0.000 0.000,0.000 0.000,-35.000 0.000,18.000 0.000</inkml:trace>
  <inkml:trace contextRef="#ctx0" brushRef="#br0">24306.000 4674.000,'-17.000'-17.000,"17.000"17.000,-18.000 0.000,0.000 0.000,-17.000 17.000,35.000 1.000,-35.000 0.000,35.000-1.000,-35.000 36.000,17.000-53.000,18.000 18.000,-18.000-1.000,18.000-17.000,-17.000 18.000,-1.000 0.000,18.000-1.000</inkml:trace>
  <inkml:trace contextRef="#ctx0" brushRef="#br0">24253.000 4833.000,'18.000'0.000,"0.000"0.000,17.000 35.000,-17.000-17.000,52.000 35.000,-34.000-18.000,-19.000 0.000,54.000 1.000,-71.000-19.000,35.000-17.000,-17.000 18.000</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7:42:23"/>
    </inkml:context>
    <inkml:brush xml:id="br0">
      <inkml:brushProperty name="width" value="0.05292" units="cm"/>
      <inkml:brushProperty name="height" value="0.05292" units="cm"/>
      <inkml:brushProperty name="color" value="#ff0000"/>
    </inkml:brush>
  </inkml:definitions>
  <inkml:trace contextRef="#ctx0" brushRef="#br0">4216.000 7567.000,'17.000'0.000,"1.000"18.000,0.000-1.000,-1.000-17.000,19.000 53.000,-36.000-35.000,35.000 0.000,-18.000 34.000,19.000-16.000,-19.000-19.000,-17.000 1.000,36.000 0.000,-19.000 17.000,1.000-35.000,-18.000 0.000,18.000 18.000,17.000-18.000,-18.000 0.000,1.000 0.000,17.000 0.000,-17.000 0.000,0.000 0.000,35.000 0.000,-18.000-18.000,35.000 18.000,-17.000-18.000,-17.000-17.000,-1.000 17.000,0.000 1.000,53.000-36.000,-52.000 53.000,17.000-18.000,17.000-35.000,-17.000 36.000,-18.000-19.000,18.000 1.000,-17.000 35.000,-19.000-35.000,1.000 35.000,-18.000 0.000,53.000-18.000,-36.000 1.000,1.000-1.000,0.000 18.000,-1.000 0.000,1.000 0.000,-18.000 0.000,18.000 35.000,-1.000 18.000,1.000 0.000,17.000-18.000,-17.000 1.000,17.000 16.000,-35.000-34.000,35.000 17.000,-17.000-17.000,-18.000 0.000,35.000-18.000,-17.000 0.000,17.000 0.000,0.000 0.000,-17.000 0.000,53.000 0.000,-18.000-18.000,17.000-17.000,1.000 17.000,17.000 0.000,35.000-34.000,-35.000 34.000,-17.000-17.000,-18.000 17.000,0.000 0.000,0.000-35.000,-18.000 53.000,0.000-17.000,18.000-1.000,-35.000 1.000,17.000-1.000,-17.000 0.000,-1.000 18.000,-17.000 0.000,36.000 0.000,-36.000-17.000,17.000-1.000,-17.000 18.000,36.000 0.000,-36.000 0.000,17.000 0.000,-17.000 0.000,36.000 0.000,-1.000 18.000,-18.000-1.000,1.000 19.000,0.000-19.000,-1.000 18.000,19.000-17.000,-36.000 0.000,17.000-18.000,1.000 17.000,0.000 1.000,-18.000-18.000,17.000 18.000,1.000-18.000,0.000 0.000,-18.000 0.000,17.000 0.000,1.000 0.000,-1.000 0.000,36.000 0.000,-53.000 0.000,18.000 0.000,35.000 0.000,-35.000 0.000,52.000-36.000,-35.000 36.000,-35.000 0.000,18.000 0.000,17.000-17.000,-17.000-1.000,17.000 0.000,-35.000 18.000,18.000-17.000,-18.000 17.000,17.000 0.000,1.000-18.000,-18.000 18.000,18.000-17.000,-1.000-1.000,1.000 18.000,-18.000 0.000,18.000-18.000,-1.000 1.000,1.000-1.000,0.000 18.000,-1.000-18.000,1.000 18.000,0.000 0.000,17.000-35.000,-18.000 35.000,1.000 0.000,-18.000 0.000,35.000 0.000,-35.000 0.000,18.000 0.000,0.000 18.000,-1.000-18.000,-17.000 0.000,18.000 17.000,-18.000-17.000,18.000 18.000,-18.000-18.000,17.000 0.000,1.000 18.000,-18.000-18.000,17.000 17.000,-17.000 1.000,18.000-18.000,0.000 18.000,-1.000-18.000,-17.000 17.000,0.000-17.000,36.000 35.000,-36.000-35.000,0.000 18.000,17.000 0.000,-17.000-1.000,18.000-17.000,-18.000 0.000,18.000 0.000,-18.000 0.000,17.000-17.000,-17.000 17.000,18.000-18.000</inkml:trace>
  <inkml:trace contextRef="#ctx0" brushRef="#br0">6703.000 10566.000,'0.000'0.000,"0.000"0.000,0.000 17.000,0.000 19.000,17.000-19.000,-17.000-17.000,18.000 18.000,-18.000-18.000,0.000 18.000,0.000-18.000,18.000 17.000,-1.000 1.000,-17.000-18.000,18.000 17.000,-18.000-17.000,35.000 36.000,-35.000-19.000,18.000 1.000,0.000 0.000,-18.000-18.000,17.000 17.000,1.000 1.000,-1.000-18.000,19.000 0.000,-19.000 0.000,1.000 0.000,0.000 0.000,17.000 0.000,0.000 0.000,-17.000 0.000,17.000-18.000,0.000 1.000,1.000-1.000,-1.000 0.000,-17.000 1.000,-1.000 17.000,1.000 0.000,0.000-36.000,-1.000 36.000,1.000-17.000,-1.000-1.000,-17.000 18.000,0.000-17.000,0.000 17.000,18.000-18.000,-18.000 0.000,18.000 1.000,-18.000 17.000,17.000-36.000,-17.000 36.000,18.000 0.000,-18.000 18.000,0.000 0.000,18.000-18.000,-1.000 35.000,1.000-35.000,0.000 35.000,-1.000-35.000,-17.000 0.000,18.000 0.000,-18.000 0.000,35.000 0.000,-35.000 0.000,18.000 0.000,-18.000 0.000,35.000 0.000,-35.000 0.000,18.000 0.000,-18.000 0.000,17.000 0.000,1.000 0.000,0.000 0.000,-18.000 0.000,35.000 0.000,-18.000 0.000,19.000-17.000,-19.000 17.000,1.000-18.000,0.000 0.000,-1.000 18.000,1.000 0.000,0.000-17.000,-1.000 17.000,-17.000 0.000,36.000 0.000,-36.000 0.000,17.000 0.000,-17.000-18.000,18.000 18.000,-1.000-18.000,-17.000 18.000,18.000 0.000,-18.000 0.000,18.000 0.000,-18.000-17.000,35.000 34.000,-17.000 1.000,-1.000 0.000,-17.000-18.000,18.000 17.000,0.000-17.000,-18.000 18.000,0.000 0.000,17.000-1.000,1.000 36.000,-1.000-53.000,-17.000 18.000,18.000-1.000,0.000-17.000,-1.000 0.000,-17.000 0.000,36.000-17.000,-19.000-1.000,1.000 0.000,17.000 1.000,-35.000-1.000,18.000 18.000,-1.000-35.000,1.000 35.000,-18.000-18.000,18.000 1.000,-18.000 17.000,0.000-18.000</inkml:trace>
  <inkml:trace contextRef="#ctx0" brushRef="#br0">4110.000 13282.000,'-18.000'-18.000,"18.000"18.000,0.000 0.000,36.000 0.000,-19.000 0.000,18.000 0.000,-35.000 0.000,36.000 0.000,-1.000 0.000,-17.000 0.000,17.000 0.000,0.000-35.000,0.000 35.000,-17.000 0.000,0.000 0.000,17.000 0.000,-35.000 0.000,35.000 0.000,-17.000 0.000,-18.000 0.000,35.000 0.000,0.000 0.000,-17.000 0.000,0.000 0.000,-1.000-17.000,1.000 17.000,0.000 0.000,-1.000 0.000,1.000-18.000,17.000 18.000,-35.000 0.000,36.000 0.000,-19.000 0.000,-17.000 0.000,35.000 0.000,1.000 0.000,-19.000 0.000,1.000 0.000,-18.000 0.000,18.000 0.000,-1.000 0.000,1.000 0.000,-18.000 0.000,35.000 0.000,-17.000 0.000,-18.000 0.000,35.000 0.000,-17.000 0.000,-18.000 0.000,17.000 0.000,1.000 0.000,17.000 0.000,-17.000 0.000,0.000 0.000,17.000 0.000,0.000 0.000,-35.000 0.000,18.000 0.000,-1.000 0.000,1.000 0.000,-18.000 0.000,18.000 0.000,-1.000 0.000</inkml:trace>
  <inkml:trace contextRef="#ctx0" brushRef="#br0">6632.000 13794.000,'0.000'-18.000,"0.000"18.000,0.000 0.000,18.000 35.000,0.000-35.000,-18.000 18.000,0.000 17.000,17.000-35.000,-17.000 18.000,18.000-18.000,17.000 17.000,-17.000-17.000,-18.000 18.000,17.000-18.000,-17.000 18.000,36.000-18.000,-36.000 0.000,35.000 0.000,-17.000 0.000,-1.000 0.000,36.000 0.000,-35.000 0.000,-1.000 0.000,54.000 0.000,-71.000-36.000,18.000 36.000,17.000-17.000,-18.000-18.000,1.000 35.000,-18.000-18.000,18.000 18.000,-1.000-18.000,-17.000 18.000,0.000-17.000,0.000 17.000,53.000 35.000,-53.000-17.000,18.000 17.000,0.000 0.000,-1.000-17.000,1.000 17.000,-18.000-17.000,18.000-1.000,-18.000 1.000,0.000 0.000,17.000-18.000,1.000 0.000,-1.000 0.000,19.000 0.000,-36.000-18.000,53.000 18.000,-36.000-35.000,1.000 35.000,0.000-18.000,-1.000 0.000,1.000-17.000,-1.000 35.000,1.000-18.000,-18.000 1.000,35.000-18.000,-35.000-1.000,18.000 19.000,0.000 17.000,-18.000-18.000,17.000 0.000,-17.000 1.000,18.000 17.000,0.000-18.000,-18.000 0.000,17.000 18.000,-17.000 18.000,35.000 0.000,-35.000-1.000,18.000 1.000,-18.000 0.000,18.000-1.000,-1.000 1.000,1.000-18.000,-18.000 18.000,18.000-1.000,-18.000-17.000,17.000 0.000,1.000 0.000,0.000 0.000,-18.000 0.000,17.000 0.000,1.000 0.000,0.000 0.000,-18.000 0.000,17.000-17.000,1.000 17.000,17.000-18.000,-35.000 0.000,18.000 18.000,-18.000-17.000</inkml:trace>
  <inkml:trace contextRef="#ctx0" brushRef="#br0">6421.000 16933.000,'0.000'0.000,"17.000"0.000,-17.000 18.000,0.000 17.000,18.000-17.000,-18.000-18.000,17.000 18.000,1.000-1.000,17.000-17.000,-17.000 0.000,0.000 0.000,-1.000 0.000,1.000 0.000,0.000 0.000,-1.000-17.000,19.000-1.000,-19.000 0.000,1.000 1.000,17.000-1.000,-35.000 0.000,18.000 1.000,35.000-1.000,-36.000-17.000,1.000 35.000,0.000-35.000,17.000 35.000,-18.000-18.000,1.000 0.000,-18.000 18.000,18.000 0.000,-1.000 0.000,1.000 18.000,0.000 17.000,-1.000-17.000,-17.000-1.000,18.000 36.000,0.000-35.000,-1.000 17.000,-17.000-17.000,18.000 0.000,-18.000-1.000,17.000-17.000,-17.000 0.000,18.000 0.000,-18.000 0.000,18.000 0.000,-1.000-35.000,1.000 17.000,-18.000 1.000,18.000-1.000,-18.000-17.000,0.000 17.000,17.000-17.000,-17.000 17.000,18.000-17.000,0.000 35.000,-18.000-18.000,17.000 1.000,-17.000-1.000</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2:18:22"/>
    </inkml:context>
    <inkml:brush xml:id="br0">
      <inkml:brushProperty name="width" value="0.05292" units="cm"/>
      <inkml:brushProperty name="height" value="0.05292" units="cm"/>
      <inkml:brushProperty name="color" value="#ff0000"/>
    </inkml:brush>
  </inkml:definitions>
  <inkml:trace contextRef="#ctx0" brushRef="#br0">7656.000 9172.000,'-18.000'-17.000,"0.000"-19.000,-17.000 1.000,35.000-18.000,0.000 18.000,-53.000 0.000,36.000-1.000,17.000 1.000,-18.000 0.000,18.000-1.000,-18.000 1.000,18.000 0.000,-17.000 17.000,17.000 1.000,0.000-1.000,0.000 0.000,0.000-17.000,0.000 17.000,0.000 1.000,0.000-36.000,0.000 35.000,0.000 1.000,0.000-1.000,0.000 0.000,0.000 36.000,0.000 17.000,0.000 18.000,0.000 35.000,0.000-35.000,0.000 18.000,0.000 35.000,0.000-36.000,0.000-35.000,0.000 1.000,-18.000-1.000,18.000 18.000,-18.000-18.000,18.000-17.000,-17.000-18.000,-1.000-53.000,0.000-35.000,-17.000 52.000,35.000 1.000,-18.000 0.000,18.000-36.000,0.000 1.000,0.000 17.000,53.000 18.000,-53.000-54.000,18.000 54.000,17.000 0.000,-35.000 17.000,18.000 18.000,0.000-17.000,-1.000 17.000,19.000 35.000,16.000-17.000,-16.000-1.000,-19.000 18.000,1.000 1.000,0.000-1.000,-1.000 0.000,-17.000-17.000,0.000 0.000,18.000-18.000,-18.000 17.000,0.000 1.000,0.000-1.000,0.000 19.000,0.000-19.000,0.000 1.000,-18.000 0.000,18.000-1.000,0.000 1.000,-17.000-18.000,17.000 18.000,-18.000-18.000,0.000 0.000,18.000 17.000,-17.000-17.000,-19.000 0.000,19.000 0.000,-18.000 0.000,-1.000-53.000,1.000 36.000,35.000-1.000,-18.000 0.000,18.000-35.000,0.000 1.000,0.000 34.000,0.000-17.000,0.000 17.000,0.000-17.000,0.000-1.000,18.000 54.000,0.000-18.000,17.000 0.000,-17.000 0.000,-1.000 0.000,1.000 0.000,-18.000 18.000,17.000-1.000,1.000 1.000,0.000-18.000,-18.000 35.000,17.000-17.000,1.000 0.000,-18.000-1.000,18.000 18.000,-18.000-17.000,0.000 17.000,0.000-17.000,0.000 17.000,0.000-17.000,0.000 0.000,-18.000-1.000,18.000 18.000,-18.000-17.000,18.000 0.000,-17.000-18.000,-36.000-53.000,35.000 18.000,1.000 17.000,17.000 0.000,-18.000 1.000,0.000-19.000,18.000 1.000,0.000 0.000,0.000 17.000,0.000-17.000,0.000 17.000,0.000 1.000,18.000 17.000,-18.000-18.000,18.000 18.000,-1.000 0.000,-17.000-18.000,35.000 18.000,1.000 0.000,-19.000 0.000,19.000 18.000,-1.000 17.000,-17.000-35.000,34.000 18.000,-34.000 0.000,0.000-1.000,-18.000 18.000,17.000-17.000,-17.000 0.000,0.000-1.000,0.000 1.000,0.000 0.000,0.000-1.000,-17.000-17.000,17.000 18.000,-18.000-18.000,18.000 18.000,-35.000-1.000,17.000-17.000,18.000 18.000,-17.000-18.000,-1.000 0.000,0.000-18.000,-17.000-17.000,17.000 35.000,1.000-35.000,-1.000 17.000,18.000 0.000,-35.000 1.000,35.000-1.000,0.000-35.000,-18.000 36.000,18.000-1.000,0.000 0.000,0.000 1.000,0.000-1.000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0T03:13:56"/>
    </inkml:context>
    <inkml:brush xml:id="br0">
      <inkml:brushProperty name="width" value="0.05292" units="cm"/>
      <inkml:brushProperty name="height" value="0.05292" units="cm"/>
      <inkml:brushProperty name="color" value="#ff0000"/>
    </inkml:brush>
  </inkml:definitions>
  <inkml:trace contextRef="#ctx0" brushRef="#br0">0.000 13688.000,'18.000'-18.000,"-18.000"18.000,17.000 0.000,19.000-17.000,16.000 17.000,19.000-18.000,0.000 18.000,34.000 0.000,-34.000 0.000,-18.000 0.000,-35.000 0.000,70.000-35.000,-71.000 35.000,1.000 0.000,0.000 0.000,-1.000 0.000,19.000 0.000,-1.000 0.000,-18.000 0.000,1.000-18.000,17.000 18.000,-35.000 0.000,18.000 0.000,0.000 0.000,-1.000 0.000,19.000 0.000,-1.000 0.000,18.000 0.000,-53.000 0.000,53.000 0.000,-36.000 0.000,1.000-18.000,0.000 18.000,17.000 0.000,0.000 0.000,18.000 0.000,-18.000 0.000,18.000 0.000,-17.000-17.000,-1.000 17.000,-18.000 0.000,1.000 0.000,0.000 0.000,17.000 0.000,-35.000 0.000,35.000 0.000,1.000 0.000,-19.000 0.000,36.000 0.000,-18.000 0.000,18.000 0.000,-17.000 0.000,-36.000 0.000,35.000 0.000,0.000 0.000,-35.000 0.000,18.000 0.000,17.000-18.000,-35.000 18.000,35.000 0.000,-17.000-18.000,17.000 18.000,-17.000 0.000,0.000 0.000,17.000 0.000,0.000 0.000,36.000 0.000,-18.000 0.000,17.000 0.000,1.000 0.000,-1.000 0.000,-17.000 0.000,53.000 0.000,-53.000 0.000,-18.000 0.000,0.000 0.000,1.000 0.000,-19.000 0.000,-17.000 0.000,18.000 0.000,0.000 0.000,-1.000 0.000,-17.000 0.000,36.000 0.000,-1.000 0.000,-17.000-35.000,17.000 35.000,18.000 0.000,0.000 0.000,0.000 0.000,17.000 0.000,1.000 0.000,-1.000 0.000,54.000 0.000,-18.000 0.000,-18.000 0.000,-18.000 0.000,18.000 0.000,-17.000 0.000,0.000 0.000,-19.000 0.000,1.000 0.000,-17.000 0.000,-1.000 0.000,-35.000 0.000,18.000 0.000,-18.000 0.000,35.000 0.000,0.000-18.000,0.000 18.000,-17.000 0.000,17.000 0.000,-17.000 0.000,17.000 0.000,1.000 0.000,16.000 0.000,19.000 0.000,-18.000 0.000,35.000 0.000,-17.000 0.000,-1.000 0.000,-17.000 0.000,18.000 0.000,-18.000 0.000,-18.000 0.000,-35.000 0.000,18.000 0.000,-1.000 0.000,18.000 0.000,-35.000 0.000,36.000 0.000,-19.000 0.000,36.000 0.000,-53.000 0.000,18.000-17.000,17.000 17.000,-35.000 0.000,35.000 0.000,-17.000 0.000,-18.000 0.000,35.000 0.000,-17.000 0.000,35.000 0.000,-53.000 0.000,35.000 0.000,18.000 0.000,-18.000 0.000,1.000 0.000,-1.000 0.000,18.000 0.000,-18.000 0.000,18.000 0.000,-18.000 0.000,18.000 0.000,0.000 0.000,0.000 0.000,0.000 0.000,35.000 0.000,-35.000 0.000,0.000 0.000,0.000 0.000,0.000 0.000,-35.000 0.000,17.000 0.000,-18.000 0.000,36.000 0.000,-35.000 0.000,17.000 0.000,18.000 0.000,-18.000 0.000,18.000 0.000,0.000 0.000,-35.000 0.000,35.000 0.000,-35.000 0.000,34.000 0.000,1.000 0.000,0.000 0.000,0.000 0.000,-18.000 0.000,18.000 0.000,-35.000 0.000,17.000 0.000,-17.000 0.000,0.000 0.000,17.000 0.000,-35.000 0.000,17.000 0.000,-17.000 0.000,36.000 0.000,-36.000 0.000,17.000 0.000,36.000 0.000,-53.000 0.000,36.000 0.000,-19.000 0.000,19.000 0.000,-1.000 0.000,35.000 0.000,1.000 0.000,35.000 0.000,0.000 0.000,-18.000 0.000,0.000 0.000,18.000 0.000,17.000 0.000,-70.000 0.000,53.000 0.000,-71.000 0.000,36.000 0.000,-18.000 0.000,0.000 0.000,-18.000 0.000,18.000 0.000,-53.000 0.000,35.000 0.000,-35.000 0.000,18.000 0.000,35.000 0.000,-36.000 0.000,36.000 0.000,18.000 0.000,-1.000 0.000,-17.000 0.000,18.000 0.000,35.000 0.000,0.000 0.000,-1.000 0.000,1.000 0.000,0.000 0.000,-18.000 0.000,-17.000 0.000,17.000 0.000,-35.000 0.000,0.000 0.000,0.000 0.000,-36.000 0.000,1.000 0.000,0.000 0.000,17.000 0.000,18.000 0.000,-18.000 0.000,18.000 0.000,0.000 0.000,17.000 0.000,1.000 0.000,17.000 0.000,71.000 0.000,-36.000 0.000,-17.000 0.000,18.000 0.000,-18.000 35.000,-36.000-35.000,18.000 18.000,36.000-18.000,-54.000 0.000,-17.000 0.000,0.000 0.000,-18.000 0.000,-17.000 0.000,17.000 0.000,-17.000 0.000,17.000 0.000,-17.000 0.000,0.000 0.000,17.000 0.000,0.000 0.000,0.000 0.000,-17.000 0.000,17.000 0.000,-17.000 0.000,35.000 0.000,17.000 0.000,1.000 0.000,35.000 0.000,35.000 17.000,-18.000-17.000,54.000 53.000,-1.000-35.000,-35.000 0.000,36.000-1.000,-19.000 19.000,36.000-19.000,1.000 1.000,-1.000-1.000,17.000 54.000,-17.000-53.000,0.000-1.000,-70.000 19.000,34.000-19.000,-52.000-17.000,18.000 18.000,-54.000-1.000,-17.000-17.000,0.000 18.000,-35.000-18.000,-1.000 0.000,1.000 0.000,0.000 0.000,-18.000 0.000,35.000-18.000,-17.000-17.000,-1.000-18.000,1.000 53.000,0.000-17.000,17.000-1.000,-18.000 0.000,1.000 1.000,17.000 17.000,-17.000-18.000,0.000 18.000,35.000-35.000,-36.000 35.000,1.000 0.000,70.000-18.000,-35.000 18.000,0.000 0.000,-18.000-17.000,53.000-1.000,-17.000 0.000,17.000 1.000,-35.000 17.000,35.000-18.000,18.000 18.000,0.000 0.000,17.000-53.000,54.000 35.000,-36.000 1.000,-18.000-1.000,54.000-17.000,-54.000 35.000,1.000-18.000,-18.000 1.000,-36.000-1.000,18.000 18.000,-35.000 0.000,-18.000 0.000,-17.000-18.000,0.000 18.000,35.000 0.000,0.000 0.000,-1.000 0.000,1.000 0.000,18.000 0.000,-18.000 0.000,-35.000 0.000,34.000 0.000,-52.000 0.000,36.000 0.000,-1.000 0.000,18.000 0.000,-35.000 0.000,34.000 0.000,-16.000-17.000,34.000 17.000,18.000-18.000,1.000 18.000,-1.000 0.000,0.000 0.000,18.000 0.000,17.000 0.000,-34.000 0.000,34.000 0.000,1.000 0.000,-54.000 0.000,36.000 0.000,-18.000 0.000,-17.000 0.000,17.000-18.000,-53.000 18.000,0.000 0.000,18.000-17.000,18.000 17.000,-18.000-18.000,-18.000 18.000,0.000 0.000,-17.000-18.000,35.000 18.000,-35.000 0.000,-1.000 0.000,36.000-35.000,35.000 18.000,36.000-19.000,70.000 36.000,53.000-53.000,53.000 18.000,141.000-71.000,52.000 89.000,-69.000-72.000,-1.000 36.000,-35.000-17.000,-53.000 70.000,-88.000-35.000,-106.000 17.000,18.000-35.000,-106.000 53.000,-35.000 0.000,35.000 0.000,35.000-18.000,-71.000 18.000,36.000 0.000,-35.000 0.000</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7:53:51"/>
    </inkml:context>
    <inkml:brush xml:id="br0">
      <inkml:brushProperty name="width" value="0.05292" units="cm"/>
      <inkml:brushProperty name="height" value="0.05292" units="cm"/>
      <inkml:brushProperty name="color" value="#ff0000"/>
    </inkml:brush>
  </inkml:definitions>
  <inkml:trace contextRef="#ctx0" brushRef="#br0">12030.000 11942.000,'17.000'-18.000,"1.000"18.000,-18.000 0.000,18.000-18.000,35.000 1.000,-36.000 17.000,36.000 0.000,0.000-18.000,18.000-17.000,-18.000 35.000,17.000-18.000,-35.000 18.000,1.000 0.000,17.000-18.000,-18.000 18.000,-18.000 0.000,1.000 0.000,17.000 0.000,-35.000 0.000,18.000-17.000,0.000 17.000,-18.000 0.000</inkml:trace>
  <inkml:trace contextRef="#ctx0" brushRef="#br0">12506.000 11906.000,'0.000'0.000,"-18.000"0.000,-17.000 0.000,17.000 36.000,-17.000-19.000,0.000 18.000,0.000 1.000,-18.000-1.000,17.000-17.000,1.000-1.000,0.000 19.000,-36.000-1.000,54.000 0.000,-36.000 0.000,35.000-17.000,0.000 0.000</inkml:trace>
  <inkml:trace contextRef="#ctx0" brushRef="#br0">12488.000 12047.000,'0.000'0.000,"0.000"0.000,0.000 36.000,-35.000 17.000,35.000-18.000,-18.000 0.000,18.000 0.000,0.000 1.000,0.000-1.000,0.000-17.000,0.000 17.000,0.000 0.000,0.000-17.000,0.000-18.000,0.000 35.000,0.000-17.000,0.000-1.000,0.000 1.000,0.000-18.000,0.000 18.000,0.000-1.000</inkml:trace>
  <inkml:trace contextRef="#ctx0" brushRef="#br0">12488.000 12065.000,'53.000'0.000,"-35.000"0.000,0.000 18.000,-1.000-18.000,1.000 0.000,17.000 0.000,-17.000 17.000,-1.000-17.000,1.000 18.000,-18.000-18.000,18.000 0.000,-1.000 18.000</inkml:trace>
  <inkml:trace contextRef="#ctx0" brushRef="#br0">12965.000 11800.000,'17.000'-17.000,"19.000"17.000,-19.000 0.000,18.000 0.000,-17.000 0.000,35.000 0.000,-35.000 0.000,52.000-18.000,-35.000 18.000,18.000 0.000,36.000 0.000,-19.000 0.000,-52.000 0.000,35.000-35.000,-18.000 35.000,-17.000 0.000</inkml:trace>
  <inkml:trace contextRef="#ctx0" brushRef="#br0">13353.000 11800.000,'0.000'18.000,"0.000"0.000,0.000-1.000,-36.000 19.000,36.000-19.000,-53.000 54.000,18.000-18.000,-18.000 17.000,0.000-17.000,18.000 0.000,35.000-18.000,-53.000 1.000,18.000 52.000,35.000-53.000,-35.000-17.000,35.000-1.000,-18.000 19.000</inkml:trace>
  <inkml:trace contextRef="#ctx0" brushRef="#br0">13141.000 12277.000,'18.000'0.000,"-18.000"17.000,17.000 19.000,-17.000 17.000,18.000-18.000,0.000 0.000,-18.000 18.000,0.000-35.000,0.000 17.000,0.000-17.000,17.000 17.000,-17.000-35.000,0.000 17.000,0.000 1.000,0.000 0.000</inkml:trace>
  <inkml:trace contextRef="#ctx0" brushRef="#br0">13212.000 12241.000,'0.000'-17.000,"17.000"-1.000,18.000 18.000,36.000 0.000,-53.000 0.000,52.000 0.000,1.000-35.000,-71.000 35.000,53.000 0.000,-18.000-18.000,-17.000 18.000,35.000 0.000,-18.000 0.000,-35.000 0.000,17.000 0.000,-17.000 0.000,18.000 0.000,-18.000 18.000,0.000 17.000,-35.000 0.000,17.000 18.000,1.000-35.000,-1.000 17.000,18.000-17.000,0.000 17.000,-35.000 0.000,35.000-35.000,-18.000 36.000,18.000-19.000,0.000 1.000,-18.000 0.000,18.000-18.000,0.000 17.000</inkml:trace>
  <inkml:trace contextRef="#ctx0" brushRef="#br0">13229.000 12541.000,'18.000'0.000,"17.000"0.000,18.000-17.000,-18.000 17.000,1.000 0.000,-19.000 0.000,1.000 0.000,17.000 0.000,-35.000 0.000,18.000 0.000,-1.000 0.000,1.000 0.000</inkml:trace>
  <inkml:trace contextRef="#ctx0" brushRef="#br0">14111.000 11518.000,'0.000'0.000,"0.000"18.000,-18.000 17.000,18.000-35.000,0.000 53.000,-17.000-35.000,17.000 17.000,-18.000 0.000,18.000-17.000,-17.000 17.000,-1.000 0.000,0.000-17.000,1.000 35.000,-1.000-35.000,18.000 17.000,-18.000 0.000,1.000-17.000,17.000-1.000,0.000-17.000,-18.000 53.000,0.000-35.000,1.000 0.000,17.000-1.000,-18.000-17.000,18.000 18.000,0.000-18.000,-17.000 18.000,17.000-1.000,-18.000 1.000,0.000-18.000,18.000 35.000</inkml:trace>
  <inkml:trace contextRef="#ctx0" brushRef="#br0">14058.000 11871.000,'0.000'0.000,"18.000"0.000,-18.000 0.000,35.000 0.000,18.000 0.000,-18.000 0.000,36.000 0.000,-18.000 0.000,-36.000 0.000,54.000 0.000,-53.000 0.000,17.000-18.000,-35.000 18.000,18.000 0.000,-1.000 0.000,1.000 0.000,-18.000 0.000,17.000 0.000,1.000 0.000,-18.000 18.000,-35.000-18.000,-53.000 18.000,88.000 17.000,-53.000-35.000,35.000 0.000,0.000 18.000,-17.000-1.000,35.000-17.000,-17.000 18.000,17.000-18.000,-18.000 17.000,0.000-17.000,18.000 18.000,-17.000-18.000,-1.000 0.000,0.000 18.000,18.000-18.000</inkml:trace>
  <inkml:trace contextRef="#ctx0" brushRef="#br0">13970.000 12100.000,'0.000'0.000,"0.000"0.000,0.000 18.000,0.000 17.000,0.000 0.000,0.000-35.000,0.000 36.000,0.000-1.000,0.000 18.000,0.000-35.000,0.000 17.000,0.000 18.000,0.000-18.000,0.000-35.000,0.000 35.000,0.000-17.000,0.000 0.000,0.000-1.000,0.000 1.000,0.000 0.000,0.000-18.000,0.000 17.000,0.000 18.000,-35.000-17.000,35.000 0.000,0.000-1.000,-18.000 1.000,18.000 0.000,0.000-1.000,-18.000 1.000</inkml:trace>
  <inkml:trace contextRef="#ctx0" brushRef="#br0">13899.000 12153.000,'18.000'0.000,"-18.000"0.000,53.000 0.000,-35.000 0.000,52.000 0.000,18.000-17.000,-17.000-1.000,35.000 18.000,-53.000-18.000,35.000 1.000,-35.000 17.000,-36.000 0.000,19.000 0.000,-1.000 0.000,0.000 0.000,-35.000 0.000,18.000 0.000,-18.000 17.000,-18.000 36.000,1.000 0.000,17.000 0.000,-18.000 0.000,18.000 0.000,-18.000 35.000,1.000-53.000,17.000 18.000,0.000-35.000,0.000 0.000,0.000-1.000,0.000 1.000,0.000-18.000,0.000 17.000,0.000 1.000</inkml:trace>
  <inkml:trace contextRef="#ctx0" brushRef="#br0">14146.000 12347.000,'0.000'0.000,"18.000"0.000,0.000 0.000,35.000 0.000,-18.000 0.000,-17.000 0.000,34.000 0.000,-34.000 0.000,17.000 0.000,-17.000 0.000,0.000 0.000,-1.000 0.000,1.000 0.000,0.000 0.000,-1.000 0.000</inkml:trace>
  <inkml:trace contextRef="#ctx0" brushRef="#br0">14129.000 12524.000,'0.000'0.000,"17.000"0.000,1.000 0.000,17.000-18.000,-35.000 18.000,18.000 0.000,-18.000 0.000,35.000 0.000,-35.000 0.000,18.000 0.000,-18.000 0.000,18.000 0.000,-1.000 0.000,1.000 0.000,-18.000 0.000,17.000 0.000,1.000 0.000,0.000 0.000,-18.000 0.000,17.000 0.000,1.000 0.000,0.000 0.000,-18.000 0.000,17.000 0.000,1.000 0.000,0.000 0.000,-18.000 0.000</inkml:trace>
  <inkml:trace contextRef="#ctx0" brushRef="#br0">14323.000 12241.000,'-18.000'0.000,"18.000"36.000,0.000 17.000,0.000-18.000,0.000-17.000,0.000 34.000,0.000-16.000,0.000-1.000,0.000-17.000,0.000 35.000,0.000-1.000,0.000-16.000,0.000-1.000,0.000-17.000,0.000-1.000,0.000 1.000,0.000 0.000,0.000-18.000,0.000 17.000,0.000 1.000</inkml:trace>
  <inkml:trace contextRef="#ctx0" brushRef="#br0">15311.000 11518.000,'17.000'0.000,"-17.000"0.000,18.000 0.000,-18.000 35.000,0.000 1.000,0.000-19.000,17.000 19.000,1.000-1.000,-18.000-35.000,0.000 18.000,18.000-1.000,-18.000 1.000,0.000-18.000,0.000 18.000,0.000-1.000,0.000 18.000,0.000-35.000,0.000 18.000,0.000 0.000,0.000-18.000,0.000 17.000</inkml:trace>
  <inkml:trace contextRef="#ctx0" brushRef="#br0">15169.000 11871.000,'-17.000'18.000,"17.000"17.000,0.000 0.000,0.000 18.000,0.000-35.000,17.000 52.000,-17.000-52.000,0.000 0.000,0.000 17.000,0.000-18.000,0.000 1.000,0.000 0.000</inkml:trace>
  <inkml:trace contextRef="#ctx0" brushRef="#br0">15134.000 11994.000,'0.000'-35.000,"0.000"35.000,0.000-17.000,35.000 17.000,18.000-18.000,0.000 18.000,0.000 0.000,18.000 0.000,-1.000 0.000,-17.000 0.000,18.000 0.000,-18.000 0.000,0.000 0.000,-18.000 0.000,-35.000 0.000,18.000 0.000,-1.000 0.000,1.000 0.000,-1.000 0.000,19.000 0.000,-1.000 0.000,36.000 0.000,-36.000 0.000,-18.000 0.000,1.000 0.000,-18.000 0.000,0.000 0.000,0.000 18.000,-18.000 17.000,1.000 0.000,17.000 0.000,-53.000 1.000,35.000 17.000,1.000-53.000,-19.000 52.000,19.000-34.000,-1.000 0.000,0.000-1.000,18.000 1.000</inkml:trace>
  <inkml:trace contextRef="#ctx0" brushRef="#br0">15381.000 12312.000,'-35.000'0.000,"35.000"0.000,-18.000 0.000,18.000 0.000,71.000 0.000,-1.000 0.000,-52.000 0.000,35.000 0.000,-18.000 0.000,0.000 0.000,1.000 0.000,-1.000 0.000,-17.000 0.000,-1.000 0.000,-17.000 0.000,18.000 0.000</inkml:trace>
  <inkml:trace contextRef="#ctx0" brushRef="#br0">15505.000 12383.000,'-18.000'17.000,"18.000"1.000,0.000 17.000,0.000 18.000,0.000-18.000,0.000-17.000,0.000 35.000,0.000-18.000,0.000 18.000,0.000 0.000,0.000-35.000,0.000 34.000,0.000-34.000,0.000 35.000,0.000-35.000,0.000 17.000,0.000-17.000,0.000-18.000</inkml:trace>
  <inkml:trace contextRef="#ctx0" brushRef="#br0">15469.000 12788.000,'18.000'-17.000,"-18.000"-1.000,18.000 0.000,-1.000 18.000,19.000 0.000,-1.000 0.000,0.000-17.000,-35.000 17.000,18.000 0.000,-1.000 0.000,1.000-18.000,-18.000 18.000,18.000 0.000,-1.000 0.000,19.000-18.000,-19.000 18.000,1.000 0.000,-1.000 0.000,-17.000-17.000</inkml:trace>
  <inkml:trace contextRef="#ctx0" brushRef="#br0">15258.000 12541.000,'-18.000'0.000,"0.000"18.000,18.000 0.000,-35.000 34.000,-18.000 19.000,36.000-36.000,-1.000 18.000,0.000-18.000,1.000-17.000,-1.000 17.000,0.000 1.000,1.000-19.000,-1.000 36.000,18.000-53.000,0.000 18.000,-18.000 0.000,18.000-1.000,-17.000-17.000</inkml:trace>
  <inkml:trace contextRef="#ctx0" brushRef="#br0">15205.000 12771.000,'17.000'0.000,"-17.000"0.000,36.000 0.000,-1.000 17.000,0.000 1.000,-17.000-1.000,17.000 1.000,-17.000 0.000,-1.000-18.000,19.000 17.000,-19.000 1.000,19.000 0.000,-19.000-1.000,19.000 1.000,16.000 17.000,-16.000-35.000,34.000 53.000,-34.000-35.000,34.000 17.000,-35.000-17.000,-17.000-1.000,17.000-17.000,-35.000 0.000</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2:24:36"/>
    </inkml:context>
    <inkml:brush xml:id="br0">
      <inkml:brushProperty name="width" value="0.05292" units="cm"/>
      <inkml:brushProperty name="height" value="0.05292" units="cm"/>
      <inkml:brushProperty name="color" value="#ff0000"/>
    </inkml:brush>
  </inkml:definitions>
  <inkml:trace contextRef="#ctx0" brushRef="#br0">8308.000 4780.000,'18.000'0.000,"17.000"0.000,0.000 0.000,1.000 0.000,34.000 0.000,-52.000 0.000,70.000 0.000,-35.000 0.000,0.000 0.000,53.000 0.000,-53.000 0.000,35.000 0.000,18.000 0.000,-53.000 0.000,0.000 0.000,-18.000 0.000,-18.000 0.000,19.000 0.000,17.000 0.000,-36.000 0.000,19.000 0.000,-1.000 0.000,0.000 0.000,36.000 0.000,-36.000 0.000,0.000 0.000,1.000 0.000,16.000 0.000,37.000 0.000,-36.000 0.000,-1.000 0.000,-16.000 0.000,17.000 0.000,-18.000 0.000,-17.000 0.000,-1.000 0.000,1.000 0.000</inkml:trace>
  <inkml:trace contextRef="#ctx0" brushRef="#br0">17392.000 4851.000,'71.000'0.000,"-18.000"0.000,17.000 0.000,-17.000 0.000,53.000 0.000,18.000 0.000,-19.000 0.000,1.000 0.000,-53.000 0.000,53.000 0.000,-53.000 0.000,35.000 0.000,18.000 0.000,-53.000-18.000,-18.000 18.000,0.000 0.000,1.000 0.000,-1.000 0.000,-17.000 0.000,-1.000 0.000,1.000 0.000,17.000 0.000,0.000 0.000,1.000 0.000,17.000 0.000,-18.000 0.000,0.000 0.000,0.000 0.000,-17.000 0.000,0.000 0.000,17.000 0.000,0.000 0.000,1.000 0.000,-19.000 0.000,1.000 0.000</inkml:trace>
  <inkml:trace contextRef="#ctx0" brushRef="#br0">1641.000 9066.000,'17.000'-17.000,"-17.000"-1.000,18.000 0.000,17.000-34.000,-17.000 52.000,17.000-36.000,-17.000 1.000,0.000 0.000,17.000-36.000,-18.000 36.000,19.000 0.000,-1.000 17.000,-17.000-17.000,17.000-1.000,-17.000 19.000,17.000-36.000,0.000 35.000,0.000-17.000,36.000 17.000,-36.000-17.000,18.000 17.000,0.000-35.000,35.000 18.000,-17.000 0.000,-36.000 17.000,0.000 1.000,-17.000-1.000,17.000 0.000,18.000 1.000,-53.000-1.000,35.000 18.000,1.000-35.000,34.000 0.000,-34.000-1.000,-1.000 19.000,0.000-1.000,-17.000 18.000,-1.000 0.000,1.000-18.000,17.000 18.000,36.000-17.000,-36.000-1.000,18.000 0.000,-18.000 18.000,1.000-17.000,17.000-1.000,-18.000 18.000,0.000 0.000,0.000-17.000,1.000 17.000,-1.000 0.000,53.000-36.000,-17.000 19.000,17.000 17.000,-18.000 0.000,1.000-36.000,-36.000 36.000,-17.000 0.000,52.000 0.000,-52.000 0.000,0.000 0.000,17.000 0.000,-17.000-17.000,-1.000 17.000,1.000 0.000</inkml:trace>
  <inkml:trace contextRef="#ctx0" brushRef="#br0">3299.000 7602.000,'0.000'0.000,"17.000"0.000,54.000 18.000,-18.000-18.000,0.000 18.000,0.000-18.000,-18.000 17.000,0.000 1.000,-17.000-18.000,17.000 0.000,1.000 35.000,-19.000-35.000,18.000 18.000,-17.000-18.000,0.000 17.000,-1.000-17.000,1.000 18.000,0.000-18.000,35.000 0.000,-36.000 0.000,1.000 0.000,-1.000 0.000,-17.000 18.000,18.000-18.000,0.000 0.000,-1.000 0.000,19.000 17.000,17.000-17.000,-36.000 0.000,18.000 0.000,-17.000 18.000,0.000-18.000,17.000 0.000,0.000 0.000,1.000 0.000,-19.000 0.000,-17.000 18.000,-70.000 17.000,-1.000 36.000,18.000-54.000,-35.000 18.000,35.000 1.000,18.000-1.000,0.000-35.000,-1.000 18.000,19.000-1.000,-19.000-17.000,19.000 0.000,17.000 36.000,-18.000-36.000,0.000 17.000,1.000 1.000,-18.000-1.000,17.000 1.000,-17.000 0.000,-18.000-18.000,35.000 17.000,0.000-17.000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0-25T16:19:2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300.000 796.000,'-3.000'0.000,"-1.000"0.000,-1.000 1.000,2.000-1.000,-2.000 1.000,0.000-1.000,1.000 1.000,-1.000 0.000,-1.000-1.000,1.000 1.000,1.000 0.000,-1.000 1.000,-1.000-1.000,2.000 0.000,0.000 0.000,0.000 1.000,1.000-1.000,0.000 1.000,-1.000 0.000,1.000-1.000,0.000 1.000,-3.000 1.000,3.000 0.000,-1.000 1.000,0.000-1.000,0.000 3.000,1.000-2.000,2.000-1.000,-2.000 1.000,1.000 0.000,1.000 1.000,1.000-2.000,0.000 1.000,0.000-1.000,0.000 0.000,1.000 0.000,1.000 1.000,1.000 0.000,2.000 2.000,0.000-2.000,-1.000-2.000,-1.000 0.000,0.000 2.000,2.000-2.000,0.000 1.000,0.000-1.000,0.000 2.000,0.000-3.000,0.000 2.000,0.000-2.000,0.000 2.000,-1.000-2.000,1.000 0.000,1.000 0.000,-2.000 0.000,-1.000-1.000,0.000 0.000,0.000 0.000,0.000 0.000,1.000 0.000,1.000 0.000,-2.000 0.000,0.000 0.000,0.000 0.000,1.000 0.000,-1.000 0.000,0.000 0.000,0.000 0.000,1.000 0.000,-1.000-1.000,1.000 0.000,0.000 0.000,0.000-2.000,0.000 1.000,0.000-2.000,1.000 0.000,-1.000 1.000,-2.000 0.000,1.000 0.000,0.000-1.000,-1.000 0.000,1.000 0.000,-1.000-2.000,1.000 3.000,-2.000 0.000,0.000-1.000,0.000 1.000,0.000 0.000,0.000 0.000,0.000-1.000,-1.000 1.000,1.000 0.000,-1.000-2.000,0.000 1.000,0.000 1.000,0.000-1.000,0.000 0.000,0.000 1.000,0.000 0.000,0.000 0.000,-2.000 0.000,0.000 0.000,0.000 0.000,0.000 0.000,-1.000 1.000,0.000-1.000,0.000 2.000,0.000-2.000,0.000 2.000,0.000 0.000,0.000-1.000,0.000 1.000,0.000 1.000,0.000-1.000,0.000 0.000,0.000 1.000,-1.000-2.000,1.000 2.000,0.000 0.000,0.000 0.000,-1.000 0.000,1.000 1.000,0.000-1.000,0.000 1.000,0.000 1.000,0.000 0.000,0.000-1.000</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7T06:29:27"/>
    </inkml:context>
    <inkml:brush xml:id="br0">
      <inkml:brushProperty name="width" value="0.05292" units="cm"/>
      <inkml:brushProperty name="height" value="0.05292" units="cm"/>
      <inkml:brushProperty name="color" value="#ff0000"/>
    </inkml:brush>
  </inkml:definitions>
  <inkml:trace contextRef="#ctx0" brushRef="#br0">11377.000 3387.000,'18.000'0.000,"52.000"0.000,36.000 0.000,-18.000 0.000,18.000 0.000,18.000 0.000,-54.000 0.000,1.000 0.000,-36.000 0.000,18.000 0.000,17.000 0.000,-52.000 0.000,35.000 0.000,0.000 0.000,0.000 0.000,-18.000 0.000,18.000 0.000,-18.000 0.000,18.000 0.000,-17.000 0.000,-19.000 0.000,18.000 0.000,18.000 0.000,0.000 0.000,-17.000 0.000,34.000 0.000,1.000 0.000,-18.000 0.000,17.000 0.000,1.000 0.000,-18.000 0.000,-18.000 0.000,18.000 0.000,-36.000 0.000,1.000 0.000,17.000 0.000,18.000 0.000,-35.000 0.000,35.000 0.000,-36.000 0.000,36.000 0.000,0.000 0.000,-35.000 0.000,17.000 0.000,1.000 0.000,-1.000 0.000,0.000 0.000,18.000 17.000,-18.000-17.000,-17.000 0.000,35.000 0.000,17.000 0.000,-52.000 0.000,53.000 0.000,-36.000 18.000,0.000-18.000,18.000 18.000,35.000-18.000,-17.000 35.000,17.000-35.000,-35.000 0.000,17.000 0.000,-52.000 0.000,35.000 18.000,0.000-18.000,-35.000 17.000,-1.000-17.000,18.000 0.000,-17.000 0.000,17.000 0.000,-17.000 0.000,17.000 0.000,1.000 0.000,17.000 0.000,-36.000 0.000,1.000 0.000,-1.000 0.000,-17.000 0.000,36.000 0.000,-19.000 0.000,36.000 0.000,18.000 0.000,-1.000 0.000,-17.000 0.000,35.000 0.000,-52.000 0.000,17.000 0.000,-18.000 0.000,-17.000 0.000,-1.000 0.000,1.000 0.000,0.000 0.000,-1.000 0.000,36.000 0.000,-18.000-17.000,-17.000 17.000,0.000-18.000,-1.000 18.000,1.000 0.000,0.000-18.000,-1.000 18.000,36.000-17.000,0.000-1.000,-18.000 18.000,-17.000-18.000,0.000 18.000,-1.000 0.000,18.000 0.000,1.000 0.000,-19.000-17.000,19.000 17.000,-1.000 0.000,-17.000-18.000,-1.000 18.000</inkml:trace>
  <inkml:trace contextRef="#ctx0" brushRef="#br0">4427.000 8202.000,'36.000'-18.000,"34.000"18.000,71.000-17.000,-17.000-1.000,70.000 1.000,17.000 17.000,36.000 0.000,-35.000 0.000,0.000 0.000,17.000 0.000,36.000 0.000,-54.000 0.000,19.000 0.000,-19.000 0.000,-17.000 0.000,0.000 0.000,0.000 0.000,-70.000 0.000,52.000 0.000,-105.000 0.000,-1.000 0.000,1.000 0.000,-1.000-36.000,1.000 36.000,-36.000 0.000,18.000 0.000,0.000 0.000,18.000 0.000,-18.000 0.000,-18.000 0.000,35.000 0.000,-34.000 0.000,-1.000 0.000,0.000 0.000,-17.000 0.000,35.000 0.000,0.000 0.000,17.000 0.000,-17.000 0.000,0.000 0.000,18.000 0.000,52.000 0.000,-52.000 0.000,-36.000 0.000,36.000 0.000,-1.000-17.000,-17.000-1.000,0.000 18.000,-35.000 0.000,17.000 0.000,0.000-35.000,-35.000 35.000,35.000 0.000,-17.000 0.000,35.000 0.000,0.000 0.000,-18.000 0.000,36.000 0.000,17.000 0.000,-53.000 0.000,-17.000-18.000,17.000 18.000,-17.000 0.000,-1.000 0.000,19.000-18.000,-19.000 18.000,1.000 0.000,17.000-17.000,18.000-1.000,-35.000 18.000,35.000 0.000,-18.000-17.000,-17.000 17.000,-1.000 0.000,19.000 0.000,-19.000 0.000,18.000 0.000,-17.000 0.000,35.000 0.000,-18.000 0.000,1.000 0.000,-19.000 0.000,18.000 0.000,-35.000 0.000,18.000 0.000,-18.000 0.000,35.000 0.000,-35.000 0.000,18.000 0.000,-18.000 0.000,18.000 0.000</inkml:trace>
  <inkml:trace contextRef="#ctx0" brushRef="#br0">22701.000 12735.000,'0.000'0.000,"0.000"-17.000,36.000-1.000,-1.000 18.000,35.000-18.000,36.000 18.000,-35.000 0.000,35.000 0.000,-36.000 0.000,1.000 0.000,-36.000 0.000,18.000 0.000,17.000 0.000,-52.000 0.000,35.000 0.000,-18.000 0.000,-17.000 0.000,35.000 0.000,-36.000 0.000,36.000 0.000,-35.000 0.000,17.000 0.000,-35.000 0.000,18.000 0.000,-18.000 0.000,71.000 0.000,-19.000 0.000,1.000 0.000,0.000 0.000,-17.000 0.000,16.000 0.000,1.000 0.000,-35.000 0.000,-18.000 0.000,35.000-17.000,-35.000 17.000,18.000 0.000,0.000 0.000</inkml:trace>
  <inkml:trace contextRef="#ctx0" brushRef="#br0">1023.000 14182.000,'53.000'0.000,"18.000"0.000,34.000 0.000,-34.000 0.000,52.000 0.000,1.000 0.000,-18.000 17.000,-18.000-17.000,0.000 36.000,36.000-19.000,-54.000-17.000,36.000 18.000,-53.000-18.000,0.000 18.000,0.000 17.000,0.000-35.000,0.000 0.000,-18.000 0.000,18.000 0.000,0.000 0.000,0.000 0.000,-36.000 0.000,36.000 0.000,-18.000 0.000,-17.000 0.000,0.000 0.000,-18.000 0.000,17.000 0.000,19.000 0.000,-36.000 0.000,35.000 0.000,-17.000 0.000,-1.000 0.000,1.000 0.000,17.000-18.000,18.000 18.000,-35.000 0.000,35.000 0.000,-36.000 0.000,1.000 0.000,-1.000 0.000,1.000-17.000,-18.000-1.000</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7:55:44"/>
    </inkml:context>
    <inkml:brush xml:id="br0">
      <inkml:brushProperty name="width" value="0.05292" units="cm"/>
      <inkml:brushProperty name="height" value="0.05292" units="cm"/>
      <inkml:brushProperty name="color" value="#ff0000"/>
    </inkml:brush>
  </inkml:definitions>
  <inkml:trace contextRef="#ctx0" brushRef="#br0">8149.000 15699.000,'0.000'0.000,"53.000"0.000,0.000 0.000,0.000 0.000,17.000 0.000,1.000 0.000,35.000 0.000,-18.000 0.000,0.000 0.000,18.000 0.000,0.000 0.000,-88.000 0.000,52.000 0.000,36.000 0.000,-53.000 0.000,53.000 0.000,0.000 0.000,-36.000 0.000,54.000 0.000,-1.000 0.000,-35.000 0.000,0.000 0.000,-17.000 0.000,0.000 0.000,-1.000 0.000,-17.000 0.000,0.000 0.000,0.000 0.000,0.000 0.000,0.000 0.000,-36.000 0.000,19.000 0.000,-1.000 0.000,0.000-18.000,0.000 18.000,1.000-18.000,-1.000 18.000,18.000 0.000,-18.000 0.000,36.000 0.000,-36.000-17.000,18.000 17.000,0.000 0.000,0.000 0.000,-18.000 0.000,0.000 0.000,-35.000 0.000,18.000 0.000,17.000 0.000,-17.000 0.000,-18.000 0.000,35.000 0.000,-17.000 0.000,-1.000 0.000,19.000 0.000,-1.000 0.000,0.000 0.000,1.000 0.000,-1.000 0.000,-35.000 0.000,35.000 0.000,0.000 0.000,1.000 0.000,17.000 0.000,-18.000 0.000,0.000 0.000,18.000 0.000,-18.000 0.000,1.000 0.000,-19.000 0.000,1.000 0.000,0.000 0.000,-1.000 0.000,1.000 0.000,-1.000 0.000,1.000 0.000</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2:26:51"/>
    </inkml:context>
    <inkml:brush xml:id="br0">
      <inkml:brushProperty name="width" value="0.05292" units="cm"/>
      <inkml:brushProperty name="height" value="0.05292" units="cm"/>
      <inkml:brushProperty name="color" value="#ff0000"/>
    </inkml:brush>
  </inkml:definitions>
  <inkml:trace contextRef="#ctx0" brushRef="#br0">7391.000 12594.000,'18.000'35.000,"-1.000"-17.000,1.000 0.000,-18.000-1.000,18.000 1.000,-1.000 0.000,19.000-18.000,16.000 0.000,1.000-18.000,0.000 18.000,35.000-35.000,-17.000 35.000,0.000-18.000,-1.000 0.000,-35.000 1.000,1.000 17.000,-1.000-18.000,0.000 1.000,1.000-1.000,-1.000 18.000,-18.000-35.000,1.000 35.000,0.000-18.000,17.000 0.000,-17.000 1.000,17.000-1.000,0.000 0.000,18.000 18.000,-35.000-17.000,17.000 17.000,-17.000-18.000,-1.000 18.000,19.000 0.000,-36.000-17.000,17.000 17.000,54.000 35.000,-36.000 0.000,0.000 0.000,-17.000-17.000,17.000 35.000,-17.000-18.000,35.000-17.000,-36.000 17.000,1.000-35.000,-18.000 18.000,18.000-18.000,17.000 0.000,18.000 0.000,35.000 0.000,-35.000 0.000,18.000 0.000,87.000 0.000,-105.000-18.000,53.000 0.000,-35.000 18.000,-18.000-17.000,-36.000 17.000,18.000-35.000,-17.000 35.000,17.000-36.000,18.000 36.000,-35.000 0.000,0.000-17.000,17.000 17.000,-18.000-18.000,1.000 18.000,0.000 0.000,-1.000 0.000,19.000 0.000,-19.000-18.000,1.000 18.000,0.000 0.000,17.000 36.000,18.000 17.000,-18.000-18.000,18.000 35.000,-35.000-34.000,17.000-19.000,-17.000 19.000,-1.000-36.000,1.000 35.000,-1.000-35.000,1.000 0.000,0.000 0.000,35.000 0.000,-36.000 0.000,54.000 0.000,-18.000 0.000,35.000-35.000,-35.000 17.000,35.000 0.000,-35.000 1.000,18.000 17.000,-1.000-18.000,-35.000 0.000,1.000 18.000,17.000-17.000,-36.000-1.000,18.000 18.000,1.000-18.000,-1.000 1.000,0.000 17.000,18.000-18.000,-17.000 1.000,16.000-19.000,-16.000 36.000,-1.000-17.000,18.000 17.000,-35.000-18.000,-1.000 18.000,1.000 0.000,-1.000 0.000,1.000 0.000,0.000-18.000,-1.000 18.000,1.000 0.000,0.000 0.000,35.000 0.000,-36.000 36.000,18.000 17.000,-17.000-36.000,17.000 18.000,-17.000-17.000,17.000 17.000,1.000-17.000,-19.000-18.000,-17.000 18.000,18.000-18.000,17.000 0.000,0.000 0.000,89.000-18.000,-54.000-35.000,54.000 53.000,-18.000-18.000,17.000-17.000,-52.000 18.000,70.000 17.000,-71.000-36.000,-17.000 36.000,-17.000-35.000,-19.000 35.000,1.000 0.000,0.000 0.000,-18.000-18.000,17.000 18.000,1.000 0.000,-1.000 0.000,1.000 0.000,17.000 53.000,18.000-17.000,-17.000-1.000,-1.000 0.000,-35.000-17.000,18.000-1.000,-1.000 1.000,1.000 0.000,-1.000 17.000,1.000-17.000,35.000-18.000,-18.000 0.000,36.000 0.000,-18.000-53.000,35.000 17.000,-35.000 19.000,0.000-1.000,-18.000 0.000,36.000 18.000,-36.000-17.000,-17.000 17.000,-1.000 0.000,1.000 0.000,-1.000 0.000,19.000-18.000,-1.000 18.000,0.000 0.000,1.000 0.000,-1.000 0.000,-18.000 0.000,19.000-17.000,17.000 17.000,-36.000 0.000,19.000 0.000,-19.000 0.000,1.000-18.000,-1.000 18.000,1.000 0.000,0.000 0.000,-1.000 0.000,19.000 0.000,-1.000-18.000,-17.000 18.000,-1.000-17.000,19.000 17.000,-19.000 0.000,18.000 17.000,36.000 36.000,-18.000 18.000,-18.000-18.000,18.000 35.000,-18.000-53.000,18.000 0.000,-35.000 1.000,0.000-19.000,-1.000-17.000,-17.000 18.000,18.000-18.000,17.000-18.000,0.000 1.000,54.000-19.000,-36.000 1.000,-1.000 0.000,-16.000 0.000,52.000-1.000,-53.000 1.000,36.000 17.000,-36.000-17.000,0.000 0.000,18.000 0.000,0.000 17.000,-18.000 0.000,1.000 1.000,-1.000-19.000,-35.000 19.000,35.000-1.000,-17.000 18.000,0.000 0.000,34.000 71.000,-16.000-18.000,17.000 35.000,-18.000 0.000,35.000 0.000,-34.000-35.000,17.000 18.000,-36.000-71.000,19.000 53.000,-36.000-36.000,17.000-17.000,36.000 0.000,-18.000-35.000,1.000 17.000,-1.000 1.000,36.000-19.000,-1.000 19.000,1.000-36.000,-36.000 35.000,18.000-17.000,0.000 0.000,0.000-1.000,-18.000 19.000,0.000-19.000,0.000 19.000,18.000-36.000,-35.000 53.000,17.000-18.000,-17.000-17.000,17.000 35.000,-17.000-35.000,0.000 35.000,-1.000 0.000,-17.000-18.000,0.000 0.000,35.000 18.000,-17.000-17.000,0.000 17.000,17.000 35.000,-35.000 18.000,35.000-18.000,-17.000 0.000,0.000-17.000,-1.000 17.000,1.000 1.000,17.000-19.000,-35.000 36.000,18.000-35.000,-1.000-1.000,1.000 19.000,-18.000-19.000,0.000 1.000,18.000-18.000,-1.000 0.000,19.000-18.000,-1.000-35.000,18.000 36.000,-36.000 17.000,19.000-35.000,-1.000 17.000,-17.000 0.000,-1.000 1.000,1.000-19.000,0.000 19.000,34.000-1.000,-34.000 0.000,0.000-17.000,-1.000 0.000,1.000 17.000,0.000 18.000,-18.000-17.000,17.000-1.000,1.000 0.000,0.000 1.000,17.000-1.000,-35.000 0.000,17.000 18.000,19.000 36.000,-19.000-1.000,1.000-35.000,0.000 88.000,-1.000-53.000,19.000 18.000,-19.000-17.000,18.000-1.000,18.000 0.000,-35.000 0.000,-18.000-52.000,35.000-1.000,-35.000 1.000,18.000 17.000,0.000-18.000,-1.000 0.000,1.000 18.000,17.000-17.000,-17.000-1.000,-18.000 0.000,17.000 1.000,1.000 17.000,0.000-18.000,-1.000-17.000,1.000 35.000,-18.000-18.000,18.000 1.000,-1.000-1.000,1.000-17.000,17.000 17.000,-35.000 0.000,18.000 1.000,-18.000-1.000,17.000-17.000,1.000 17.000,0.000 1.000,-18.000-1.000,0.000 0.000,17.000 18.000,-17.000-17.000,18.000 17.000,-18.000-18.000,0.000 0.000,18.000 1.000,-18.000-1.000,0.000-35.000,17.000 35.000,-17.000 1.000,0.000-1.000,36.000 1.000,-36.000-1.000,0.000 0.000,17.000 1.000,1.000-19.000,-18.000 19.000,17.000-1.000,-17.000-17.000,18.000 17.000,0.000 1.000,-18.000-1.000,0.000 0.000,17.000 1.000,-17.000-19.000,18.000 19.000,-18.000-1.000,18.000 18.000,-18.000-18.000,17.000 1.000,-17.000-1.000,36.000-17.000,-36.000 17.000,0.000 1.000,0.000-19.000,17.000 19.000,-17.000-1.000,0.000 0.000,0.000 1.000,0.000-1.000,0.000 0.000,0.000-17.000,0.000 0.000,0.000 17.000,0.000 1.000,18.000 17.000,-18.000-18.000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7T23:19:15"/>
    </inkml:context>
    <inkml:brush xml:id="br0">
      <inkml:brushProperty name="width" value="0.09701" units="cm"/>
      <inkml:brushProperty name="height" value="0.09701" units="cm"/>
      <inkml:brushProperty name="color" value="#7030a0"/>
      <inkml:brushProperty name="ignorePressure" value="0"/>
    </inkml:brush>
  </inkml:definitions>
  <inkml:trace contextRef="#ctx0" brushRef="#br0">227.000 192.000,'0.009'-0.028,"0.014"-0.043,0.016-0.048,0.016-0.048,0.014-0.043,0.012-0.037,0.010-0.030,0.008-0.023,0.006-0.017,-0.011-0.003,-0.010-0.028,-0.013-0.066,-0.023 0.052,-0.008-0.029,-0.008-0.049,-0.007-0.061,-0.010 0.101,-0.003-0.022,-0.000-0.314,-0.005-0.115,-0.004 0.026,-0.002-0.057,-0.001 0.057,-0.001-0.064,-0.002-0.681,-0.001-0.098,0.002 0.772,0.000 0.021,-0.001-0.584,0.000-0.003,0.001-0.041,0.000-0.093,0.001 0.133,0.001 0.716,0.000 0.045,-0.000-0.393,0.000 0.256,0.000 0.018,0.000 0.028,0.000 0.034,0.000 0.013,0.000-0.003,0.000-0.209,0.000-0.017,-0.000 0.287,-0.000-0.016,0.000-0.022,0.000-0.027,0.000-0.293,-0.000-0.079,-0.000-0.046,-0.000-0.021,-0.000 0.246,0.000-0.035,-0.000-0.027,0.000-0.020,0.000 0.137,-0.000-0.011,0.000-0.506,0.000-0.042,0.000 0.160,0.000 0.013,0.000-0.285,-0.000 0.064,0.000-0.070,0.000-0.003,0.000 0.040,0.018 0.491,0.031 0.025,0.035-0.120,0.016 0.024,-0.007 0.138,0.000-0.020,0.090-0.604,0.051 0.031,-0.103 0.705,0.120-0.560,0.040 0.076,-0.085 0.439,-0.006 0.024,0.068-0.229,0.021 0.021,-0.066 0.272,-0.009 0.034,0.098-0.226,0.018 0.144,0.061 0.082,0.047 0.037,0.035 0.005,-0.130 0.232,0.015 0.008,0.129-0.133,0.019 0.015,0.024 0.059,0.167-0.105,0.086-0.044,-0.229 0.216,0.037-0.030,0.669-0.513,0.129 0.002,-0.451 0.378,0.078-0.011,0.268-0.146,0.121-0.068,0.138-0.054,0.143-0.041,0.389-0.191,0.146-0.066,-0.388 0.274,0.139 0.016,0.797-0.223,0.172 0.071,-0.768 0.363,1.971-0.477,0.251 0.060,-1.290 0.406,0.017 0.072,1.894-0.192,-0.024 0.194,-2.260 0.358,0.081 0.050,1.619-0.059,0.118 0.039,-0.947 0.089,0.099 0.027,0.686 0.010,0.141 0.032,0.123 0.028,0.104 0.025,1.945 0.013,-0.054 0.030,-0.090 0.020,-0.844 0.010,1.152 0.007,0.245 0.004,-0.664 0.001,0.116 0.001,0.950 0.001,0.058-0.001,0.005-0.001,-0.031-0.001,-1.708-0.003,0.018-0.001,1.763 0.000,0.025-0.001,-1.675-0.002,0.091-0.001,1.839-0.000,-0.039-0.001,-2.680-0.001,-0.026-0.000,2.580-0.000,-0.100-0.000,1.086-0.000,-0.910-0.000,-0.134-0.000,-1.003 0.000,-0.138 0.000,0.690 0.000,-0.129 0.000,-1.668 0.000,-0.048 0.000,0.750 0.000,-0.018 0.000,-0.814 0.000,-0.048 0.000,2.083 0.000,-0.351 0.000,-2.311 0.000,-0.187 0.000,1.021 0.000,-0.265 0.000,-0.593 0.000,1.101 0.000,-0.167 0.000,-1.800-0.000,-0.105 0.000,0.879 0.000,-0.207 0.000,-1.546-0.000,-0.071 0.000,1.313 0.000,-0.036 0.000,-0.464-0.000,0.008 0.000,0.477 0.000,0.022 0.000,-0.892 0.000,0.036 0.000,0.553 0.000,0.105 0.000,-0.454 0.000,0.006 0.000,-0.493 0.000,-0.003 0.000,1.014 0.000,0.037 0.000,1.034 0.000,-0.044 0.000,0.197 0.000,0.079 0.000,-0.002 0.000,-1.055 0.000,0.031 0.000,0.013-0.047,-0.000-0.078,-1.057 0.003,0.018-0.019,2.673-0.154,-0.233 0.004,-2.646 0.141,-0.062 0.011,0.384-0.007,-0.120 0.018,-0.114-0.000,-0.105-0.014,0.655-0.079,-0.221-0.042,-0.873 0.051,-0.091 0.002,1.262-0.143,-0.131-0.026,-1.662 0.152,-0.024-0.037,0.640-0.151,0.038-0.048,0.096-0.013,0.133 0.014,0.129 0.008,0.120 0.004,0.085 0.024,0.056 0.037,1.061-0.175,-0.813 0.109,-0.021 0.018,0.381-0.042,-0.074 0.008,-0.121 0.033,-0.146 0.049,-0.836 0.121,-0.041 0.035,0.298 0.012,-0.087 0.043,0.251-0.003,-0.094-0.006,0.326-0.012,0.170 0.005,-0.263 0.033,-1.233 0.073,-0.045 0.014,-0.302 0.020,-0.029 0.009,0.448-0.001,-0.093 0.013,0.099 0.009,-0.152 0.011,-0.484 0.008,-0.051 0.004,0.382 0.004,0.054 0.003,-0.320 0.054,0.107 0.093,0.464 0.129,0.292 0.087,0.289 0.115,0.273 0.130,1.211 0.363,0.425 0.173,-1.669-0.411,0.169 0.059,2.433 0.711,0.179 0.114,-2.054-0.613,2.724 0.752,-0.009-0.006,-2.604-0.750,-0.110-0.064,0.399 0.072,-0.231-0.082,0.612 0.110,-0.501-0.168,-0.250-0.107,-0.670-0.187,-0.618-0.163,-0.505-0.128,-0.512-0.115,-0.412-0.086,-0.317-0.060,-0.232-0.040,-0.160-0.024,-0.103-0.012,-0.059-0.004,-0.026 0.002,0.013 0.033,0.041 0.052,0.053 0.058,0.056 0.056,0.052 0.050,0.046 0.042,0.038 0.034,0.030 0.026,0.022 0.019,-0.065-0.094,0.024-0.017,-0.012-0.025,0.025 0.012,0.120 0.090,-0.017 0.006,-0.037-0.003,-0.048-0.008,-0.051-0.011,-0.076-0.069,0.005 0.014,0.115 0.176,0.017 0.061,0.013 0.056,0.037 0.108,0.084 0.191,0.095 0.284,0.168 0.365,0.096 0.158,-0.355-0.696,0.009 0.059,0.509 0.930,-0.017-0.101,0.027 0.012,0.096 0.189,-0.050-0.046,-0.033-0.100,-0.094-0.165,-0.126-0.194,-0.297-0.548,-0.067-0.089,0.038 0.116,-0.049-0.118,-0.121-0.254,-0.035-0.050,0.030 0.148,-0.065-0.087,-0.056-0.077,-0.074-0.237,-0.015-0.010,-0.005 0.095,-0.019 0.002,-0.015 0.087,-0.014 0.057,-0.008-0.008,-0.005 0.059,-0.005 0.151,-0.002 0.068,0.006-0.244,0.000 0.031,-0.034 0.378,-0.046 0.055,0.005-0.207,-0.008 0.023,-0.041 0.150,-0.037 0.021,-0.044 0.145,-0.002 0.003,-0.084 0.156,-0.089 0.030,0.147-0.516,-0.156 0.470,-0.028 0.017,0.030-0.176,-0.018-0.051,0.058-0.168,0.017-0.021,-0.040 0.090,0.001-0.051,-0.152 0.201,-0.002-0.195,0.063-0.229,0.019-0.120,0.021-0.096,0.152-0.164,0.027 0.015,-0.054 0.128,0.001 0.019,0.049-0.022,-0.024 0.048,-0.051 0.057,-0.044 0.036,-0.037 0.020,-0.031-0.016,-0.024-0.041,-0.019-0.033,-0.014-0.026,0.073-0.063,0.023 0.022,-0.093 0.166,0.016 0.010,0.113-0.149,-0.000-0.002,-0.036 0.071,0.031-0.005,-0.026 0.063,0.008-0.015,-0.008 0.085,0.066-0.145,-0.041-0.005,-0.091 0.091,-0.032 0.035,0.080-0.144,-0.044 0.004,-0.219 0.158,-0.078-0.010,0.147-0.165,-0.013-0.009,-0.217 0.165,-0.035 0.031,0.176-0.154,-0.025 0.001,-0.255 0.158,-0.033-0.014,-0.021-0.022,-0.012-0.026,0.347-0.231,-0.010-0.007,-0.390 0.231,-0.017 0.035,-0.130 0.129,0.137-0.073,0.015-0.009,0.016-0.020,0.015-0.026,0.375-0.242,0.020-0.009,-0.289 0.177,0.059-0.064,0.127-0.098,0.008-0.024,-0.072 0.036,0.036-0.010,0.072-0.004,0.092 0.000,0.231-0.162,-0.001-0.017,0.010-0.007,0.018 0.001,-0.223 0.159,0.027-0.043,0.184-0.142,0.005-0.029,-0.001-0.011,-0.004 0.002,-0.025 0.013,-0.040 0.020,-0.260 0.150,-0.025 0.040,0.076-0.047,0.011-0.025,0.156-0.083,0.008 0.005,-0.087 0.031,-0.032-0.020,-0.041-0.004,-0.045 0.007,-0.047 0.015,-0.045 0.020,-0.337 0.153,0.127-0.088,-0.117-0.013,-0.438 0.088,-0.098-0.001,0.629-0.197,-0.051-0.017,-0.682 0.110,-0.113-0.001,0.094-0.057,-0.139-0.027,-0.103-0.008,-0.073 0.005,0.455-0.046,-0.102 0.037,-1.825 0.337,-0.180 0.064,1.324-0.249,-0.066-0.021,-0.490 0.040,-0.145-0.008,0.697-0.121,-0.106-0.019,-1.082 0.102,-0.214 0.034,-0.160 0.028,-0.115 0.022,-0.610 0.110,-0.024 0.060,1.049-0.141,-0.031-0.017,-0.621 0.030,-0.096-0.052,-0.095-0.059,-0.090-0.061,-0.035-0.059,0.005-0.055,-0.537-0.035,0.100-0.054,1.209-0.057,0.055-0.023,-1.713-0.016,0.137-0.028,0.264-0.019,1.680-0.004,0.104-0.004,-0.313-0.005,0.196-0.001,0.185 0.000,0.168 0.001,0.172 0.002,0.167 0.002,-0.524-0.001,0.129 0.003,1.314 0.006,0.020 0.001,-0.015 0.001,-0.042 0.001,-1.434-0.000,-0.088 0.002,0.524 0.001,-1.216 0.001,0.107 0.001,1.862-0.000,0.013 0.000,-1.120 0.000,-0.056 0.000,0.351-0.000,-0.014-0.000,0.036-0.000,0.069-0.000,-0.274-0.000,0.094-0.000,-0.330-0.000,0.068-0.074,0.103-0.115,0.761-0.001,0.131-0.018,0.650 0.037,0.062-0.021,-0.417-0.083,0.129-0.001,0.518 0.076,0.021 0.011,-1.031-0.157,0.174-0.013,0.301 0.053,0.168 0.035,0.198 0.043,0.365 0.051,0.003-0.012,0.010 0.001,0.014 0.009,-0.259-0.058,0.046-0.028,-0.092 0.002,-0.026 0.021,0.018 0.031,0.225 0.018,-0.229-0.035,-0.054 0.007,-0.006 0.018,0.027 0.024,0.047 0.027,0.058 0.027,0.489 0.040,0.019-0.012,-0.271-0.045,0.021-0.002,-0.002-0.018,-0.019-0.029,-0.152-0.039,0.012 0.004,0.301 0.060,0.011 0.013,-0.267-0.048,0.023-0.021,-0.321-0.026,0.234 0.061,-0.062 0.017,-0.265-0.026,-0.085-0.021,0.337 0.047,-0.056 0.005,-0.287-0.010,-0.071 0.018,-0.360 0.001,-0.009 0.028,0.026 0.027,1.674 0.081,-1.799-0.050,-0.106 0.019,0.478 0.021,-0.058 0.008,-0.602 0.005,0.032 0.009,0.573 0.006,-0.010 0.003,0.009 0.002,0.023 0.002,-0.795 0.004,0.071 0.001,0.447-0.002,-0.872 0.002,0.111-0.001,0.911-0.003,0.100-0.001,0.278-0.001,-0.004-0.001,0.003-0.001,0.009-0.000,-0.455-0.000,0.050-0.000,0.283-0.000,0.052-0.000,0.271-0.000,0.057-0.000,0.039-0.000,0.025-0.000,-0.151-0.000,0.052 0.000,0.365 0.000,-0.020 0.000,-1.000-0.000,-0.001 0.000,0.968 0.000,0.002 0.000,-0.772-0.000,0.015 0.000,0.565 0.000,-0.024 0.000,-0.042 0.000,-0.054 0.000,-0.926 0.000,0.014 0.000,0.025 0.000,-0.097 0.000,-0.031 0.000,0.358 0.000,-0.376 0.000,-0.049 0.000,-0.319-0.000,-0.000 0.000,1.158 0.000,0.009 0.000,-1.193 0.000,-0.060 0.000,0.463 0.000,-0.718 0.000,0.022 0.000,0.672 0.000,0.028 0.000,0.638 0.013,0.014 0.023,-1.443 0.089,0.194 0.024,1.452-0.067,0.039-0.002,0.032-0.004,0.026-0.005,-0.947 0.032,0.107-0.018,0.973-0.041,0.010-0.006,-0.935 0.010,0.006-0.014,0.927-0.018,-0.010-0.004,-0.772-0.001,-0.078-0.006,0.725-0.004,-0.027-0.002,-0.899-0.002,-0.125-0.002,-0.082-0.001,-0.047-0.000,0.871 0.002,-0.049 0.000,-0.695-0.001,-0.027 0.000,-0.670-0.000,0.040 0.001,0.622 0.001,-0.664 0.000,0.045 0.001,1.021 0.001,0.050 0.000,-0.793 0.000,0.185 0.000,1.148 0.000,0.015 0.000,-1.019 0.000,0.106 0.000,1.050-0.000,0.038 0.000,-0.863 0.000,0.106-0.000,0.689-0.000,0.011-0.000,0.241-0.000,0.044-0.000,-0.371 0.000,-0.005-0.000,-0.354-0.000,0.090-0.000,0.785-0.000,0.058 0.000,-0.448 0.000,-0.006-0.000,-0.206 0.000,-0.143 0.000,0.082-0.000,0.547 0.000,0.090 0.000,0.184 0.000,0.034 0.000,0.109 0.000,-0.043 0.000,-0.354 0.000,-0.084 0.000,0.096 0.000,-0.056 0.000,-0.454-0.000,-0.102 0.000,0.316 0.000,-0.091 0.000,-1.029-0.000,-0.009 0.000,-0.027 0.000,-0.160 0.000,-0.085 0.000,0.866 0.000,0.032 0.000,-0.015 0.000,-0.050 0.000,-0.038 0.000,-0.027 0.000,-0.294 0.000,0.039 0.000,-0.005 0.000,-0.036 0.000,-0.305 0.000,0.031 0.000,-0.367 0.000,-0.314 0.000,0.062 0.000,1.256 0.000,0.076 0.000,-0.427 0.000,0.130 0.000,0.806 0.000,0.066 0.000,-0.683 0.000,0.243 0.000,0.491 0.000,0.110 0.000,0.118 0.000,0.118 0.000,0.112 0.000,-0.129 0.000,0.149 0.000,0.387 0.000,0.001 0.000,-0.210 0.000,0.006 0.000,0.126 0.000,-0.027 0.000,-0.180 0.000,-0.010 0.000,-0.108 0.000,-0.076 0.000,0.039 0.000,0.405 0.000,0.012 0.000,-0.063 0.000,0.008 0.000,-0.085 0.000,0.032 0.000,0.038 0.000,0.040 0.000,0.100 0.000,0.009 0.000,-0.139 0.000,0.022 0.000,0.024 0.000,-0.075 0.000,-0.060 0.000,-0.007 0.000,0.004 0.000,-0.062 0.000,-0.033 0.000,-0.011 0.000,0.234 0.000,0.000 0.000,-0.078 0.000,0.001 0.000,-0.181 0.000,-0.035 0.000,-0.165 0.000,0.005 0.000,0.024 0.000,0.326 0.000,0.018 0.000,-0.132 0.000,0.027 0.000,-0.075 0.000,0.084 0.000,0.016 0.000,0.019 0.000,0.019 0.000,0.079 0.000,0.010 0.000,-0.053 0.000,0.009 0.000,-0.160 0.000,0.109 0.000,-0.018 0.000,-0.164 0.000,0.013 0.000,0.085 0.000,0.045 0.000,0.049 0.000,-0.020 0.000,0.062 0.000,0.055 0.000,0.072 0.000,0.032 0.000,0.024 0.000,0.017 0.000,0.012 0.000,0.007 0.000,0.059-0.024,-0.015-0.039,-0.116-0.065,-0.010-0.017,0.000 0.002,0.096 0.043,-0.012 0.010,-0.017 0.011,-0.020 0.012,0.003-0.012,0.019-0.028,-0.088-0.063,0.022-0.002,0.019 0.013,-0.010 0.018,-0.008 0.026,-0.014 0.026,-0.016 0.024,0.068 0.025,-0.015 0.012,-0.081 0.008,0.004 0.010,0.013 0.007,0.153 0.003,-0.007 0.001,-0.170 0.003,0.002 0.001,0.012 0.000,0.115-0.002,-0.006-0.000,-0.107-0.020,0.016-0.032,0.025-0.036,0.028-0.036,0.091 0.015,0.015-0.000,0.012 0.006,0.009 0.009,-0.023-0.023,-0.019-0.035,0.087 0.043,-0.016-0.002,-0.158-0.051,-0.038 0.011,0.075 0.025,-0.019-0.020,-0.136-0.057,-0.022 0.001,0.047 0.008,-0.009-0.024,-0.107-0.065,0.040 0.013,0.054 0.028,0.059 0.035,0.058 0.038,0.053 0.036,0.033 0.021,0.030 0.014,0.020 0.006,0.012 0.001,0.006-0.002,0.002-0.004,-0.001-0.005,-0.002-0.005,-0.006-0.006,0.018 0.006,0.022 0.009,0.022 0.009,0.020 0.009,0.017 0.008,0.014 0.007,0.011 0.005,0.008 0.004,0.005 0.003,0.003 0.002,0.002 0.001,0.001 0.001,0.000 0.000,-0.000-0.000,-0.001-0.000,-0.001-0.000,-0.001-0.000,-0.001-0.000,-0.001-0.000,-0.000-0.000,-0.001 0.005,-0.004 0.006,-0.005 0.007,-0.005 0.007,-0.004 0.006,-0.004 0.005,-0.003 0.004,-0.002 0.003,-0.002 0.002,-0.001 0.002,-0.001 0.001,-0.000 0.001,-0.000 0.000,-0.000 0.000,0.000-0.000,0.000-0.000,-0.007-0.019,-0.012-0.029,-0.014-0.032,-0.014-0.032,-0.013-0.029,-0.011-0.025,-0.009-0.020,-0.007-0.016,-0.005-0.011,0.004-0.009,0.014-0.002,0.017 0.001,0.017 0.002,0.016 0.003,0.014 0.003,0.012 0.003,0.009 0.003,0.007 0.002,0.005 0.002,-0.001-0.007,-0.001-0.005,-0.003-0.006,-0.003-0.006,-0.003-0.006,-0.003-0.005,-0.003-0.004,-0.002-0.003,-0.310-0.622</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27T23:19:15"/>
    </inkml:context>
    <inkml:brush xml:id="br0">
      <inkml:brushProperty name="width" value="0.09701" units="cm"/>
      <inkml:brushProperty name="height" value="0.09701" units="cm"/>
      <inkml:brushProperty name="color" value="#7030a0"/>
      <inkml:brushProperty name="ignorePressure" value="0"/>
    </inkml:brush>
  </inkml:definitions>
  <inkml:trace contextRef="#ctx0" brushRef="#br0">175.000 463.000,'0.000'-0.022,"0.000"-0.034,0.000-0.038,0.000-0.038,0.000-0.035,0.000-0.030,0.000-0.024,0.000-0.019,0.000-0.014,0.000-0.010,0.000-0.006,0.000-0.004,0.000-0.002,0.000-0.001,0.000 0.000,-0.030-0.003,-0.048-0.072,-0.018 0.007,-0.041-0.095,-0.013-0.031,-0.034-0.114,-0.171-0.420,-0.132-0.208,-0.095-0.209,-0.064-0.199,-0.062-0.136,-0.058-0.085,-0.132-0.316,-0.001-0.049,0.196 0.495,-0.014 0.012,-0.106-0.222,0.013 0.035,0.047 0.043,0.070 0.047,0.059 0.047,0.048 0.045,0.168 0.463,0.015 0.035,-0.152-0.499,0.067 0.142,0.196 0.578,0.034 0.045,-0.055-0.394,0.069 0.071,0.076 0.190,0.042 0.039,0.036 0.053,0.030 0.060,0.029 0.252,0.011 0.008,0.016-0.557,0.020 0.014,-0.001 0.466,0.003 0.030,0.004-0.062,0.000 0.040,-0.001 0.040,-0.002 0.037,0.022 0.033,0.037 0.029,0.055-0.218,0.087-0.023,0.113 0.009,-0.058 0.242,0.039-0.018,0.036-0.028,0.032-0.035,0.156-0.221,0.030 0.000,-0.050 0.116,0.008 0.025,0.005 0.006,0.002-0.009,0.133-0.140,-0.012 0.094,-0.056 0.044,-0.094 0.112,-0.024 0.033,-0.166 0.225,-0.000 0.030,0.209-0.162,-0.013 0.055,-0.021 0.044,-0.013 0.058,-0.006 0.063,0.035-0.012,0.022-0.023,0.012-0.028,-0.081 0.051,0.045-0.023,0.055-0.025,0.060-0.025,0.061-0.024,0.059-0.022,0.131-0.077,0.004-0.017,-0.286 0.152,0.015-0.031,0.437-0.323,-0.004-0.013,-0.029 0.021,-0.237 0.159,-0.038 0.015,-0.038 0.036,-0.036 0.049,0.070-0.015,0.008 0.025,-0.150 0.105,0.025-0.000,0.106-0.055,0.003-0.011,-0.078 0.040,0.022-0.012,0.237-0.099,0.038 0.033,-0.057 0.039,0.063-0.035,-0.082 0.051,0.032 0.011,0.028 0.004,0.024-0.002,0.161-0.037,0.013 0.030,-0.020 0.016,-0.042 0.005,-0.269 0.087,0.015-0.008,0.439-0.135,0.011 0.027,0.022 0.041,0.029 0.048,-0.120 0.049,0.032-0.000,0.258-0.017,0.133 0.025,-0.498 0.080,0.039-0.008,0.478-0.060,0.085 0.008,-0.372 0.037,0.074-0.035,1.146-0.206,0.090-0.008,-0.771 0.124,0.040-0.011,0.363-0.041,0.098 0.020,0.075 0.007,0.056-0.003,0.063-0.010,0.065-0.014,-0.299 0.032,0.029-0.016,0.749-0.097,0.043 0.027,-0.708 0.082,-0.003-0.032,1.085-0.178,-0.016 0.026,-1.344 0.226,1.681-0.166,0.123 0.014,-0.791 0.115,-0.006 0.034,0.441 0.012,0.052 0.049,-1.227 0.098,0.013 0.020,1.782-0.024,0.073 0.043,-1.301 0.045,0.013 0.014,0.538 0.011,0.143 0.012,0.068 0.009,0.012 0.007,-0.076 0.005,-0.134 0.003,0.018 0.001,1.276 0.006,-0.255-0.001,-1.799-0.008,-0.084-0.001,0.321-0.000,-0.052-0.002,-0.368-0.002,0.055-0.001,1.260 0.000,-0.001-0.002,-1.578-0.002,0.044-0.000,0.964-0.000,0.167-0.000,0.140-0.000,0.115-0.000,0.091-0.000,0.070-0.000,0.005-0.000,-0.042 0.000,-0.074 0.000,-0.092 0.000,-0.970 0.000,0.008 0.000,1.424-0.000,-0.055 0.000,-0.936 0.000,0.038 0.000,0.539-0.024,0.060-0.039,0.546-0.039,0.018-0.015,-0.993 0.024,0.014 0.002,0.533-0.007,0.029 0.009,0.557 0.002,0.033 0.014,-0.569 0.019,-0.090 0.010,-0.576 0.013,-0.075 0.007,-0.103 0.006,-0.120 0.005,-0.092 0.004,-0.068 0.003,0.782 0.003,-0.044 0.003,-0.507 0.002,-0.126 0.001,-0.392 0.000,0.057 0.000,0.914 0.001,0.125-0.000,-0.310-0.001,0.125-0.000,0.111-0.000,0.096-0.000,-0.406-0.001,0.070-0.000,0.536-0.000,-0.009-0.000,0.487-0.000,-0.028-0.000,-1.509-0.000,-0.032-0.000,0.983-0.000,0.055-0.000,0.542-0.000,0.012-0.000,-1.462 0.000,0.068 0.000,2.250-0.000,0.044 0.000,-2.162 0.000,0.002 0.000,0.562 0.000,0.033 0.000,1.611 0.000,-0.180 0.000,-0.315 0.000,-0.378 0.000,-1.854 0.000,1.622 0.000,-0.266 0.000,-0.024 0.000,-0.089 0.000,-0.123 0.000,-0.820 0.000,-0.020 0.000,0.353 0.000,-0.027 0.000,-1.104 0.000,0.010 0.000,1.213 0.000,0.122 0.000,-0.301 0.000,0.100 0.000,0.057 0.000,0.023 0.000,-0.371 0.000,0.093 0.000,0.997 0.000,0.007 0.000,0.602 0.000,0.003-0.074,-0.088-0.115,-1.476 0.027,-0.070-0.016,0.730-0.060,-0.211 0.008,-1.281 0.085,-0.044 0.010,0.708-0.024,-0.060 0.022,-0.039-0.001,-0.023-0.018,-0.010-0.005,-0.000 0.004,0.425-0.037,0.089-0.030,-1.040 0.045,0.149-0.045,1.153-0.150,0.297-0.060,1.969-0.294,0.219-0.103,-1.321 0.233,1.074-0.123,0.418-0.079,-0.489 0.061,0.159-0.009,0.162-0.018,0.157-0.024,-1.527 0.196,0.053 0.001,3.405-0.350,-0.032 0.099,-1.798 0.249,-0.181 0.085,-1.653 0.175,-0.070 0.046,1.419-0.018,-0.093 0.070,1.213 0.036,-0.373 0.076,-2.812 0.071,-0.118 0.018,1.665 0.015,-0.211 0.024,-1.816 0.006,-0.057 0.005,1.099 0.011,0.030 0.004,0.644 0.005,0.088-0.001,0.050-0.003,0.022-0.004,-1.714-0.011,0.087-0.002,0.852-0.000,0.317-0.002,-0.448-0.003,0.254-0.002,4.695 0.001,0.333-0.004,-3.576-0.003,-0.100-0.001,0.799-0.001,-0.021-0.001,-0.048-0.000,-0.065-0.000,1.532-0.000,-0.230-0.000,0.155 0.000,-0.052 0.000,-0.180 0.000,-2.467 0.000,-0.068 0.000,0.722 0.000,-0.023 0.000,-0.016 0.000,-0.010 0.000,-0.784 0.000,-0.036 0.000,2.505 0.000,0.764 0.000,-0.303 0.000,-3.132 0.000,-0.138 0.000,0.469 0.000,-0.266 0.000,-0.214 0.000,-0.168 0.000,0.332 0.000,-0.287 0.000,-1.258 0.000,-0.213 0.000,-0.131 0.000,-0.065 0.000,0.368-0.000,-0.065 0.000,-0.086 0.000,-0.096 0.000,-0.452 0.000,-0.032 0.000,0.682 0.000,-0.134 0.000,-0.813 0.000,-0.088 0.000,0.593 0.000,-0.040 0.000,-0.684 0.000,-0.042 0.000,-0.332 0.000,-0.016 0.000,1.137 0.000,-0.141 0.000,-1.141 0.000,0.015 0.000,1.201 0.000,0.034 0.000,-1.147 0.000,0.042 0.000,0.350 0.000,0.034 0.000,1.044 0.000,0.056 0.000,-0.992 0.000,0.000 0.000,0.695 0.000,0.031 0.000,-1.033 0.000,-0.037 0.000,0.908 0.000,-0.092 0.000,-0.658 0.000,-0.020 0.000,0.533 0.000,-0.106 0.000,-0.599 0.000,-0.011 0.000,0.802 0.000,-0.057 0.000,-0.439 0.000,0.707 0.000,0.108 0.000,-0.906 0.000,-0.006 0.000,0.920 0.000,-0.025 0.000,-0.016 0.000,0.109 0.000,-0.300 0.000,-0.388 0.000,-0.393 0.000,-0.164 0.000,-0.332 0.000,-0.115 0.000,-0.100 0.000,-0.085 0.000,0.266 0.000,-0.022 0.000,-0.011 0.000,0.034 0.000,0.132 0.000,-0.064 0.000,-0.598 0.000,-0.025 0.000,0.088 0.000,-0.055 0.000,-0.037 0.000,-0.023 0.000,-0.035 0.000,-0.042 0.000,-0.230 0.000,-0.022 0.000,0.179 0.000,0.005 0.000,0.024 0.000,-0.044 0.000,-0.056 0.000,-0.062 0.000,-0.049 0.013,-0.037 0.022,-0.027 0.027,-0.019 0.028,0.105 0.110,0.043 0.119,0.055 0.126,0.279 0.343,0.361 0.408,0.175 0.226,-0.637-0.617,0.065 0.028,0.803 0.666,0.101 0.071,-0.512-0.451,0.053 0.028,0.641 0.524,-0.041-0.029,-0.824-0.654,0.605 0.629,-0.232-0.101,-0.566-0.523,-0.098-0.069,-0.014 0.045,-0.137-0.084,-0.131-0.078,-0.120-0.070,-0.083-0.037,-0.053-0.013,-0.053-0.018,-0.050-0.021,-0.022-0.022,-0.001-0.021,-0.010 0.003,-0.016 0.021,-0.017-0.072,0.015 0.003,0.006 0.000,-0.002-0.002,0.036 0.183,-0.021 0.031,-0.072-0.255,-0.011 0.001,0.018 0.204,-0.022-0.034,-0.021-0.047,-0.018-0.053,-0.012 0.046,-0.017-0.047,-0.015-0.248,-0.004-0.006,-0.003 0.111,-0.004 0.002,-0.003 0.028,-0.002 0.044,-0.002 0.104,-0.001 0.019,0.003-0.212,0.000 0.003,-0.002 0.256,0.001 0.045,0.000 0.213,-0.036 0.088,-0.057 0.054,0.015-0.331,-0.008-0.013,-0.040 0.106,-0.036 0.007,-0.011-0.098,-0.036 0.015,-0.079 0.136,-0.044 0.022,-0.016 0.019,0.005 0.016,-0.003-0.011,-0.010-0.029,0.095-0.255,0.011-0.023,-0.161 0.410,-0.002-0.020,-0.044-0.016,0.065-0.182,0.025-0.060,0.037-0.066,0.063-0.081,-0.042 0.121,0.002-0.043,0.119-0.301,-0.012-0.010,-0.110 0.190,0.013-0.014,0.031-0.075,-0.013-0.008,-0.030 0.055,0.022-0.008,0.066-0.143,-0.009-0.031,0.021-0.080,-0.017-0.029,-0.048 0.021,0.002-0.009,-0.172 0.160,-0.014 0.009,0.205-0.184,-0.009 0.033,-0.192 0.215,-0.073 0.047,0.071-0.087,-0.055 0.046,-0.214 0.232,-0.032 0.073,0.237-0.245,-0.025 0.033,-0.345 0.383,-0.055 0.056,0.073-0.064,-0.029 0.061,-0.301 0.325,-0.071 0.015,0.144-0.240,-0.203 0.166,0.008-0.002,0.309-0.319,0.012-0.040,0.009-0.028,0.006-0.018,-0.275 0.211,0.021-0.067,-0.189 0.116,0.135-0.129,0.621-0.505,0.017-0.030,-0.068 0.051,0.057-0.025,-0.055 0.049,0.016-0.021,0.105-0.082,0.016-0.009,0.095-0.082,0.008-0.023,-0.228 0.114,0.022-0.070,0.074-0.076,-0.020-0.014,-0.212 0.058,0.043-0.057,0.066-0.061,0.075-0.030,0.074-0.009,0.067 0.005,0.034-0.026,-0.037-0.022,-0.132-0.026,-0.110 0.010,-0.087 0.032,-0.214 0.081,-0.059 0.000,-0.164 0.002,0.213-0.049,-0.071 0.017,-0.628 0.109,-0.065-0.019,-0.053-0.036,0.216-0.005,0.058 0.059,0.241-0.022,0.061-0.004,0.082-0.018,0.093-0.026,0.073-0.032,0.056-0.034,-0.076-0.017,0.040-0.040,-0.153-0.028,0.236-0.024,-0.005 0.019,-0.333 0.053,0.021-0.005,0.037-0.017,0.337-0.025,0.014 0.026,-0.106 0.033,0.005-0.001,0.243-0.046,0.024-0.010,-0.166 0.015,0.054-0.021,0.223-0.039,0.030-0.012,-0.189 0.029,0.075 0.018,0.076 0.028,0.104-0.003,0.053-0.004,0.045-0.011,0.073-0.024,0.030-0.014,0.025-0.014,0.020-0.014,0.019-0.014,-0.010-0.010,-0.041-0.008,-0.061-0.007,-0.140-0.005,-0.091-0.006,0.066-0.004,-0.087-0.002,-0.339-0.002,-0.139-0.001,0.175 0.000,-0.074-0.000,-0.091 0.000,-0.101 0.000,-0.086 0.000,-0.072 0.000,-0.702-0.001,-0.036 0.001,0.845 0.001,-0.001 0.000,-0.430-0.000,-0.001 0.000,0.198 0.000,-0.028 0.000,-0.725 0.000,-0.033 0.000,0.698 0.018,0.016 0.031,-0.481 0.049,-0.053 0.018,0.410-0.023,-0.089-0.001,-0.397 0.008,-0.142-0.009,-0.228-0.010,-0.279-0.011,0.560-0.024,-0.158-0.006,-1.100 0.003,-0.234-0.010,-0.604-0.006,0.018-0.009,-0.589-0.007,0.073-0.006,0.182-0.004,1.110-0.002,0.176-0.001,-0.182-0.001,0.256-0.000,1.227 0.001,0.113 0.000,-1.067-0.002,0.232 0.001,1.235 0.002,0.118 0.000,-0.099 0.000,0.126 0.000,-0.060 0.000,0.125 0.000,-0.174 0.000,0.145 0.000,0.121 0.000,0.035 0.000,0.163 0.000,0.516 0.000,0.012 0.000,-0.160 0.000,0.023 0.000,0.025 0.000,0.025 0.000,-0.048 0.000,0.031 0.000,-0.146 0.000,-0.063-0.000,-0.051-0.000,-0.113-0.000,-0.108 0.000,-0.097 0.000,0.344-0.000,-0.021 0.000,-0.037 0.000,-0.048 0.000,-0.212 0.000,-0.065 0.000,-0.442 0.000,-0.103 0.000,0.708 0.000,-0.023 0.000,-0.714 0.000,-0.172 0.000,0.631 0.000,-0.033 0.000,-0.769 0.000,-0.003 0.000,0.490 0.000,-0.007 0.000,-0.452 0.000,0.091 0.000,0.515 0.000,0.045 0.000,-0.344-0.030,0.108-0.048,0.618 0.014,0.020-0.008,-0.755-0.060,-0.025 0.002,0.533 0.045,-0.064 0.007,-0.746-0.017,-0.079 0.018,-0.328 0.017,0.668 0.026,-0.097 0.007,-0.450 0.004,-0.168 0.007,-0.531 0.005,-0.160 0.006,1.060 0.004,-0.052 0.002,-2.020 0.003,0.140 0.002,0.314 0.000,0.809-0.001,0.052-0.000,-0.238 0.000,0.196-0.000,0.164-0.001,0.133-0.001,0.672-0.001,0.032-0.000,-0.570-0.000,0.014-0.000,-0.527-0.000,0.883 0.018,-0.049 0.031,-0.756 0.109,-0.067 0.114,-0.069 0.091,-0.066 0.070,0.703-0.083,-0.030-0.003,-0.827 0.104,-0.069 0.007,-0.482 0.023,-0.341 0.028,0.192-0.013,1.966-0.214,0.098 0.028,-1.103 0.244,0.282-0.017,1.256-0.232,0.105-0.022,-0.561 0.115,0.159-0.011,-0.233 0.005,-0.005-0.053,0.007-0.059,0.627-0.094,-0.044 0.004,-0.262 0.045,-0.015 0.026,-0.043 0.006,-0.060-0.008,-0.517 0.036,0.047-0.039,-0.088 0.030,-0.021-0.002,0.024-0.022,-0.023 0.041,-0.179 0.035,0.149-0.027,0.717-0.060,-0.439 0.070,0.029-0.018,0.686-0.088,-0.004 0.012,-0.739 0.097,-0.064-0.023,0.934-0.132,-0.020-0.015,-0.580 0.023,-0.119-0.028,0.436-0.051,-0.137-0.014,-1.607 0.016,-0.214-0.031,1.035-0.032,-0.078-0.010,0.335-0.010,-0.057-0.005,-1.404-0.005,-0.142-0.007,-0.561-0.006,-0.039-0.003,1.832 0.004,-0.029-0.000,-1.995-0.005,-0.043 0.001,-0.263 0.002,0.463 0.002,0.036 0.001,0.600 0.002,0.112 0.001,0.120 0.001,0.120 0.001,0.067 0.001,0.026 0.000,0.059 0.000,0.079 0.000,0.090 0.000,2.458-0.000,-3.318 0.000,-0.294 0.000,0.405 0.000,-0.014 0.000,0.537-0.000,0.041-0.000,-0.914 0.000,0.137-0.000,1.046-0.000,0.083-0.000,-0.312-0.000,0.163-0.000,0.176-0.000,0.177-0.000,-0.210-0.000,0.112 0.000,0.771-0.000,0.102 0.000,0.064 0.000,0.032 0.000,-0.602-0.000,-0.032 0.000,0.902 0.000,0.001 0.000,-1.274-0.000,-0.053 0.000,0.937 0.000,-0.008 0.000,-0.358 0.000,-0.055 0.000,-0.012 0.000,0.020 0.000,-0.654 0.000,0.012 0.000,1.311 0.000,0.002 0.000,-0.686 0.000,-0.054 0.000,-0.822 0.000,1.027 0.000,-0.013 0.000,-1.040 0.000,0.119 0.000,-0.078 0.000,0.331 0.000,1.431-0.027,-0.542-0.045,0.051-0.022,-0.513-0.078,0.036-0.059,0.579 0.033,0.037-0.000,0.005-0.014,-0.018-0.024,-0.270-0.037,0.011 0.011,0.772 0.084,-0.026-0.011,-0.058-0.030,-0.082-0.044,-0.723-0.137,-0.111-0.016,-0.053-0.016,-0.009-0.014,-0.388-0.042,-0.071 0.038,-0.285-0.022,0.172 0.016,-0.023-0.030,0.712 0.108,0.097 0.025,-0.188-0.000,0.110 0.051,0.630 0.099,0.073 0.031,-0.430-0.001,0.063 0.043,-0.248 0.031,0.515 0.043,0.044 0.019,0.071-0.008,0.086-0.027,-0.121-0.029,0.077-0.008,0.402 0.025,-0.009 0.004,-0.159-0.004,0.068 0.009,0.021 0.010,-0.014 0.010,-0.014 0.010,-0.014 0.009,-0.013 0.008,-0.012 0.007,-0.010 0.006,-0.009 0.005,0.366 0.005,-0.013 0.002,-0.435 0.002,-0.063 0.002,-0.683 0.003,0.027 0.001,1.063-0.002,0.013 0.000,-0.798 0.002,0.041-0.000,0.807-0.002,0.008-0.000,-0.214 0.000,-0.040-0.000,-0.485 0.000,-0.064-0.000,0.424-0.001,-0.006-0.000,-0.040-0.000,-0.063-0.000,-0.567-0.000,-0.055-0.000,0.471-0.000,-0.049-0.000,-0.595-0.000,-0.022 0.000,0.553 0.000,0.002 0.000,-0.818-0.000,0.050 0.000,1.110 0.000,0.035 0.000,-0.758-0.000,-0.011 0.000,0.534 0.000,0.027 0.000,-0.447 0.000,0.073 0.000,0.713 0.000,-0.020 0.000,-1.030 0.000,-0.024 0.000,-0.054 0.000,0.483 0.000,-0.037 0.000,0.206 0.000,-0.081 0.000,-0.963 0.000,-0.014 0.000,0.889 0.000,-0.009 0.000,-0.887 0.000,0.063 0.000,1.159 0.000,-0.026 0.000,-0.362 0.000,-0.087 0.000,-0.870 0.000,-0.252 0.000,-0.629 0.000,-0.172 0.000,1.501 0.000,-2.226 0.000,-0.324 0.000,1.452 0.000,-0.118 0.000,-0.670 0.000,-0.065 0.000,-0.067 0.000,-0.065 0.000,-0.014 0.000,0.023 0.000,0.072 0.000,0.104 0.000,-0.380 0.000,0.237 0.000,1.691 0.000,0.136 0.000,-1.561 0.000,0.344 0.000,1.357 0.000,0.097 0.000,0.452 0.000,0.081 0.000,-0.568 0.000,0.112 0.000,-0.539 0.000,0.060 0.000,1.222 0.000,0.002 0.000,-0.894 0.000,0.032 0.000,0.601 0.000,-0.004 0.000,-0.292 0.000,0.013 0.000,0.604 0.000,0.026 0.000,-0.812 0.000,0.048 0.000,0.365 0.000,0.117 0.000,-0.112 0.000,0.124 0.000,-0.117-0.074,0.292-0.026,0.074-0.017,0.261 0.009,0.072 0.003,0.045 0.007,0.024 0.009,0.168 0.001,-0.009-0.022,-0.388-0.052,-0.071-0.004,0.329 0.041,-0.027 0.008,-0.028 0.010,-0.027 0.011,-0.631-0.017,0.002 0.024,0.396 0.032,-0.020 0.013,0.193 0.014,-0.008 0.007,-0.215 0.005,-0.002 0.007,0.412 0.006,-0.005 0.003,-0.430 0.003,-0.007 0.003,-0.021 0.002,-0.029 0.001,-0.228 0.001,0.017 0.000,0.672-0.002,0.030-0.000,-0.771 0.002,0.065-0.001,0.433-0.002,0.033-0.001,0.392-0.001,0.022-0.000,-0.483 0.000,0.060-0.000,0.351-0.000,0.004-0.000,0.165-0.000,0.003-0.000,-0.503-0.000,-0.021-0.000,-0.016-0.000,-0.011-0.000,0.137 0.000,-0.051 0.000,-0.040 0.000,-0.031 0.000,-0.185 0.000,0.041 0.000,0.586 0.000,0.048 0.000,-0.385 0.000,0.129 0.000,0.476 0.000,0.053 0.000,-0.284 0.000,0.053 0.000,0.250 0.000,0.036 0.000,-0.256 0.000,0.014 0.000,0.365 0.000,-0.011 0.000,-0.325 0.000,-0.039 0.000,0.186 0.000,-0.024 0.000,-0.008 0.000,0.003 0.000,-0.228 0.000,-0.007-0.000,0.060 0.000,-0.086 0.000,0.235 0.000,-0.009 0.000,-0.287 0.000,-0.011 0.000,-0.003 0.000,0.002 0.000,-0.228 0.000,0.091 0.000,0.002 0.000,-0.101 0.000,0.043 0.000,0.603 0.000,0.004 0.000,-0.214 0.000,0.029 0.000,0.038 0.000,0.043 0.000,-0.073 0.000,0.009 0.000,0.297 0.000,0.011 0.000,-0.280 0.000,-0.016 0.000,0.078 0.000,-0.022 0.000,-0.026 0.000,-0.027 0.000,0.195 0.000,-0.021 0.000,-0.361 0.000,0.013 0.000,0.356 0.000,0.018 0.000,-0.378 0.000,0.070 0.000,0.408 0.000,0.023 0.000,-0.294 0.000,0.056 0.000,0.322 0.000,0.014 0.000,-0.191 0.000,0.020 0.000,-0.079 0.000,0.117 0.000,0.027 0.000,0.034 0.000,0.036 0.000,-0.031 0.000,-0.033 0.000,0.103 0.000,-0.013 0.000,-0.077 0.000,-0.011 0.000,0.060 0.000,-0.005 0.000,-0.210 0.000,0.006 0.000,0.028 0.000,0.075 0.000,0.085 0.000,0.085 0.000,0.078 0.000,0.067 0.000,0.055 0.000,0.044 0.000,0.033 0.000,0.023 0.000,0.016 0.000,0.010 0.000,-0.008 0.000,-0.031 0.000,-0.039 0.000,-0.042 0.000,-0.041 0.000,-0.066 0.000,0.010 0.000,0.028 0.000,0.037 0.000,0.039 0.000,0.037 0.000,0.032 0.000,0.026 0.000,0.021 0.000,0.015 0.000,0.011 0.000,0.007 0.000,0.004 0.000,0.002 0.000,0.001 0.000,-0.000 0.000,-0.001 0.000,-0.001 0.000,-0.001 0.000,-0.001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0.000,-0.051 0.000,-0.093 0.000,-0.112 0.000,-0.118 0.000,0.085-0.013,-0.058-0.023,-0.130-0.030,-0.049-0.015,-0.259-0.048,0.020-0.002,0.059 0.008,0.080 0.014,0.088 0.017,0.087 0.017,0.081 0.016,0.029-0.002,0.046-0.007,0.028-0.012,0.015-0.015,0.005-0.015,-0.001-0.014,-0.036 0.009,-0.007 0.019,-0.036 0.011,-0.088-0.000,0.034 0.019,0.056 0.017,0.064 0.015,0.063 0.012,0.057 0.009,0.048 0.007,0.038 0.005,0.029 0.003,0.021 0.002,0.014 0.001,0.009 0.000,0.005-0.000,0.002-0.000,0.000-0.001,-0.001-0.001,-0.002-0.001,-0.002-0.000,-0.002-0.000,-0.002-0.000,-0.001-0.000,-0.001-0.000,-0.001-0.000,-0.001-0.000,-0.000-0.000,-0.000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0.000,-0.053 0.000,-0.083 0.000,-0.094 0.000,-1.339 0.000</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7T06:29:54"/>
    </inkml:context>
    <inkml:brush xml:id="br0">
      <inkml:brushProperty name="width" value="0.05292" units="cm"/>
      <inkml:brushProperty name="height" value="0.05292" units="cm"/>
      <inkml:brushProperty name="color" value="#ff0000"/>
    </inkml:brush>
  </inkml:definitions>
  <inkml:trace contextRef="#ctx0" brushRef="#br0">19879.000 4163.000,'35.000'0.000,"71.000"0.000,71.000 0.000,-1.000 0.000,71.000 0.000,17.000 0.000,-34.000 0.000,34.000 0.000,-70.000 0.000,0.000 0.000,-17.000 0.000,-71.000 0.000,-1.000 0.000,-34.000 0.000,-18.000 0.000,0.000 0.000,17.000 0.000,-17.000 0.000,0.000 0.000,0.000 0.000,-18.000 0.000,1.000 0.000,17.000 0.000,0.000 0.000,-1.000 0.000,-16.000 0.000,34.000 0.000,-34.000 0.000,-1.000 0.000,0.000 0.000,-17.000 0.000,35.000 0.000,-36.000 0.000,19.000 0.000,-19.000 0.000,-17.000 0.000,53.000 0.000,-18.000 0.000,-17.000 0.000,53.000 0.000,-1.000 0.000,1.000 0.000,17.000 0.000,18.000 0.000,17.000 0.000,-35.000 0.000,18.000 0.000,-35.000 0.000,-1.000 0.000,-17.000 0.000,-35.000 0.000,-18.000 0.000,35.000 0.000,-17.000 0.000,17.000 0.000,-17.000 0.000,-1.000 0.000,1.000 0.000,0.000 0.000,17.000 0.000,36.000 0.000,34.000 0.000,1.000 0.000,-35.000 0.000,-18.000 0.000,-36.000 0.000</inkml:trace>
  <inkml:trace contextRef="#ctx0" brushRef="#br0">10072.000 11324.000,'0.000'0.000,"70.000"0.000,107.000 0.000,-1.000 0.000,71.000 0.000,18.000 0.000,-18.000 35.000,17.000 18.000,1.000-35.000,17.000 53.000,-70.000-71.000,88.000 35.000,-36.000-35.000,1.000 0.000,-1.000 0.000,-34.000 0.000,34.000 0.000,1.000 0.000,-1.000 0.000,36.000 0.000,-88.000 0.000,17.000 0.000,18.000 0.000,-53.000 0.000,-70.000 35.000,52.000-17.000,-105.000-1.000,34.000-17.000,-34.000 0.000,-18.000 0.000,0.000 0.000,-36.000 0.000,36.000 0.000,0.000 0.000,-17.000 0.000,34.000 0.000,1.000 0.000,52.000 0.000,-17.000 0.000,35.000 0.000,0.000 0.000,18.000 0.000,17.000 0.000,-35.000 0.000,1.000 0.000,-19.000 0.000,71.000 0.000,0.000 0.000,71.000 0.000,-54.000 0.000,1.000 0.000,-18.000 0.000,0.000 0.000,0.000 0.000,-18.000 0.000,-17.000 0.000,-35.000 0.000,-1.000 0.000,-52.000 0.000,-54.000 0.000,1.000 0.000,0.000 0.000,-1.000 0.000,36.000 0.000,-18.000 0.000,36.000 0.000,0.000 0.000,-19.000 0.000,19.000 0.000,0.000 0.000,-18.000 0.000,17.000-17.000,-35.000 17.000,1.000 0.000,-19.000 0.000,-17.000-18.000,36.000 18.000,-36.000 0.000,17.000 0.000</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10-10T03:14:26"/>
    </inkml:context>
    <inkml:brush xml:id="br0">
      <inkml:brushProperty name="width" value="0.05292" units="cm"/>
      <inkml:brushProperty name="height" value="0.05292" units="cm"/>
      <inkml:brushProperty name="color" value="#ff0000"/>
    </inkml:brush>
  </inkml:definitions>
  <inkml:trace contextRef="#ctx0" brushRef="#br0">3616.000 4004.000,'0.000'18.000,"0.000"-1.000,-17.000-17.000,-1.000 0.000,0.000 18.000,1.000 0.000,-1.000-18.000,18.000 17.000,-18.000 1.000,1.000 0.000,-18.000 17.000,17.000-35.000,0.000 17.000,1.000 1.000,17.000 0.000,0.000-1.000,-18.000 1.000,0.000-18.000,18.000 18.000,-17.000-18.000,-1.000 17.000,0.000 19.000,1.000-19.000,-1.000 18.000,18.000-17.000,-17.000 17.000,-1.000-35.000,0.000 18.000,18.000 0.000,-17.000-1.000,17.000 1.000,-18.000 0.000,0.000 17.000,1.000-35.000,-1.000 35.000,18.000-17.000,-18.000 17.000,1.000-35.000,17.000 18.000,-18.000-1.000,1.000 1.000,-1.000 0.000,0.000-18.000,18.000 17.000,0.000 1.000,-17.000 0.000,-1.000-1.000,18.000 1.000,-18.000-18.000,1.000 35.000,-1.000-17.000,0.000-1.000,1.000 19.000,-19.000-1.000,19.000-17.000,-1.000 17.000,1.000 0.000,-1.000 0.000,0.000 1.000,18.000-19.000,-17.000 1.000,17.000 0.000,-18.000-18.000,0.000 35.000,1.000 0.000,-1.000 0.000,0.000 1.000,1.000-1.000,-1.000 36.000,18.000-36.000,-17.000 18.000,-19.000 35.000,1.000 0.000,17.000-17.000,1.000 17.000,-1.000-18.000,-17.000 1.000,35.000-36.000,0.000 1.000,0.000 16.000,0.000-16.000,-18.000-1.000,18.000 0.000,0.000 1.000,0.000-19.000,0.000 1.000,0.000-1.000,0.000 1.000,0.000 0.000,-17.000 17.000,17.000-17.000,0.000 17.000,0.000 35.000,0.000-34.000,0.000 17.000,0.000-18.000,0.000 0.000,0.000-17.000,-18.000 35.000,18.000-36.000,0.000 19.000,0.000-1.000,0.000 18.000,0.000 17.000,0.000-17.000,0.000 0.000,-18.000 0.000,18.000-18.000,0.000 36.000,0.000-18.000,0.000 0.000,0.000-18.000,0.000 0.000,0.000-17.000,0.000 17.000,0.000-17.000,0.000 0.000,-17.000 17.000,17.000 0.000,0.000 0.000,0.000-17.000,0.000 0.000,0.000-1.000,0.000 1.000,0.000 17.000,0.000-17.000,0.000 0.000,0.000 17.000,0.000 0.000,0.000 0.000,0.000-17.000,0.000 17.000,0.000 1.000,0.000-1.000,0.000 18.000,0.000-36.000,0.000 19.000,0.000-1.000,0.000 18.000,0.000 0.000,0.000 35.000,0.000-35.000,0.000 0.000,0.000 35.000,0.000-35.000,0.000-18.000,17.000 1.000,-17.000-1.000,0.000 0.000,18.000 18.000,-18.000-18.000,0.000 1.000,0.000-1.000,0.000 0.000,0.000 0.000,0.000 18.000,18.000 35.000,-18.000-35.000,0.000-17.000,0.000 17.000,0.000 0.000,17.000-1.000,-17.000 19.000,0.000 0.000,0.000 17.000,18.000-18.000,-18.000 18.000,17.000-17.000,-17.000 17.000,0.000-35.000,0.000 18.000,0.000 17.000,0.000-53.000,18.000 18.000,-18.000-18.000,0.000 1.000,0.000-1.000,0.000 0.000,0.000 0.000,0.000-17.000,18.000-18.000,-18.000 18.000,0.000-1.000,0.000 1.000,0.000 0.000,0.000-1.000,0.000 1.000,17.000-18.000,1.000 18.000,0.000-1.000,-18.000 1.000,17.000 0.000,1.000-18.000,-18.000 35.000,18.000-18.000,-1.000 1.000,1.000 17.000,17.000-17.000,-35.000 0.000,35.000-1.000,-35.000 1.000,36.000 0.000,-19.000-1.000,-17.000 1.000,18.000-18.000,17.000 35.000,-35.000-17.000,18.000-18.000,-18.000 17.000,35.000 19.000,-17.000-19.000,-1.000 1.000,-17.000 0.000,18.000-1.000,0.000 1.000,-1.000-1.000,1.000 19.000,0.000-1.000,17.000-17.000,-17.000 17.000,-18.000-17.000,35.000-1.000,-18.000 1.000,-17.000 0.000,18.000-18.000,17.000 35.000,-17.000-18.000,0.000 1.000,-1.000 0.000,-17.000-1.000,18.000 19.000,0.000-19.000,17.000 1.000,-18.000 17.000,1.000-35.000,0.000 18.000,-18.000-1.000,17.000-17.000,-17.000 18.000,18.000-18.000,-18.000 18.000,53.000-1.000,-18.000-17.000,0.000 18.000,1.000-18.000,-1.000 18.000,0.000-18.000,-17.000 17.000,0.000-17.000,-1.000 0.000,19.000 0.000,-1.000 18.000,-18.000-18.000,54.000 0.000,-36.000 0.000,-35.000 18.000,36.000-18.000,-19.000 0.000,1.000 0.000,-1.000 0.000,1.000 0.000,17.000 0.000,18.000 0.000,-35.000 0.000,0.000 0.000,17.000 0.000,-18.000 0.000,1.000 0.000,17.000 0.000,1.000 0.000,-1.000 0.000,-17.000 0.000,-1.000 0.000,19.000-18.000,34.000 18.000,-35.000 0.000,-17.000 0.000,53.000 0.000,-36.000 0.000,18.000 0.000,-18.000-18.000,0.000 18.000,1.000 0.000,-19.000 0.000,18.000 0.000,-17.000 0.000,0.000 0.000,17.000 0.000,-17.000 0.000,-1.000 0.000,19.000 0.000,-19.000 0.000,1.000 0.000,35.000 0.000,0.000 0.000,0.000 0.000,-18.000 0.000,-17.000 0.000,-1.000 0.000,18.000 0.000,71.000 18.000,-53.000 0.000,18.000-1.000,-18.000-17.000,-18.000 18.000,-17.000-18.000,-18.000 17.000,35.000-17.000,35.000 36.000,19.000 17.000,-19.000-36.000,-17.000 1.000,-18.000 0.000,1.000-1.000,-1.000 1.000,-17.000-18.000,17.000 0.000,0.000 0.000,36.000 18.000,-36.000-18.000,18.000 0.000,-18.000 17.000,53.000-17.000,-52.000 18.000,34.000-1.000,18.000 1.000,1.000 17.000,16.000-17.000,1.000-18.000,18.000 18.000,-54.000-18.000,-34.000 0.000,-19.000 0.000</inkml:trace>
  <inkml:trace contextRef="#ctx0" brushRef="#br0">2893.000 3122.000,'-18.000'71.000,"-34.000"-1.000,16.000 36.000,-34.000-18.000,-1.000 36.000,18.000-36.000,-17.000 71.000,17.000-36.000,0.000-17.000,18.000-18.000,-18.000 71.000,17.000-71.000,-17.000 0.000,36.000 0.000,-36.000 1.000,35.000-19.000,1.000 18.000,-36.000 36.000,35.000-18.000,0.000 17.000,18.000-52.000,-17.000 35.000,17.000-18.000,-35.000-35.000,35.000 35.000,0.000-70.000,0.000 52.000,0.000-35.000,0.000-17.000,0.000 17.000,0.000-17.000,0.000 17.000,0.000-17.000,0.000 17.000,0.000 0.000,0.000-17.000,0.000 0.000,0.000 17.000,0.000 0.000,0.000 1.000,0.000-19.000,0.000 18.000,0.000 1.000,-18.000-1.000,18.000 0.000,0.000 1.000,0.000 16.000,-18.000 1.000,18.000 0.000,0.000 0.000,-17.000 35.000,-1.000-35.000,18.000 18.000,0.000-18.000,-18.000-18.000,1.000 0.000,17.000 18.000,-18.000-17.000,18.000-1.000,-35.000 18.000,35.000-18.000,-18.000 36.000,1.000-19.000,17.000 1.000,-36.000 0.000,36.000 18.000,-17.000-36.000,-1.000 0.000,0.000 18.000,18.000 0.000,-17.000-17.000,-1.000 34.000,0.000-17.000,18.000-18.000,-17.000 18.000,-1.000-18.000,18.000 18.000,-18.000 36.000,1.000-36.000,17.000-1.000,-18.000 72.000,-17.000-54.000,17.000 1.000,18.000-18.000,0.000-18.000,0.000 0.000,-17.000 18.000,17.000-17.000,0.000-1.000,0.000 0.000,0.000 1.000,0.000-1.000,0.000 0.000,0.000 18.000,0.000-18.000,-18.000 36.000,18.000-18.000,0.000 0.000,0.000 0.000,0.000 35.000,0.000-18.000,0.000-34.000,0.000 17.000,0.000 35.000,0.000-35.000,0.000 0.000,0.000 52.000,0.000-16.000,0.000 16.000,0.000-34.000,0.000 17.000,0.000 18.000,18.000-35.000,-18.000-1.000,0.000-17.000,0.000 0.000,0.000-18.000,35.000 18.000,-35.000 0.000,0.000-18.000,18.000 1.000,-18.000-1.000,0.000-17.000,0.000-1.000,0.000 1.000,0.000-1.000,0.000 1.000,0.000 0.000,0.000 17.000,17.000-17.000,-17.000 17.000,0.000 0.000,0.000 0.000,18.000 1.000,-18.000-1.000,0.000-17.000,0.000 17.000,17.000 0.000,-17.000 0.000,0.000 1.000,0.000-1.000,18.000 0.000,-18.000-17.000,0.000 0.000,0.000-1.000,0.000 1.000,0.000 0.000,0.000-1.000,18.000 18.000,-18.000 18.000,0.000-17.000,17.000-19.000,-17.000 1.000,0.000 0.000,0.000-1.000,0.000 1.000,0.000 17.000,0.000-17.000,18.000-1.000,-18.000 19.000,0.000-1.000,0.000 0.000,18.000 0.000,-18.000-17.000,0.000 0.000,0.000-1.000,0.000 1.000,0.000 0.000,0.000-1.000,0.000 19.000,0.000-19.000,17.000 1.000,-17.000 17.000,0.000-17.000,0.000 17.000,0.000-17.000,18.000-18.000,-18.000 17.000,0.000 1.000,0.000 0.000,0.000-1.000,18.000 1.000,-18.000 0.000,0.000 17.000,17.000 0.000,-17.000 0.000,18.000 1.000,-18.000-19.000,0.000 19.000,18.000-36.000,-18.000 17.000,0.000 18.000,17.000 1.000,1.000-1.000,-1.000 0.000,19.000 36.000,-19.000-36.000,-17.000 0.000,18.000-35.000,17.000 36.000,-17.000-19.000,-18.000 19.000,18.000-36.000,-18.000 17.000,35.000 1.000,-18.000 0.000,19.000 17.000,-1.000 0.000,-17.000-17.000,17.000 17.000,0.000 0.000,0.000 1.000,1.000-1.000,-1.000 0.000,36.000 0.000,-36.000 1.000,0.000 17.000,18.000-36.000,18.000 19.000,-36.000-1.000,53.000 0.000,0.000 36.000,71.000-18.000,-35.000 17.000,-19.000-17.000,19.000 18.000,35.000 17.000,-1.000-35.000,-34.000 17.000,-1.000-17.000,-35.000-18.000,-17.000-17.000,-36.000 0.000,1.000-1.000,-19.000-17.000,1.000 0.000,-1.000 0.000,19.000 0.000,17.000 0.000,17.000 0.000,18.000 0.000,-35.000 0.000,-17.000 0.000,-1.000 0.000,-17.000 0.000,-1.000 0.000,1.000 0.000,17.000 18.000,0.000-18.000,36.000 0.000,-18.000 18.000,0.000-1.000,0.000 19.000,35.000-36.000,-53.000 17.000,18.000-17.000,-18.000 0.000,-17.000 0.000,0.000 0.000,35.000 18.000,17.000-1.000,18.000 1.000,36.000 0.000,-18.000 17.000,35.000-17.000,-53.000-18.000,0.000 17.000,-70.000-17.000,-1.000 0.000,19.000 0.000,-1.000 0.000,18.000 0.000,-36.000 0.000,1.000 0.000,0.000 18.000,-1.000 0.000,-17.000-1.000,18.000-17.000,0.000 35.000,-1.000-35.000,1.000 18.000,-18.000 0.000</inkml:trace>
  <inkml:trace contextRef="#ctx0" brushRef="#br0">6968.000 11642.000,'0.000'17.000,"0.000"19.000,17.000-1.000,1.000-35.000,-18.000 18.000,0.000-1.000,0.000 1.000,18.000-1.000,-18.000 1.000,0.000 0.000,17.000-18.000,-17.000 17.000,0.000 1.000</inkml:trace>
  <inkml:trace contextRef="#ctx0" brushRef="#br0">6809.000 12047.000,'18.000'0.000,"-18.000"-17.000,35.000-1.000,-17.000 0.000,-1.000 18.000,18.000-17.000,-17.000 17.000,0.000 0.000,-18.000-18.000,17.000 18.000,1.000 0.000,0.000-17.000,-1.000-1.000,1.000 18.000,0.000 0.000,-1.000-18.000,1.000 18.000,-1.000-17.000,1.000-1.000</inkml:trace>
  <inkml:trace contextRef="#ctx0" brushRef="#br0">5962.000 13564.000,'0.000'18.000,"0.000"0.000,18.000-1.000,-18.000 19.000,18.000-19.000,-18.000 1.000,17.000-1.000,-17.000 1.000,0.000 0.000,0.000-1.000,18.000-17.000,-18.000 18.000,0.000 0.000,0.000-1.000,0.000 1.000,17.000-18.000,-17.000 18.000,0.000-1.000,18.000 1.000,-18.000-1.000,0.000 1.000,18.000-18.000,-18.000 18.000,0.000-1.000,0.000 1.000,0.000 0.000,17.000-1.000,-17.000 1.000,18.000 0.000,-18.000-1.000,18.000-17.000,-36.000 0.000,0.000 18.000,1.000-1.000,-19.000 1.000,-16.000 0.000,16.000-1.000,36.000 1.000,-17.000 0.000,-19.000-18.000,19.000 17.000,-19.000 1.000,19.000-18.000,-1.000 18.000,1.000-1.000,-1.000-17.000,-17.000 0.000,35.000 18.000,-18.000-18.000,18.000 18.000,-18.000-1.000,1.000-17.000,-1.000 35.000,0.000-35.000,18.000 18.000</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8:07:57"/>
    </inkml:context>
    <inkml:brush xml:id="br0">
      <inkml:brushProperty name="width" value="0.05292" units="cm"/>
      <inkml:brushProperty name="height" value="0.05292" units="cm"/>
      <inkml:brushProperty name="color" value="#ff0000"/>
    </inkml:brush>
  </inkml:definitions>
  <inkml:trace contextRef="#ctx0" brushRef="#br0">11412.000 6544.000,'0.000'0.000,"0.000"0.000,18.000 0.000,35.000 0.000,0.000 0.000,17.000 0.000,19.000 0.000,34.000 0.000,18.000 0.000,36.000 0.000,-1.000 0.000,0.000 0.000,54.000 0.000,-89.000 0.000,53.000 0.000,-35.000 0.000,17.000 0.000,-53.000 0.000,19.000 0.000,-19.000 0.000,18.000 0.000,-35.000 0.000,35.000 0.000,0.000 0.000,0.000 0.000,36.000 0.000,-54.000 0.000,36.000 0.000,-36.000 0.000,18.000 0.000,-35.000 0.000,35.000 0.000,-17.000 0.000,17.000 0.000,-35.000 0.000,17.000 0.000,1.000 0.000,-36.000 0.000,-17.000 0.000,17.000 0.000,0.000 0.000,-35.000 0.000,53.000-18.000,-36.000 18.000,1.000 0.000,-1.000-17.000,-17.000-19.000,-35.000 36.000,0.000 0.000,-1.000 0.000,1.000 0.000,-18.000 0.000,17.000 0.000,1.000 0.000,0.000 0.000,-18.000 0.000,17.000 0.000,1.000 0.000,0.000-17.000,-1.000 17.000,1.000 0.000,17.000 0.000,-35.000 0.000,35.000 0.000,-17.000 0.000,17.000 0.000,-35.000 0.000,36.000 0.000,-1.000 0.000,-17.000 0.000,34.000 0.000,-16.000 0.000,-1.000 0.000,18.000 0.000,-53.000 0.000,35.000 0.000,-17.000 0.000,0.000 0.000,-1.000 0.000,1.000 0.000,-18.000 0.000,17.000 0.000,1.000 0.000,0.000 0.000</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10-09T01:25:50"/>
    </inkml:context>
    <inkml:brush xml:id="br0">
      <inkml:brushProperty name="width" value="0.05292" units="cm"/>
      <inkml:brushProperty name="height" value="0.05292" units="cm"/>
      <inkml:brushProperty name="color" value="#ff0000"/>
    </inkml:brush>
  </inkml:definitions>
  <inkml:trace contextRef="#ctx0" brushRef="#br0">10619.000 8114.000,'0.000'0.000,"0.000"18.000,-36.000 17.000,36.000-18.000,-17.000 19.000,-36.000 34.000,35.000-34.000,1.000-1.000,-36.000 53.000,35.000-53.000,-35.000 36.000,53.000-18.000,-53.000 17.000,18.000-17.000,17.000 0.000,-17.000 18.000,17.000-18.000,-17.000 35.000,0.000-35.000,17.000-18.000,18.000 18.000,-53.000 0.000,53.000 0.000,-17.000-18.000,17.000 18.000,-36.000 0.000,36.000-18.000,0.000 18.000,0.000-18.000,0.000 1.000,0.000 17.000,0.000-53.000,0.000 52.000,0.000-52.000,0.000 36.000,0.000-1.000,0.000 18.000,0.000 0.000,0.000-35.000,0.000 34.000,0.000-16.000,0.000-1.000,0.000-17.000,0.000 17.000,0.000-17.000,0.000 17.000,0.000 0.000,0.000 0.000,0.000 18.000,0.000-17.000,0.000 16.000,0.000 1.000,0.000-35.000,0.000 17.000,0.000 1.000,0.000 17.000,0.000-36.000,0.000 54.000,0.000-18.000,0.000 0.000,0.000-1.000,18.000 1.000,0.000 0.000,-18.000 0.000,0.000 0.000,35.000 0.000,-35.000 35.000,17.000-35.000,1.000 71.000,17.000-54.000,1.000 18.000,-36.000-52.000,17.000 17.000,1.000-1.000,0.000-34.000,-1.000 35.000,18.000 0.000,-17.000 0.000,0.000 0.000,-18.000 0.000,35.000 0.000,0.000 35.000,-35.000-53.000,18.000 18.000,0.000 0.000,-18.000-35.000,17.000 17.000,1.000 0.000,-18.000 0.000,0.000-17.000,0.000-18.000,0.000 35.000,18.000 1.000,-1.000-1.000,-17.000-17.000,0.000 34.000,18.000-34.000,-18.000 17.000,0.000-17.000,0.000 35.000,0.000-35.000,0.000 34.000,0.000-34.000,0.000 17.000,0.000 18.000,0.000-17.000,0.000-1.000,0.000 0.000,0.000 18.000,0.000 0.000,0.000 0.000,0.000-35.000,0.000 52.000,0.000-52.000,0.000 17.000,0.000 18.000,0.000-35.000,0.000 34.000,0.000 19.000,0.000-53.000,0.000 17.000,0.000-17.000,0.000 34.000,0.000-52.000,17.000 18.000,-17.000 35.000,0.000-53.000,18.000 18.000,-18.000-18.000,0.000 17.000,0.000 1.000,18.000 0.000,-18.000-1.000,0.000 1.000,0.000-18.000,17.000 18.000,-17.000-1.000,18.000 18.000,0.000-35.000,-1.000 36.000,-17.000-19.000,0.000-17.000,36.000 53.000,-36.000-35.000,17.000-18.000,-17.000 18.000,0.000-1.000,0.000 1.000,0.000 17.000,0.000-35.000,0.000 35.000,0.000-17.000,0.000 0.000,35.000 17.000,-35.000-35.000,0.000 18.000,0.000-18.000,18.000 35.000,0.000-35.000</inkml:trace>
  <inkml:trace contextRef="#ctx0" brushRef="#br0">11818.000 12859.000,'-18.000'0.000,"1.000"17.000,-1.000-17.000,18.000 18.000,-17.000-18.000,-1.000 18.000,0.000-1.000,18.000-17.000,-17.000 18.000,-1.000 0.000,0.000-1.000,18.000-17.000,-17.000 18.000,-1.000 0.000,0.000-1.000,18.000 1.000,-17.000 17.000,-1.000-35.000,18.000 18.000,-18.000-1.000,1.000 1.000,17.000-18.000,-18.000 18.000,18.000-1.000,-17.000 1.000,-1.000 0.000,18.000-1.000,-35.000 18.000,17.000-35.000,-17.000 53.000,35.000-53.000,-18.000 18.000,0.000 17.000,18.000-17.000,-35.000 17.000,18.000-17.000,17.000-1.000,0.000 1.000,-36.000 0.000,36.000 17.000,0.000-35.000,-17.000 18.000,17.000-1.000,-18.000-17.000,18.000 18.000,-18.000 0.000,1.000-1.000,17.000 19.000,-18.000-36.000,0.000 35.000,1.000-18.000,17.000 1.000,-18.000 0.000,1.000 17.000,17.000-17.000,-18.000-18.000,0.000 17.000,18.000 1.000,0.000 0.000,-17.000-18.000,17.000 17.000,0.000-17.000,-18.000 18.000,18.000-1.000,-18.000-17.000,1.000 18.000,17.000 0.000,-18.000-1.000,18.000-17.000,0.000 18.000,0.000-18.000,-18.000 18.000,1.000-1.000,17.000 19.000,0.000-36.000,-18.000 17.000,0.000-17.000</inkml:trace>
  <inkml:trace contextRef="#ctx0" brushRef="#br0">10248.000 13829.000,'0.000'0.000,"18.000"0.000,-1.000 18.000,1.000-18.000,0.000 17.000,-18.000-17.000,17.000 0.000,-17.000 0.000,36.000 18.000,-36.000-18.000,17.000 17.000,-17.000-17.000,18.000 18.000,0.000-18.000,-18.000 0.000,17.000 35.000,1.000-35.000,0.000 18.000,-1.000-18.000,-17.000 0.000,18.000 18.000,-1.000-1.000,-17.000-17.000,18.000 18.000,-18.000-18.000,18.000 0.000,-1.000 35.000,36.000-35.000,-53.000 18.000,18.000-1.000,0.000-17.000,-1.000 0.000,1.000 0.000,-18.000 18.000,35.000-18.000,-35.000 0.000,18.000 0.000,-1.000 0.000,1.000 0.000,-18.000 0.000,18.000 0.000,-1.000 0.000,1.000 0.000,0.000 0.000,-1.000 0.000,1.000 0.000,-18.000 0.000,17.000 0.000,1.000 0.000,0.000 0.000,-18.000 0.000,17.000 0.000,1.000 0.000,0.000 0.000,-1.000 0.000,19.000-18.000,-19.000 18.000,1.000-35.000,0.000 35.000,-1.000 0.000,1.000 0.000,17.000 0.000,-35.000-17.000,18.000 17.000,-1.000 0.000,19.000-18.000,17.000-17.000,-36.000 35.000,18.000-18.000,-17.000 18.000,0.000-18.000,-1.000 18.000,-17.000-17.000,36.000 17.000,-36.000-18.000,17.000 18.000,-17.000 0.000</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2:38:07"/>
    </inkml:context>
    <inkml:brush xml:id="br0">
      <inkml:brushProperty name="width" value="0.05292" units="cm"/>
      <inkml:brushProperty name="height" value="0.05292" units="cm"/>
      <inkml:brushProperty name="color" value="#ff0000"/>
    </inkml:brush>
  </inkml:definitions>
  <inkml:trace contextRef="#ctx0" brushRef="#br0">11677.000 8484.000,'18.000'18.000,"0.000"-18.000,-1.000 0.000,1.000 18.000,-1.000-18.000,1.000 17.000,0.000-17.000,35.000 18.000,-36.000-18.000,36.000 0.000,-17.000 18.000,16.000-18.000,37.000 17.000,-36.000-17.000,-1.000 0.000,1.000 0.000,36.000 0.000,-37.000 0.000,37.000 0.000,-19.000-17.000,-34.000 17.000,-1.000 0.000,0.000-18.000,-17.000 18.000,-1.000 0.000,36.000 0.000,-17.000 0.000,16.000 0.000,-16.000-18.000,17.000 18.000,35.000 0.000,-71.000 0.000,1.000 0.000,0.000 0.000,35.000 0.000,17.000 0.000,36.000 0.000,70.000 0.000,-17.000-17.000,18.000-1.000,-36.000 18.000,17.000-35.000,-52.000 17.000,35.000 18.000,-52.000-18.000,-36.000 18.000,-1.000 0.000,19.000 0.000,-36.000 0.000,-17.000 0.000,17.000 0.000,-17.000 0.000,17.000 0.000,0.000 0.000,1.000 0.000,-1.000 0.000,-17.000 0.000,-1.000 0.000,1.000 0.000,-1.000 0.000,36.000 0.000,-35.000 0.000,0.000 0.000,17.000 0.000,0.000 0.000,1.000 0.000,34.000 0.000,1.000 0.000,-1.000-53.000,-35.000 53.000,36.000-17.000,-36.000 17.000,18.000 0.000,-18.000 0.000,-17.000 0.000,0.000 0.000,17.000 35.000,0.000-17.000,-17.000-1.000,17.000 1.000,1.000 17.000,-1.000-35.000,53.000 18.000,-53.000 17.000,18.000-35.000,0.000 18.000,35.000-18.000,-35.000 0.000,0.000 0.000,0.000 0.000,18.000 0.000,-54.000 0.000,54.000 0.000,-36.000 0.000,0.000 0.000,36.000-18.000,-36.000 1.000,0.000 17.000,1.000-18.000,-1.000 18.000,0.000 0.000,1.000 0.000,-1.000 0.000,18.000 0.000,0.000 0.000,35.000 0.000,-35.000 0.000,-18.000 0.000,0.000 0.000,-17.000 0.000,35.000 0.000,-18.000 0.000,18.000 0.000,0.000 0.000,18.000 0.000,-19.000-18.000,-16.000 18.000,17.000 0.000,-18.000-17.000,36.000 17.000,-36.000 0.000,0.000 0.000,0.000 0.000,1.000 0.000,17.000 0.000,-36.000 0.000,1.000 0.000,17.000 0.000,-17.000 0.000,35.000 0.000,17.000 17.000,18.000-17.000,18.000 18.000,-35.000-18.000,-1.000 18.000,-17.000-18.000,18.000 17.000,17.000-17.000,-35.000 0.000,0.000 0.000,35.000 0.000,-35.000 0.000,-18.000 0.000,-17.000 0.000,0.000 0.000,-1.000 0.000,18.000 0.000,-17.000 0.000,17.000 0.000,-17.000 0.000,0.000 0.000,52.000 0.000,-17.000 0.000,-18.000 0.000,18.000 0.000,-17.000 0.000,-19.000 0.000,18.000 0.000,1.000 0.000,-19.000 0.000,19.000 18.000,-1.000-18.000,0.000 0.000,53.000 18.000,-35.000-18.000,-17.000 35.000,-1.000-35.000,0.000 0.000,18.000 0.000,-35.000 0.000,-1.000 0.000,1.000 0.000,0.000 0.000,35.000 0.000,17.000 0.000,-35.000 0.000,18.000 0.000,18.000 0.000,-53.000 0.000,52.000 0.000,-35.000 0.000,1.000 0.000,-19.000 0.000</inkml:trace>
</inkml:ink>
</file>

<file path=ppt/ink/ink3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8:13:58"/>
    </inkml:context>
    <inkml:brush xml:id="br0">
      <inkml:brushProperty name="width" value="0.05292" units="cm"/>
      <inkml:brushProperty name="height" value="0.05292" units="cm"/>
      <inkml:brushProperty name="color" value="#ff0000"/>
    </inkml:brush>
  </inkml:definitions>
  <inkml:trace contextRef="#ctx0" brushRef="#br0">13952.000 2417.000,'0.000'0.000,"0.000"17.000,0.000 18.000,0.000 18.000,0.000-35.000,0.000 35.000,0.000-18.000,0.000 0.000,0.000 36.000,0.000-18.000,0.000 18.000,0.000-19.000,0.000-16.000,0.000-1.000,-17.000 18.000,17.000-18.000,0.000 0.000,-18.000-17.000,18.000 35.000,0.000-18.000,-18.000 1.000,18.000-1.000,0.000 0.000,0.000-17.000,0.000 35.000,0.000-18.000,-35.000-17.000,35.000 17.000,0.000 0.000,0.000 0.000,0.000-17.000,0.000 17.000,0.000 1.000,-17.000-19.000,17.000 1.000,0.000 35.000,0.000-36.000,0.000 19.000,0.000-19.000,0.000 19.000,0.000-19.000,0.000 1.000,0.000-18.000,0.000 18.000,0.000-1.000,0.000 1.000,0.000-18.000,0.000 35.000,0.000-17.000,0.000-1.000,0.000 1.000,0.000 0.000,0.000-1.000,0.000 1.000,0.000 17.000,0.000-35.000,0.000 36.000</inkml:trace>
  <inkml:trace contextRef="#ctx0" brushRef="#br0">14711.000 2364.000,'0.000'0.000,"0.000"17.000,0.000 19.000,0.000-19.000,0.000 18.000,0.000 1.000,0.000 17.000,0.000 0.000,0.000-18.000,0.000 18.000,0.000 0.000,0.000 0.000,0.000-36.000,0.000 36.000,-18.000 0.000,18.000-18.000,0.000 18.000,0.000-35.000,-17.000 35.000,17.000-18.000,-18.000 0.000,18.000 1.000,0.000-19.000,0.000 36.000,-18.000-35.000,18.000 17.000,0.000 0.000,-17.000 1.000,17.000-1.000,0.000 0.000,-18.000 1.000,18.000 16.000,-18.000-16.000,18.000-19.000,0.000 54.000,0.000-36.000,0.000 0.000,0.000 18.000,0.000-35.000,-35.000 53.000,35.000-19.000,0.000-52.000,0.000 36.000,-18.000-1.000,18.000-35.000,0.000 18.000,0.000-1.000,0.000 1.000,0.000-18.000,0.000 18.000,0.000-1.000,0.000-17.000,0.000 18.000,0.000 0.000,0.000-1.000,0.000-17.000,0.000 35.000,0.000-17.000,0.000 0.000,-17.000-18.000,17.000 17.000,0.000 1.000,0.000 0.000,0.000-18.000,-18.000 17.000,18.000-17.000,0.000 18.000,0.000 0.000,-17.000-18.000,17.000 17.000,0.000 1.000</inkml:trace>
  <inkml:trace contextRef="#ctx0" brushRef="#br0">13423.000 3722.000,'0.000'0.000,"18.000"17.000,-1.000 1.000,1.000 0.000,0.000 17.000,-1.000-17.000,1.000-1.000,-18.000 1.000,35.000 17.000,-17.000-17.000,-18.000-1.000,18.000-17.000,-1.000 36.000,1.000-36.000,-18.000 17.000,18.000 1.000,-18.000-18.000,0.000 18.000,35.000-1.000,-35.000 1.000,17.000 17.000,1.000-17.000,0.000 0.000,-1.000-18.000,-17.000 17.000,0.000 1.000,18.000-1.000,-18.000-17.000,35.000 36.000,-35.000-36.000,18.000 17.000,0.000-17.000,-1.000 18.000,-17.000 0.000,0.000-18.000,18.000 17.000,-1.000-17.000,-17.000 0.000,18.000 0.000,-18.000 18.000,18.000 0.000,-18.000-18.000,17.000 17.000,1.000-17.000,0.000 35.000,-1.000-35.000,-17.000 36.000,18.000-19.000,0.000 1.000,-18.000 0.000,17.000-18.000,-17.000 0.000,18.000 0.000,-1.000-18.000,19.000 0.000,-36.000 18.000,35.000 0.000,0.000-17.000,1.000-19.000,-19.000 19.000,71.000-36.000,-52.000 53.000,-1.000-35.000,36.000-1.000,-36.000 36.000,35.000-35.000,1.000 0.000,-1.000 0.000,36.000-36.000,0.000 36.000,-18.000-18.000,18.000-18.000,-71.000 71.000,54.000-35.000,-54.000-18.000,0.000 53.000,-17.000-18.000,-1.000 1.000,1.000-1.000,0.000 0.000,17.000 18.000,-17.000-17.000,-1.000-1.000,-17.000 18.000,18.000-17.000,17.000-1.000</inkml:trace>
</inkml:ink>
</file>

<file path=ppt/ink/ink3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8:16:14"/>
    </inkml:context>
    <inkml:brush xml:id="br0">
      <inkml:brushProperty name="width" value="0.05292" units="cm"/>
      <inkml:brushProperty name="height" value="0.05292" units="cm"/>
      <inkml:brushProperty name="color" value="#ff0000"/>
    </inkml:brush>
  </inkml:definitions>
  <inkml:trace contextRef="#ctx0" brushRef="#br0">10389.000 335.000,'0.000'0.000,"-17.000"0.000,-1.000 0.000,18.000 18.000,0.000-1.000,0.000 19.000,0.000-1.000,0.000 0.000,-35.000 1.000,35.000-1.000,0.000 0.000,0.000 0.000,0.000 1.000,0.000-19.000,0.000 19.000,0.000 16.000,0.000 1.000,0.000 0.000,0.000-17.000,0.000-1.000,0.000 18.000,0.000-18.000,0.000 0.000,0.000 1.000,0.000-19.000,0.000 19.000,0.000-1.000,0.000 18.000,0.000 17.000,0.000-17.000,0.000-18.000,0.000 18.000,0.000-17.000,0.000-19.000,0.000 36.000,0.000-17.000,0.000 16.000,0.000 1.000,0.000-35.000,0.000 35.000,0.000-18.000,0.000 0.000,0.000 18.000,0.000-35.000,0.000 17.000,0.000 1.000,0.000 16.000,0.000 1.000,0.000 18.000,0.000-18.000,0.000 17.000,-18.000-34.000,18.000 34.000,-18.000 18.000,18.000-35.000,0.000-17.000,0.000-1.000,0.000 18.000,0.000 17.000,0.000-17.000,0.000-17.000,0.000-1.000,0.000 18.000,0.000-36.000,0.000 36.000,0.000-17.000,0.000 17.000,0.000-1.000,0.000 1.000,0.000-17.000,-35.000 34.000,35.000-17.000,-17.000 35.000,17.000-17.000,0.000-18.000,0.000 0.000,-18.000-18.000,18.000 18.000,0.000 0.000,-35.000 0.000,35.000-18.000,0.000 18.000,0.000 17.000,0.000-17.000,0.000 0.000,0.000 0.000,0.000 0.000,0.000-35.000,0.000 17.000,0.000-17.000,0.000 35.000,0.000-36.000,0.000 19.000,0.000 16.000,0.000-34.000,0.000 35.000,0.000-35.000,0.000 17.000,0.000-17.000,0.000-1.000,0.000 36.000,0.000-53.000,0.000 35.000,0.000 1.000,0.000-1.000,0.000-17.000,0.000 17.000,0.000-17.000,0.000-18.000,0.000 35.000,0.000-35.000,0.000 17.000,0.000 19.000,0.000-36.000,0.000 35.000,0.000-17.000,0.000-1.000,0.000 19.000,0.000-1.000,0.000-35.000,0.000 35.000,0.000 0.000,0.000 1.000,0.000-19.000,0.000 19.000,0.000-1.000,0.000 0.000,0.000-35.000,0.000 35.000,0.000-17.000,0.000 0.000,0.000-18.000,0.000 17.000,0.000 1.000,0.000 0.000,0.000-18.000,0.000 17.000,0.000 1.000,0.000 0.000,0.000-18.000,0.000 35.000,0.000-18.000,17.000 19.000,-17.000-36.000,0.000 17.000,0.000-17.000,0.000 36.000,0.000-36.000,18.000 35.000,-18.000-35.000,0.000 18.000,0.000-1.000,0.000 1.000,0.000-1.000,18.000-17.000,-18.000 18.000,0.000-18.000,0.000 35.000,0.000-35.000,0.000 36.000,0.000-19.000,0.000 1.000,17.000 17.000,-17.000 0.000,0.000-35.000,0.000 36.000,0.000-19.000,0.000 1.000,0.000 17.000,0.000-35.000,0.000 36.000,0.000-19.000,0.000-17.000,0.000 36.000,0.000-19.000,0.000 1.000,0.000 17.000,0.000-17.000,0.000 17.000,0.000-35.000,0.000 18.000,0.000 17.000,0.000-17.000,0.000 17.000,0.000 0.000,0.000-17.000,0.000 17.000,0.000-17.000,0.000 17.000,0.000-35.000,0.000 35.000,0.000-17.000,0.000-1.000,0.000 1.000,0.000 17.000,0.000-35.000,0.000 18.000,0.000 0.000,0.000-1.000,0.000 19.000,0.000-36.000,0.000 17.000,0.000 36.000,0.000-53.000,0.000 35.000,0.000-17.000,0.000 17.000,0.000-17.000,0.000 0.000,0.000-1.000,0.000-17.000,0.000 18.000,0.000 0.000,0.000 52.000,0.000-35.000,0.000 54.000,0.000-37.000,0.000 1.000,0.000 0.000,0.000 18.000,0.000-18.000,0.000 17.000,0.000 1.000,0.000-18.000,0.000 17.000,0.000-17.000,0.000 0.000,0.000-18.000,0.000 18.000,0.000-35.000,0.000 17.000,0.000 18.000,0.000 0.000,0.000 18.000,0.000-18.000,0.000 17.000,0.000-17.000,0.000-18.000,0.000 18.000,0.000-17.000,0.000-1.000,0.000 0.000,0.000-35.000,0.000 35.000,0.000 1.000,0.000-19.000,0.000 19.000,0.000 17.000,0.000-36.000,0.000 1.000,-17.000 35.000,17.000-36.000,0.000 1.000,0.000 17.000,0.000 1.000,-18.000-1.000,18.000 0.000,0.000 36.000,-18.000-36.000,18.000 18.000,0.000-18.000,-35.000 0.000,35.000-17.000,0.000 17.000,0.000 1.000,0.000-19.000,0.000 1.000,0.000 17.000,0.000-17.000,0.000-18.000,-18.000 17.000,18.000 1.000,0.000 0.000,0.000-18.000,0.000 17.000,-17.000 1.000,17.000 0.000,0.000-18.000,0.000 17.000,0.000 1.000,-18.000 0.000,18.000-18.000,0.000 17.000,-18.000 1.000,1.000-1.000,17.000-17.000,0.000 18.000,-18.000-18.000,18.000 0.000,-35.000 0.000,35.000 18.000,-18.000-1.000,1.000-17.000,-1.000 0.000,0.000 0.000,1.000 18.000,-1.000-18.000,-17.000 18.000,17.000-1.000,-17.000-17.000,17.000 18.000,1.000-18.000,-1.000 0.000,18.000 0.000,-18.000 0.000,1.000 0.000,-1.000 0.000,18.000 0.000,-18.000 0.000,-17.000 18.000,17.000-1.000,-17.000-17.000,18.000 0.000,-19.000 0.000,19.000 0.000,-19.000 0.000,19.000 0.000,-1.000 0.000,-17.000 0.000,17.000 18.000,1.000-18.000,-19.000 0.000,19.000 0.000,-19.000 0.000,19.000 0.000,-36.000 0.000,35.000 0.000,-17.000 0.000,17.000 0.000,-35.000 0.000,36.000 0.000,-36.000 0.000,17.000 0.000,1.000 0.000,0.000 0.000,-36.000 0.000,18.000 0.000,1.000 0.000,-19.000 0.000,18.000 0.000,-17.000 0.000,-1.000 0.000,18.000 0.000,-18.000 0.000,19.000 0.000,-1.000 0.000,0.000 0.000,-35.000 0.000,17.000 0.000,18.000 0.000,-35.000 0.000,17.000 0.000,-52.000 0.000,17.000 0.000,-17.000 0.000,-19.000 0.000,72.000 0.000,-36.000 0.000,0.000 0.000,36.000 0.000,-36.000 0.000,18.000 0.000,-18.000 0.000,35.000 0.000,-35.000 0.000,36.000 0.000,-18.000 0.000,-18.000 0.000,35.000 0.000,-35.000 0.000,18.000 0.000,-18.000 0.000,-17.000 0.000,-1.000 0.000,36.000 0.000,-53.000 0.000,18.000 0.000,-1.000 0.000,-17.000 0.000,18.000 0.000,-1.000 0.000,-17.000 0.000,18.000 0.000,-54.000 0.000,54.000 0.000,-36.000 0.000,0.000 0.000,18.000 0.000,-18.000 0.000,-17.000 0.000,35.000 0.000,0.000 0.000,17.000 0.000,-17.000 0.000,35.000 0.000,-35.000 0.000,18.000 0.000,-1.000 0.000,36.000 0.000,-18.000 0.000,0.000 0.000,36.000 0.000,-1.000 0.000,1.000 0.000,-1.000 0.000,-17.000 0.000,35.000 0.000,-18.000 0.000,19.000 0.000,-19.000 0.000,0.000 0.000,-34.000 0.000,16.000 0.000,-16.000 0.000,16.000 0.000,19.000 0.000,17.000 0.000,0.000 17.000,0.000-17.000,35.000 0.000,-34.000 0.000,16.000 0.000,1.000 0.000,-18.000 0.000,0.000 0.000,-17.000 18.000,-1.000-18.000,36.000 18.000,-1.000-18.000,19.000 17.000,-18.000-17.000,17.000 0.000,0.000 0.000,18.000 0.000,-17.000 0.000,-1.000 0.000,0.000 0.000,18.000 0.000,-17.000 0.000,-1.000 0.000,0.000 18.000,18.000 0.000,-17.000-18.000,-18.000 0.000,35.000 0.000,-36.000 0.000,19.000 0.000,-1.000 0.000,-17.000 0.000,35.000 0.000,-18.000 0.000,18.000 17.000,-18.000-17.000,18.000 0.000,-35.000 0.000,18.000 0.000,-1.000 18.000</inkml:trace>
</inkml:ink>
</file>

<file path=ppt/ink/ink4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10-09T01:27:14"/>
    </inkml:context>
    <inkml:brush xml:id="br0">
      <inkml:brushProperty name="width" value="0.05292" units="cm"/>
      <inkml:brushProperty name="height" value="0.05292" units="cm"/>
      <inkml:brushProperty name="color" value="#ff0000"/>
    </inkml:brush>
  </inkml:definitions>
  <inkml:trace contextRef="#ctx0" brushRef="#br0">8484.000 5997.000,'0.000'0.000,"18.000"0.000,17.000 0.000,1.000 0.000,34.000 0.000,18.000 0.000,18.000 0.000,-18.000 0.000,36.000 0.000,-1.000 0.000,1.000 0.000,17.000 0.000,-35.000 0.000,-18.000 0.000,18.000 0.000,17.000 0.000,-35.000 0.000,1.000-17.000,-19.000-1.000,18.000 18.000,-17.000-18.000,35.000 18.000,-53.000-17.000,17.000-1.000,18.000 18.000,-17.000-18.000,-1.000 18.000,36.000-17.000,-35.000 17.000,-1.000 0.000,19.000 0.000,-1.000 0.000,35.000 0.000,-17.000 0.000,-18.000 0.000,-17.000 0.000,35.000 0.000,17.000 0.000,-35.000 0.000,71.000 0.000,-18.000 0.000,18.000 0.000,35.000 0.000,-18.000 0.000,-35.000 0.000,54.000 0.000,-1.000 0.000,-36.000 0.000,19.000 0.000,17.000 0.000,-53.000 35.000,35.000-17.000,-35.000-1.000,0.000 1.000,1.000-18.000,-54.000 0.000,53.000 0.000,-35.000 0.000,-36.000 0.000,36.000 0.000,-53.000 0.000,0.000 0.000,-18.000 0.000,18.000 0.000,0.000 0.000,-18.000 0.000,36.000 0.000,-18.000 0.000,17.000 0.000,1.000 0.000,-1.000 0.000,1.000 0.000,35.000 0.000,17.000 0.000,-35.000 0.000,36.000 0.000,17.000 0.000,-17.000 0.000,-1.000 0.000,0.000 0.000,-17.000 0.000,35.000 0.000,-17.000 0.000,-1.000 0.000,1.000 0.000,17.000 0.000,-53.000 0.000,36.000 0.000,-54.000 0.000,18.000 0.000,-17.000 0.000,-1.000 0.000,1.000 0.000,-18.000 0.000,18.000 0.000,17.000 0.000,-18.000 0.000,1.000 0.000,-1.000 0.000,19.000 0.000,-37.000 0.000,19.000 0.000,0.000 0.000,-1.000 0.000,1.000 0.000,17.000 0.000,-18.000 0.000,36.000 35.000,-53.000-35.000,0.000 0.000,18.000 0.000,-1.000 0.000,-34.000 18.000,52.000 0.000,-18.000-18.000,1.000 17.000,52.000 18.000,-35.000-35.000,1.000 18.000,-1.000-18.000,0.000 0.000,18.000 0.000,-36.000 0.000,-17.000 0.000,18.000 0.000,-18.000 0.000,0.000 0.000,35.000 18.000,-53.000-18.000,36.000 0.000,-18.000 0.000,0.000 0.000,17.000 0.000,-17.000 0.000,18.000 0.000,-18.000 0.000,-1.000 0.000,19.000 0.000,17.000 0.000,-17.000 0.000,-18.000 0.000,17.000 0.000,-17.000 0.000,0.000 0.000,-18.000 0.000,1.000 0.000,17.000 0.000,-18.000 0.000,18.000 0.000,-18.000 0.000,18.000-18.000,0.000 0.000,0.000 18.000,17.000 0.000,-34.000 0.000,17.000 0.000,-18.000 0.000,-18.000 0.000,-17.000 0.000</inkml:trace>
  <inkml:trace contextRef="#ctx0" brushRef="#br0">1605.000 7461.000,'0.000'0.000,"53.000"0.000,18.000 0.000,52.000 0.000,1.000 0.000,-1.000 0.000,71.000 36.000,0.000-19.000,18.000 36.000,88.000-35.000,17.000 35.000,18.000 0.000,-105.000-36.000,34.000 1.000,-17.000-18.000,-53.000 0.000,18.000 35.000,-18.000-35.000,-18.000 0.000,36.000 0.000,-18.000 0.000,0.000 0.000,35.000 18.000,18.000-18.000,-18.000 0.000,18.000 0.000,-53.000 0.000,0.000 0.000,-35.000 0.000,-18.000 0.000,36.000 0.000,-19.000 0.000,-34.000 0.000,52.000 0.000,-17.000 0.000,17.000 0.000,-52.000 0.000,17.000 0.000,-35.000 0.000,-18.000 0.000,18.000 0.000,-36.000 0.000,54.000 0.000,-36.000 0.000,0.000 0.000,-17.000 0.000,-1.000 0.000,19.000-18.000,-19.000 18.000,-17.000 0.000,-18.000 0.000,18.000 0.000,18.000-18.000,-1.000-17.000,-17.000 18.000,18.000-1.000,-18.000 18.000,17.000-35.000,-17.000 17.000,0.000 18.000,-35.000-18.000,17.000 18.000,0.000 0.000,1.000-35.000,-36.000 35.000,35.000-18.000,0.000 18.000,-17.000 0.000,35.000-17.000,-53.000 17.000,17.000-18.000,36.000 1.000,-35.000-1.000,0.000 18.000</inkml:trace>
</inkml:ink>
</file>

<file path=ppt/ink/ink4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0.03526" units="1/cm"/>
          <inkml:channelProperty channel="Y" name="resolution" value="0.03528" units="1/cm"/>
        </inkml:channelProperties>
      </inkml:inkSource>
      <inkml:timestamp xml:id="ts0" timeString="2016-11-17T06:32:48"/>
    </inkml:context>
    <inkml:brush xml:id="br0">
      <inkml:brushProperty name="width" value="0.05292" units="cm"/>
      <inkml:brushProperty name="height" value="0.05292" units="cm"/>
      <inkml:brushProperty name="color" value="#ff0000"/>
    </inkml:brush>
  </inkml:definitions>
  <inkml:trace contextRef="#ctx0" brushRef="#br0">15117.000 8819.000,'35.000'0.000,"71.000"0.000,-36.000 0.000,36.000 0.000,-35.000 0.000,-1.000 0.000,-17.000 0.000,-35.000 0.000,-1.000 0.000,1.000 0.000,35.000 0.000,-18.000 0.000,0.000 0.000,18.000 0.000,-17.000 0.000,34.000 0.000,-17.000 0.000,18.000 0.000,-18.000 0.000,0.000 0.000,17.000 0.000,-17.000 0.000,-18.000 0.000,18.000 0.000,-18.000 0.000,1.000 0.000,-1.000 0.000,-17.000 0.000,-18.000 0.000,35.000 0.000,0.000 0.000,0.000 0.000,1.000 0.000,17.000 0.000,0.000 0.000,0.000 0.000,-1.000 0.000,19.000 0.000,-18.000 0.000,0.000 0.000,17.000 0.000,19.000 0.000,-1.000 0.000,-18.000 0.000,19.000 0.000,16.000 0.000,-34.000 0.000,70.000 0.000,-35.000 0.000,0.000 0.000,35.000 0.000,-53.000 0.000,18.000 0.000,17.000 0.000,-35.000 0.000,36.000 0.000,17.000 0.000,0.000 18.000,18.000 0.000,0.000-1.000,-18.000-17.000,-53.000 0.000,35.000 0.000,-17.000 0.000,-18.000 0.000,71.000 0.000,-53.000 0.000,70.000 0.000,1.000 0.000,-18.000 0.000,-18.000 0.000,35.000 0.000,-17.000 0.000,17.000 0.000,-52.000 0.000,-36.000 0.000,35.000 0.000,-87.000 0.000,17.000 0.000,-36.000 0.000,18.000 0.000,18.000 0.000,-17.000 0.000,17.000 0.000,35.000 0.000,-18.000 0.000,19.000 0.000,-1.000 0.000,-18.000 0.000,-17.000 0.000,0.000 0.000,-35.000 0.000,17.000 0.000,-17.000 0.000,-1.000 0.000,1.000 0.000,0.000 0.000,35.000 0.000,-36.000 0.000,18.000-17.000,-17.000 17.000,35.000 0.000,-18.000 0.000,-17.000 0.000,0.000 0.000,-1.000 0.000,1.000-18.000,-1.000 18.000,-17.000 0.000,36.000 0.000,-19.000 0.000,36.000 0.000,-35.000 0.000,17.000 0.000,-17.000 0.000,-1.000 0.000,19.000 0.000,-19.000 0.000,-17.000 0.000,18.000 0.000,17.000 0.000,1.000 0.000,-36.000 0.000,53.000 0.000,-36.000 0.000,-17.000 0.000,18.000 0.000,-1.000 0.000,1.000 0.000,35.000-18.000,-18.000 18.000,1.000 0.000,16.000 0.000,-34.000 0.000,0.000 0.000</inkml:trace>
  <inkml:trace contextRef="#ctx0" brushRef="#br0">1640.000 10283.000,'0.000'0.000,"36.000"0.000,52.000 0.000,53.000 0.000,-18.000 0.000,36.000 0.000,35.000 0.000,0.000 0.000,0.000 0.000,18.000 0.000,-18.000 0.000,18.000 0.000,-18.000 0.000,0.000 0.000,-36.000 0.000,37.000 0.000,-1.000 0.000,-18.000 0.000,-17.000 0.000,17.000 0.000,-17.000 0.000,-53.000 0.000,-1.000 0.000,19.000-35.000,17.000 18.000,-35.000 17.000,-18.000 0.000,18.000 0.000,-36.000 0.000,54.000 0.000,-53.000 0.000,-1.000 0.000,36.000 0.000,-53.000 0.000,17.000 0.000,36.000 0.000,-18.000 0.000,1.000 0.000,52.000 0.000,-18.000 0.000,54.000 35.000,-54.000-18.000,18.000 19.000,36.000-19.000,-54.000 1.000,0.000 0.000,19.000-18.000,-37.000 35.000,37.000-35.000,-19.000 0.000,0.000 0.000,1.000 0.000,17.000 0.000,-17.000 0.000,-19.000 0.000,-34.000 0.000,-18.000 0.000,17.000 0.000,19.000-18.000,-54.000 18.000,18.000 0.000,0.000-17.000,70.000 17.000,-17.000-36.000,-35.000 19.000,-1.000 17.000,36.000 0.000,-35.000 0.000,34.000-18.000,-52.000 18.000,18.000 0.000,35.000-35.000,-71.000 35.000,35.000-18.000,19.000 18.000,-19.000 0.000,1.000 0.000,35.000 0.000,-36.000 0.000,1.000 0.000,-1.000 0.000,36.000-17.000,-35.000 17.000,17.000-18.000,-35.000 18.000,17.000 0.000,-17.000 0.000,18.000-35.000,-18.000 17.000,53.000 18.000,-36.000-18.000,1.000 18.000,-1.000 0.000,-34.000 0.000,16.000-35.000,-16.000 35.000,17.000 0.000,-18.000-18.000,18.000 18.000,-18.000 0.000,18.000-17.000,18.000 17.000,-19.000 0.000,19.000 0.000,-53.000 0.000,52.000-35.000,-52.000 35.000,0.000 0.000,17.000-18.000,-35.000 18.000,35.000 0.000,-17.000 0.000,35.000 0.000,-53.000 0.000,35.000 0.000,0.000 0.000,-35.000-18.000,18.000 18.000,-1.000 0.000,1.000 0.000,17.000 0.000,1.000-17.000,-19.000 17.000,1.000 0.000,17.000-18.000,-35.000 18.000,18.000 0.000,-1.000 0.000,-17.000 0.000,18.000 0.000,0.000 0.000,-1.000 0.000,19.000 0.000,-19.000 0.000,19.000 0.000,-19.000 0.000,1.000 0.000,0.000 0.000,-1.000 0.000,-17.000 0.000,18.000 0.000,-1.000 0.000,1.000 0.000,-18.000 0.000,35.000-18.000,-17.000 18.000,-18.000 0.000,18.000 0.000,-1.000 0.000,1.000 0.000,-18.000 0.000</inkml:trace>
</inkml:ink>
</file>

<file path=ppt/ink/ink4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8:20:57"/>
    </inkml:context>
    <inkml:brush xml:id="br0">
      <inkml:brushProperty name="width" value="0.05292" units="cm"/>
      <inkml:brushProperty name="height" value="0.05292" units="cm"/>
      <inkml:brushProperty name="color" value="#ff0000"/>
    </inkml:brush>
  </inkml:definitions>
  <inkml:trace contextRef="#ctx0" brushRef="#br0">8802.000 6156.000,'88.000'-18.000,"-35.000"18.000,-53.000 0.000,18.000 0.000</inkml:trace>
  <inkml:trace contextRef="#ctx0" brushRef="#br0">7955.000 6156.000,'0.000'0.000,"35.000"0.000,18.000 0.000,0.000 0.000,18.000 0.000,-18.000 0.000,35.000 0.000,18.000 0.000,-36.000 0.000,1.000 0.000,-1.000 0.000,36.000 0.000,-35.000 0.000,-18.000 0.000,17.000 0.000,-34.000 0.000,16.000 0.000,-34.000 0.000,17.000 0.000,-17.000 0.000,-18.000 0.000,18.000-35.000,-1.000 35.000,1.000 0.000,-18.000 0.000,18.000 0.000,-1.000 0.000,1.000 0.000,-18.000 0.000,18.000 0.000,-1.000 0.000,1.000 0.000,-18.000 0.000,17.000 0.000,1.000 0.000,35.000 0.000,-35.000 0.000,17.000 0.000,0.000 0.000,18.000 0.000,18.000 0.000,-18.000 0.000,35.000 0.000,-18.000 0.000,54.000 0.000,-1.000 0.000,1.000 0.000,34.000 0.000,19.000 0.000,-36.000 0.000,0.000 0.000,-17.000 0.000,-1.000 0.000,1.000 0.000,-19.000 0.000,1.000 0.000,0.000 0.000,17.000 0.000,1.000 0.000,-36.000 0.000,36.000 0.000,-1.000 0.000,-17.000 0.000,-18.000 0.000,18.000 0.000,-35.000 0.000,-1.000 0.000,1.000 0.000,17.000 0.000,35.000 0.000,-52.000 0.000,17.000 0.000,18.000 0.000,-18.000 0.000,18.000 0.000,0.000 0.000,-18.000 0.000,18.000 0.000,-18.000 0.000,53.000 0.000,-35.000 0.000,0.000 0.000,0.000 0.000,17.000 0.000,-17.000 0.000,-36.000 0.000,54.000 0.000,-54.000 0.000,1.000 0.000,35.000 0.000,-53.000 0.000,17.000 0.000,36.000 0.000,-35.000 0.000,-1.000 0.000,-17.000 0.000,18.000 0.000,-36.000 0.000,36.000 0.000,-36.000 0.000,-18.000 0.000,1.000 0.000,35.000 0.000,-18.000 0.000,1.000 0.000,17.000 0.000,17.000 0.000,-17.000 0.000,0.000 0.000,-18.000 0.000,18.000 0.000,18.000 0.000,-36.000 0.000,18.000 0.000,0.000 0.000,17.000 0.000,-17.000 0.000,0.000 0.000,-18.000 0.000,54.000 0.000,-36.000 0.000,-18.000 0.000,0.000 0.000,0.000 0.000,-17.000 0.000,35.000 0.000,0.000 0.000,-36.000 0.000,19.000 0.000,-1.000 0.000,0.000 0.000,-17.000 0.000,0.000 0.000,17.000 0.000,-17.000 0.000,-1.000 0.000,1.000 0.000,-18.000 0.000,17.000 0.000,1.000 0.000,17.000 0.000,-35.000 0.000,36.000 0.000,-19.000 0.000,-17.000 0.000,36.000 0.000,-1.000 0.000,-18.000 0.000,1.000 0.000,17.000 0.000,1.000 0.000,-1.000 0.000,-35.000 0.000,18.000 0.000,-1.000 0.000,1.000 0.000,-18.000 0.000,17.000 0.000,1.000 0.000,0.000 0.000,-18.000 0.000,17.000 0.000,1.000 0.000,0.000 0.000,-18.000 0.000,17.000 0.000,1.000 0.000,0.000 0.000,-18.000 0.000,35.000 0.000,-17.000 0.000,-1.000 0.000,1.000-18.000,-1.000 18.000,1.000 0.000,0.000 0.000,-1.000-18.000,19.000 18.000,-36.000 0.000,17.000 0.000,1.000 0.000,0.000-17.000,-1.000 17.000,18.000 0.000,1.000-18.000,17.000 1.000,-36.000 17.000,19.000-18.000,-1.000 18.000,-18.000-18.000,1.000 1.000,17.000 17.000,-35.000 0.000,36.000-36.000,-19.000 36.000,-17.000-17.000,36.000-19.000,-1.000 19.000,-35.000 17.000,18.000-18.000,-1.000-17.000,1.000 35.000,-1.000-35.000,-17.000 35.000,0.000-18.000,36.000-17.000,-36.000 35.000,17.000-36.000,1.000 1.000,-18.000 17.000,18.000 1.000,-18.000 17.000,0.000-18.000,17.000 1.000,-17.000-19.000,0.000 19.000,-17.000-1.000,-1.000-17.000,18.000 35.000,0.000-18.000,0.000 0.000,0.000 1.000,-18.000-1.000,18.000 1.000,-17.000 17.000,-1.000-36.000,0.000 19.000,-17.000-1.000,35.000 0.000,-35.000 1.000,17.000 17.000,-35.000-36.000,53.000 36.000,-53.000-17.000,36.000-1.000,-71.000-35.000,35.000 53.000,-18.000-17.000,36.000-19.000,-18.000-34.000,-35.000 52.000,-53.000-17.000,52.000 0.000,19.000 17.000,-18.000 0.000,17.000 18.000,18.000-35.000,18.000 35.000,-36.000 0.000,36.000-18.000,-35.000 18.000,17.000-17.000,-18.000 17.000,0.000 0.000,19.000 0.000,-19.000-36.000,-17.000 19.000,35.000 17.000,-18.000-18.000,18.000 18.000,-17.000 0.000,17.000-17.000,-53.000-19.000,18.000 36.000,0.000-17.000,35.000 17.000,-18.000 0.000,18.000 0.000,0.000 0.000,1.000 0.000,-1.000 0.000,35.000-18.000,-35.000 18.000,18.000 0.000,-1.000 0.000,-16.000 0.000,34.000 0.000,-35.000 0.000,35.000 0.000,-35.000 0.000,36.000 0.000,-18.000 0.000,17.000 0.000,-35.000 0.000,35.000 0.000,-35.000 0.000,36.000 0.000,-36.000 0.000,0.000 0.000,18.000 0.000,-1.000 0.000,1.000 0.000,17.000 0.000,1.000 0.000,-18.000 0.000,17.000 0.000,0.000 0.000,1.000 18.000,-19.000-1.000,19.000-17.000,-1.000 0.000,0.000 18.000,1.000-18.000,-18.000 18.000,-1.000-1.000,19.000 1.000,-1.000-18.000,-17.000 17.000,17.000 19.000,0.000-36.000,1.000 17.000,-1.000 1.000,18.000 0.000,-17.000-18.000,-1.000 17.000,18.000 1.000,-18.000 0.000,18.000-18.000,-17.000 35.000,17.000-35.000,0.000 17.000,-18.000 1.000,0.000 0.000,18.000-18.000,0.000 35.000,-17.000 0.000,17.000-35.000,0.000 36.000,0.000-1.000,-18.000-18.000,0.000 1.000,18.000 0.000,0.000 17.000,-17.000-17.000,17.000-1.000,-18.000 19.000,18.000-19.000,0.000 19.000,0.000-36.000,-18.000 35.000,18.000-18.000,0.000 19.000,0.000-1.000,-17.000-17.000,17.000-18.000,0.000 17.000,0.000 19.000,0.000-36.000,0.000 35.000,0.000-18.000,0.000 36.000,0.000-35.000,0.000 17.000,0.000 1.000,0.000-19.000,0.000 1.000,0.000-1.000,0.000 1.000,0.000 0.000,0.000-1.000,0.000 1.000,0.000 0.000,0.000-18.000,0.000 35.000,17.000-35.000,1.000 0.000,-18.000 18.000,18.000-18.000,-1.000 0.000,-17.000 17.000,18.000-17.000,-18.000 0.000,18.000 0.000,-1.000 0.000,-17.000 18.000</inkml:trace>
</inkml:ink>
</file>

<file path=ppt/ink/ink4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10-09T05:36:21"/>
    </inkml:context>
    <inkml:brush xml:id="br0">
      <inkml:brushProperty name="width" value="0.05292" units="cm"/>
      <inkml:brushProperty name="height" value="0.05292" units="cm"/>
      <inkml:brushProperty name="color" value="#ff0000"/>
    </inkml:brush>
  </inkml:definitions>
  <inkml:trace contextRef="#ctx0" brushRef="#br0">3934.000 18062.000,'17.000'0.000,"89.000"18.000,88.000 17.000,-53.000-35.000,36.000 18.000,-18.000 17.000,-54.000-17.000,1.000-18.000,-18.000 0.000,-35.000 17.000,-17.000-17.000,-1.000 0.000,-17.000 0.000,17.000 0.000,0.000 0.000,-17.000 0.000,70.000 0.000,-18.000 0.000,19.000 0.000,-19.000 0.000,18.000 0.000,-17.000 0.000,0.000 0.000,-19.000 0.000,-16.000 0.000,-19.000 0.000,1.000 0.000,0.000 0.000,-1.000 0.000,19.000 0.000,-1.000 0.000,18.000 0.000,17.000 0.000,36.000 0.000,18.000 0.000,52.000 0.000,0.000 0.000,36.000 0.000,-36.000 0.000,71.000 0.000,0.000 0.000,0.000 0.000,36.000 0.000,-1.000 0.000,-35.000 0.000,0.000 0.000,-36.000 0.000,-70.000 0.000,1.000 0.000,-54.000 0.000,-18.000 0.000,18.000 0.000,-17.000 0.000,-18.000 0.000,35.000 0.000,-35.000 0.000,-18.000 0.000,1.000 0.000,-19.000 0.000,1.000 0.000,0.000 0.000,-1.000 0.000,1.000 0.000,17.000 0.000,18.000-17.000,0.000 17.000,35.000 0.000,-17.000 0.000,17.000-36.000,-18.000 36.000,1.000-17.000,-18.000 17.000,-18.000 0.000,18.000 0.000,-18.000 0.000,1.000-18.000,17.000 18.000,35.000 0.000,-18.000 0.000,18.000 0.000,-17.000 0.000,35.000-17.000,17.000 17.000,-52.000 0.000,17.000-18.000,-35.000 18.000,-18.000 0.000,18.000 0.000,0.000-18.000,-18.000 18.000,54.000 0.000,-19.000 0.000,18.000 0.000,-17.000 0.000,-18.000-17.000,17.000 17.000,-70.000-18.000,53.000 18.000,18.000 0.000,-1.000 0.000,-17.000 0.000,-17.000 18.000,-1.000-18.000,0.000 0.000,-17.000 0.000,-1.000 0.000,19.000 0.000,-1.000 0.000,-17.000 0.000,-1.000 0.000,1.000 0.000,17.000 0.000,0.000 0.000,18.000 0.000,-17.000 0.000,-1.000 0.000,0.000 0.000,-17.000 0.000,-1.000 0.000,19.000 0.000,34.000 0.000,-34.000 17.000,-19.000-17.000</inkml:trace>
</inkml:ink>
</file>

<file path=ppt/ink/ink4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7-09-26T08:23:34"/>
    </inkml:context>
    <inkml:brush xml:id="br0">
      <inkml:brushProperty name="width" value="0.05292" units="cm"/>
      <inkml:brushProperty name="height" value="0.05292" units="cm"/>
      <inkml:brushProperty name="color" value="#ff0000"/>
    </inkml:brush>
  </inkml:definitions>
  <inkml:trace contextRef="#ctx0" brushRef="#br0">3634.000 3810.000,'0.000'-18.000,"-18.000"18.000,18.000 0.000,-18.000 0.000,-35.000 0.000,18.000 0.000,35.000 0.000,-53.000 0.000,36.000 0.000,-19.000 0.000,-17.000 0.000,36.000 0.000,-1.000 0.000,-52.000 18.000,70.000 0.000,-36.000-18.000,19.000 0.000,-19.000 0.000,19.000 0.000,-19.000 35.000,19.000-35.000,-1.000 0.000,1.000 18.000,-19.000-18.000,36.000 0.000,-35.000 0.000,17.000 17.000,1.000-17.000,-1.000 18.000,0.000-1.000,-17.000-17.000,18.000 18.000,17.000 0.000,-18.000-18.000,0.000 17.000,18.000-17.000,-17.000 18.000,17.000 0.000,-18.000-18.000,0.000 17.000,18.000-17.000,-17.000 36.000,17.000-36.000,0.000 17.000,-18.000 19.000,0.000-19.000,1.000 18.000,-1.000 1.000,0.000-36.000,18.000 17.000,0.000 1.000,-17.000 0.000,17.000-18.000,-35.000 35.000,35.000-17.000,-18.000-1.000,0.000 18.000,1.000-17.000,-1.000 0.000,18.000-1.000,-35.000 19.000,35.000-36.000,-18.000 17.000,0.000 19.000,18.000-1.000,-35.000 0.000,18.000-17.000,17.000 17.000,-36.000 0.000,19.000 1.000,17.000-19.000,0.000 19.000,0.000-36.000,-18.000 17.000,18.000 18.000,0.000 1.000,-18.000-19.000,1.000 1.000,17.000 17.000,-36.000 1.000,36.000-1.000,-17.000-18.000,17.000 1.000,0.000 17.000,0.000-17.000,-18.000 0.000,18.000 35.000,0.000-18.000,0.000 0.000,0.000-17.000,0.000 35.000,-18.000-18.000,18.000 0.000,0.000 18.000,0.000-18.000,-35.000 36.000,18.000 0.000,17.000-1.000,0.000-17.000,0.000 18.000,-18.000-19.000,-17.000 37.000,35.000-54.000,0.000 36.000,0.000-19.000,-18.000 37.000,0.000-54.000,18.000 35.000,0.000-34.000,0.000 17.000,-35.000 35.000,35.000-88.000,0.000 35.000,0.000 0.000,0.000 1.000,-18.000-19.000,18.000 36.000,0.000-35.000,0.000 17.000,0.000 18.000,0.000-18.000,0.000 1.000,0.000 17.000,0.000-18.000,0.000 18.000,0.000 35.000,0.000-35.000,-17.000 17.000,17.000-17.000,-18.000 18.000,18.000-36.000,0.000 36.000,0.000 17.000,0.000-35.000,0.000 0.000,0.000 0.000,0.000-36.000,0.000 36.000,0.000-35.000,0.000 35.000,0.000 0.000,0.000-36.000,0.000 1.000,0.000 17.000,0.000-17.000,0.000 17.000,0.000-35.000,0.000 35.000,0.000 1.000,0.000-36.000,0.000 35.000,0.000-17.000,0.000 17.000,0.000-35.000,0.000 18.000,0.000 17.000,0.000-18.000,0.000 1.000,0.000 35.000,0.000-18.000,0.000-17.000,0.000 0.000,0.000 17.000,0.000-35.000,0.000 35.000,0.000 0.000,0.000-17.000,35.000 17.000,-35.000-17.000,0.000 17.000,0.000 18.000,0.000-18.000,0.000 18.000,0.000 18.000,18.000-1.000,-18.000-17.000,0.000-17.000,18.000 17.000,-18.000-18.000,35.000 0.000,-35.000 0.000,0.000 1.000,0.000-19.000,0.000 19.000,0.000-36.000,0.000 35.000,0.000-17.000,0.000-18.000,18.000 35.000,-1.000 0.000,-17.000-17.000,0.000-1.000,18.000 36.000,-18.000-35.000,0.000 17.000,18.000 0.000,-18.000 18.000,0.000 0.000,17.000-35.000,-17.000 35.000,0.000-36.000,0.000 19.000,0.000-36.000,0.000 17.000,0.000 19.000,0.000-36.000,0.000 17.000,35.000 1.000,-35.000 17.000,0.000-35.000,0.000 18.000,0.000 0.000,0.000-1.000,0.000-17.000,0.000 18.000,0.000-1.000,18.000 1.000,-18.000 0.000,0.000-1.000,0.000 19.000,0.000 17.000,0.000-53.000,0.000 17.000,0.000 1.000,0.000-1.000,0.000 19.000,0.000-19.000,0.000 1.000,0.000 17.000,0.000-35.000,0.000 18.000,0.000-18.000,0.000 35.000,0.000-35.000,0.000 18.000,0.000-18.000,0.000 35.000,0.000-17.000,0.000-18.000,0.000 35.000,0.000-17.000,0.000-1.000,35.000 1.000,-35.000 0.000,0.000-18.000,0.000 17.000,18.000 1.000,-18.000 0.000,0.000-18.000,0.000 17.000,18.000 18.000,-18.000-17.000,17.000 0.000,-17.000-18.000,18.000 35.000,0.000-35.000,-18.000 18.000,17.000-18.000,-17.000 0.000,18.000 17.000,0.000-17.000,-1.000 18.000,-17.000-18.000,35.000 18.000,1.000-18.000,-36.000 0.000,35.000 0.000,-17.000 0.000,-18.000 0.000,35.000 0.000,-17.000 17.000,-1.000-17.000,18.000 0.000,-35.000 0.000,18.000 0.000,17.000 0.000,-35.000 0.000,53.000 0.000,-35.000 0.000,17.000 0.000,-35.000 0.000,36.000 0.000,-1.000 0.000,-18.000 0.000,1.000 0.000,17.000 0.000,-35.000 0.000,36.000 0.000,-36.000 0.000,17.000 0.000,-17.000 0.000,36.000 0.000,-19.000 0.000,18.000 0.000,-17.000 0.000,0.000 0.000,17.000 0.000,-35.000 0.000,35.000 0.000,1.000 0.000,-36.000 0.000,35.000 0.000,18.000 0.000,-18.000 0.000,0.000 0.000,1.000 0.000,17.000 0.000,-18.000 0.000,-18.000 0.000,36.000 0.000,-35.000 0.000,35.000 0.000,-35.000 0.000,34.000 0.000,-34.000 0.000,35.000 0.000,-18.000 0.000,1.000 0.000,16.000 0.000,1.000 0.000,-17.000 0.000,17.000 0.000,0.000 0.000,-36.000 0.000,36.000 0.000,-18.000 0.000,18.000 0.000,-17.000 0.000,-19.000 0.000,18.000 0.000,18.000 0.000,0.000 0.000,0.000 0.000,0.000 0.000,0.000 0.000,-18.000 0.000,1.000 0.000,34.000 0.000,-35.000 0.000,1.000 0.000,17.000 0.000,-36.000 0.000,19.000 0.000,-1.000 0.000,0.000 0.000,-17.000 0.000,35.000 0.000,-36.000 0.000,19.000 0.000,-19.000 0.000,18.000 0.000,-17.000 0.000,0.000 0.000,17.000 0.000,0.000 0.000,1.000 0.000,17.000 0.000,-18.000 0.000,0.000 0.000,0.000 0.000,1.000 0.000,17.000 0.000,-18.000 0.000,0.000 0.000,-17.000 0.000,17.000 0.000,18.000 0.000,-18.000 0.000,18.000 0.000,-35.000 0.000,35.000 0.000,35.000 0.000,-35.000 0.000,-18.000 0.000,0.000 0.000,18.000 0.000,-35.000 0.000,35.000 0.000,0.000 0.000,-18.000 0.000,18.000 0.000,0.000 0.000,-36.000 0.000,36.000 0.000,0.000 0.000,-17.000 0.000,17.000 0.000,-18.000 0.000,-18.000 0.000,36.000 0.000,-35.000 0.000,17.000 0.000,-35.000 0.000,53.000 0.000,-35.000 0.000,-1.000 0.000,19.000 0.000,-1.000-17.000,-17.000 17.000,17.000 0.000,0.000 0.000,0.000-18.000,18.000 18.000,-17.000-18.000,-19.000 18.000,36.000 0.000,-17.000-17.000,16.000 17.000,1.000 0.000,-35.000-18.000,35.000 18.000,35.000 0.000,-35.000-18.000,18.000 1.000,-54.000 17.000,71.000-18.000,-35.000 18.000,-17.000-18.000,-1.000 1.000,18.000-1.000,0.000 1.000,-18.000 17.000,0.000-18.000,1.000 0.000,16.000 1.000,1.000 17.000,-35.000-18.000,35.000 18.000,35.000-35.000,-53.000 17.000,1.000 0.000,-1.000 18.000,0.000-53.000,36.000 36.000,-36.000-18.000,-17.000 17.000,70.000-35.000,-53.000 18.000,36.000-36.000,-18.000 1.000,17.000-19.000,-17.000 1.000,18.000 18.000,35.000-71.000,-18.000-18.000,-18.000 53.000,36.000-53.000,-35.000-17.000,17.000 35.000,-35.000 0.000,0.000 0.000,17.000-18.000,-34.000-18.000,34.000 36.000,-52.000 53.000,52.000-35.000,-34.000-36.000,-19.000 18.000,36.000-36.000,-18.000 19.000,18.000-1.000,-53.000 53.000,0.000-35.000,18.000 17.000,0.000 19.000,-1.000-37.000,1.000 54.000,-1.000-18.000,1.000-17.000,-18.000 35.000,18.000-18.000,-18.000 35.000,0.000 1.000,0.000-18.000,0.000 17.000,0.000 18.000,0.000 0.000,0.000 36.000,0.000-54.000,-18.000 18.000,0.000 36.000,1.000-36.000,-18.000-36.000,-1.000 54.000,19.000 0.000,-36.000-36.000,17.000 36.000,-16.000-18.000,16.000 18.000,1.000-18.000,0.000 18.000,-18.000-1.000,0.000-17.000,0.000 36.000,18.000-18.000,-1.000 17.000,-17.000 0.000,-35.000-17.000,35.000 0.000,-35.000 17.000,-18.000-35.000,18.000 18.000,18.000 0.000,-19.000-1.000,-16.000-17.000,52.000 36.000,-53.000-19.000,0.000 19.000,53.000-1.000,-70.000 1.000,52.000 17.000,-17.000-18.000,-36.000-35.000,19.000 53.000,34.000-18.000,-70.000-35.000,70.000 53.000,-35.000-17.000,18.000-1.000,-18.000 18.000,1.000-17.000,-19.000-19.000,36.000 19.000,-18.000 17.000,36.000-18.000,-36.000 18.000,35.000-18.000,-35.000-17.000,18.000 35.000,18.000-18.000,-36.000 1.000,35.000 17.000,1.000 0.000,17.000-18.000,-35.000-17.000,17.000 35.000,-17.000 0.000,17.000 0.000,1.000-18.000,-36.000 1.000,35.000 17.000,1.000-36.000,-1.000 36.000,36.000-17.000,-36.000-1.000,18.000 18.000,1.000-35.000,-19.000 17.000,36.000 18.000,-36.000-18.000,18.000 1.000,0.000 17.000,0.000-18.000,0.000 1.000,18.000-1.000,18.000 18.000,-19.000 0.000,1.000 0.000,-18.000 0.000,35.000 0.000,-34.000 0.000,16.000 0.000,1.000 0.000,0.000-35.000,17.000 35.000,-35.000-18.000,53.000 18.000,-18.000 0.000,-52.000 0.000,35.000 0.000,17.000 0.000,-17.000 0.000,-1.000 0.000,1.000 0.000,18.000 0.000,-1.000 0.000,0.000 0.000,18.000 0.000,-17.000 0.000,-1.000 0.000,18.000 0.000,-18.000 0.000,18.000 0.000,-17.000 18.000,-1.000-18.000,0.000 35.000,18.000-35.000,-17.000 0.000,-1.000 18.000,-17.000-1.000,17.000-17.000,18.000 18.000,-35.000-18.000,35.000 0.000,-18.000 17.000,-17.000-17.000,35.000 18.000,-35.000-18.000,17.000 18.000,0.000-18.000,18.000 0.000,-35.000 0.000,18.000 17.000,-1.000-17.000,-17.000 0.000,17.000 0.000,-17.000 18.000,17.000-18.000,0.000 18.000,1.000-18.000,17.000 0.000,-18.000 0.000,18.000 0.000,-35.000 0.000,35.000 0.000,-18.000 0.000,18.000 17.000,-35.000-17.000,35.000 0.000</inkml:trace>
  <inkml:trace contextRef="#ctx0" brushRef="#br0">3475.000 13335.000,'0.000'-18.000,"-18.000"18.000,-52.000 0.000,17.000 0.000,0.000 0.000,0.000 0.000,35.000 0.000,-52.000 0.000,52.000 0.000,-17.000 0.000,17.000 0.000,-35.000 0.000,36.000 0.000,-19.000 0.000,19.000 0.000,-36.000 0.000,0.000 0.000,35.000 0.000,18.000 0.000,-35.000 0.000,17.000 0.000,1.000 0.000,-19.000 0.000,36.000 0.000,-17.000 0.000,-1.000-17.000,0.000 17.000,18.000 0.000,-17.000 0.000,-1.000 0.000,1.000 0.000,17.000 0.000,-36.000 0.000,19.000 0.000,17.000 0.000,-18.000 0.000,0.000 0.000,1.000 0.000,17.000 0.000,-18.000 0.000,18.000 17.000,-18.000-17.000,1.000 0.000,17.000 0.000,-18.000 0.000,18.000 18.000,0.000-18.000,-35.000 35.000,35.000-35.000,-18.000 18.000,18.000-18.000,0.000 18.000,0.000-1.000,0.000-17.000,0.000 18.000,-35.000 17.000,35.000-35.000,0.000 35.000,0.000-17.000,0.000 0.000,0.000-1.000,0.000-17.000,0.000 36.000,0.000-1.000,0.000-17.000,0.000 17.000,0.000 0.000,0.000-17.000,0.000-1.000,0.000 36.000,0.000-17.000,0.000 16.000,0.000 1.000,0.000-35.000,0.000 17.000,0.000 18.000,0.000-18.000,0.000 18.000,0.000-35.000,0.000 17.000,0.000 36.000,18.000-1.000,-18.000-34.000,17.000 17.000,-17.000 0.000,0.000-1.000,18.000 1.000,-18.000 0.000,0.000 0.000,18.000 18.000,-1.000-18.000,-17.000 17.000,0.000-34.000,18.000 16.000,-18.000 19.000,17.000-53.000,-17.000 35.000,0.000-18.000,18.000 0.000,-18.000 18.000,0.000-53.000,18.000 53.000,-18.000-35.000,0.000 17.000,0.000 0.000,0.000 0.000,0.000-17.000,17.000 35.000,1.000-53.000,-18.000 18.000,0.000 17.000,0.000-35.000,0.000 35.000,0.000-35.000,0.000 18.000,18.000-18.000,-18.000 17.000,0.000 1.000,17.000 0.000,1.000-1.000,0.000 1.000,-1.000-18.000,1.000 35.000,-1.000-35.000,1.000 36.000,0.000-19.000,-18.000 1.000,17.000-18.000,1.000 17.000,0.000-17.000,-18.000 18.000,17.000 0.000,19.000-18.000,-36.000 0.000,35.000 35.000,-35.000-35.000,35.000 18.000,-35.000-18.000,35.000 35.000,1.000-35.000,17.000 0.000,0.000 18.000,70.000 34.000,-70.000-52.000,70.000 0.000,1.000 18.000,-1.000 0.000,-52.000-1.000,88.000 19.000,-71.000-36.000,18.000 17.000,-36.000 1.000,107.000 0.000,-54.000-18.000,1.000 0.000,-1.000 0.000,-35.000 0.000,71.000 0.000,-106.000 0.000,35.000 0.000,-35.000 0.000,-18.000 0.000,36.000 0.000,-36.000 0.000,36.000 0.000,35.000 0.000,-71.000 0.000,35.000 0.000,-34.000-18.000,34.000 18.000,-35.000 0.000,1.000 0.000,17.000-18.000,0.000 18.000,35.000-17.000,-18.000 17.000,36.000-18.000,-53.000 18.000,18.000 0.000,-1.000-35.000,18.000 35.000,1.000 0.000,-1.000 0.000,0.000 0.000,-35.000-18.000,0.000 18.000,-18.000-18.000,18.000 18.000,-53.000-17.000,35.000 17.000,-17.000-18.000,17.000 1.000,-17.000 17.000,-18.000 0.000,17.000-18.000,1.000 0.000,0.000 1.000,-1.000 17.000,-17.000-18.000,18.000 0.000,17.000-17.000,-17.000 35.000,17.000-35.000,-17.000 17.000,52.000-35.000,-70.000 53.000,18.000-35.000,17.000 0.000,18.000-18.000,-17.000 18.000,-1.000-1.000,35.000 1.000,-34.000 0.000,17.000 17.000,17.000-17.000,-35.000 17.000,1.000-17.000,-1.000 17.000,0.000 1.000,-35.000-1.000,53.000 18.000,-35.000-18.000,-1.000 1.000,1.000-1.000,0.000 18.000,-1.000-35.000,19.000 35.000,-36.000-18.000,17.000 0.000,1.000 18.000,0.000-17.000,-18.000 17.000,17.000-18.000,1.000 1.000,-1.000 17.000,-17.000-18.000,36.000 0.000,-19.000 1.000,1.000 17.000,-18.000-18.000,18.000 0.000,-1.000-17.000,1.000 17.000,-18.000 1.000,35.000-1.000,-35.000 1.000,0.000-19.000,18.000 19.000,-1.000-1.000,-17.000-17.000,18.000 17.000,-18.000 0.000,0.000 1.000,18.000 17.000,-18.000-18.000,0.000 0.000,0.000 1.000,0.000-1.000,0.000 1.000,0.000-19.000,0.000 19.000,-36.000-19.000,36.000 19.000,-17.000-19.000,-18.000 1.000,17.000 18.000,-17.000-1.000,-18.000-17.000,17.000 17.000,1.000 0.000,-18.000 1.000,0.000-54.000,-17.000 36.000,-89.000-18.000,36.000 0.000,-36.000 0.000,18.000-17.000,-18.000-1.000,0.000 0.000,18.000 19.000,-18.000-19.000,53.000 18.000,-70.000-17.000,70.000 34.000,0.000-17.000,54.000 18.000,-37.000 17.000,36.000-17.000,18.000 35.000,-35.000-18.000,34.000 1.000,19.000 17.000,-54.000-18.000,53.000 18.000,-34.000-17.000,16.000-1.000,-34.000 0.000,17.000 1.000,18.000 17.000,-1.000 0.000,1.000-18.000,-18.000 18.000,53.000 0.000,-35.000 0.000,17.000 0.000,18.000 0.000,-35.000 0.000,17.000 0.000,1.000 0.000,-19.000 0.000,-17.000 0.000,18.000 0.000,-18.000 0.000,36.000 0.000,-36.000 0.000,0.000 0.000,0.000 0.000,18.000 0.000,-18.000 0.000,-18.000 0.000,18.000 0.000,18.000 0.000,-18.000 0.000,0.000 0.000,35.000 0.000,-17.000 0.000,17.000 0.000,-17.000 0.000,18.000 0.000,-1.000 0.000,-17.000 0.000,17.000 0.000,-17.000 0.000,17.000 0.000,18.000 0.000,-35.000 0.000,0.000 0.000,-1.000 0.000,19.000 0.000,-19.000 0.000,1.000 0.000,0.000 0.000,35.000 0.000,-36.000 0.000,19.000 0.000,-1.000 0.000,-17.000 0.000,35.000 0.000,-18.000 0.000,-17.000 0.000,35.000 0.000,-35.000 0.000,17.000 0.000,0.000 0.000,1.000 0.000,-1.000 0.000,1.000 0.000,17.000 0.000,-18.000 0.000,-17.000 0.000,35.000 0.000,-18.000 0.000,0.000 0.000,1.000 0.000,17.000 0.000,-36.000 0.000,19.000 0.000,17.000 0.000,-18.000 0.000,1.000 0.000,-1.000 0.000,18.000 0.000,-18.000 0.000,1.000 0.000,-1.000 0.000,18.000 0.000,-18.000 0.000,1.000 0.000</inkml:trace>
  <inkml:trace contextRef="#ctx0" brushRef="#br0">9701.000 8943.000,'0.000'18.000,"18.000"17.000,17.000 53.000,1.000-35.000,-36.000 35.000,105.000 18.000,-69.000 0.000,17.000-36.000,-18.000 71.000,18.000-35.000,-18.000 0.000,18.000 0.000,-35.000-53.000,35.000 35.000,-18.000 18.000,18.000 0.000,-18.000 17.000,-35.000-17.000,53.000-35.000,-35.000 17.000,35.000-35.000,-36.000 35.000,-17.000-53.000,0.000 18.000,18.000 0.000,17.000 0.000,-35.000-18.000,18.000 36.000,-18.000-36.000,17.000 0.000,1.000 18.000,0.000 0.000,-18.000-18.000,17.000 1.000,1.000 17.000,0.000-18.000,-18.000 0.000,0.000-17.000,17.000 35.000,1.000-36.000,-18.000 36.000,0.000-35.000,35.000 0.000,-35.000-1.000,0.000-17.000,0.000 18.000,0.000-18.000,0.000 35.000,0.000 18.000,0.000-18.000,0.000 1.000,0.000-19.000,0.000 1.000,0.000 0.000,18.000-1.000,-1.000 1.000,-17.000-1.000,18.000 19.000</inkml:trace>
  <inkml:trace contextRef="#ctx0" brushRef="#br0">8378.000 14676.000,'0.000'-18.000,"0.000"-17.000,18.000 35.000,17.000-36.000,-17.000-17.000,17.000 18.000,-17.000 18.000,35.000-36.000,-18.000 0.000,0.000 17.000,1.000-16.000,17.000 16.000,17.000-17.000,18.000 0.000,1.000 0.000,-1.000-17.000,-18.000 17.000,36.000 0.000,-18.000-17.000,1.000-1.000,-1.000 18.000,-18.000 18.000,-34.000-18.000,-1.000 35.000,0.000 1.000,0.000-19.000,-17.000 19.000,17.000-19.000,-35.000 19.000,36.000 17.000,-19.000-36.000,1.000 36.000,-18.000-35.000,0.000 35.000,18.000-35.000,-1.000 35.000,-17.000-18.000,18.000-17.000,-1.000 17.000,-17.000 1.000,0.000-19.000,18.000 36.000,-18.000-17.000,18.000-1.000,-1.000-17.000,1.000 17.000,0.000-17.000,17.000 0.000,-17.000-1.000,17.000 1.000,18.000-53.000,-36.000 70.000,1.000 1.000,17.000-1.000,-35.000 0.000,18.000 18.000,17.000-53.000,-35.000 36.000,18.000-1.000,-18.000 18.000,0.000-17.000,17.000 17.000,-17.000-18.000,36.000 0.000,-36.000 1.000,35.000-1.000,0.000-17.000,-35.000 35.000,0.000-18.000,18.000 18.000,-18.000-18.000,18.000 1.000,-1.000-1.000,-17.000 1.000,18.000-1.000,-18.000 0.000,18.000 1.000,-1.000-19.000,-17.000 36.000,18.000-17.000,-1.000-1.000,-17.000 18.000,18.000-18.000,-18.000 18.000,18.000-17.000,-18.000 17.000,35.000-35.000,-17.000 17.000,-1.000 0.000,-17.000 18.000,18.000-17.000,0.000 17.000,-18.000-18.000,17.000 18.000,-17.000-18.000,0.000 18.000,18.000-17.000,-18.000 17.000,17.000 0.000,-17.000-36.000,18.000 1.000,-18.000 35.000,18.000-18.000,-18.000 1.000,17.000 17.000,-17.000-18.000,18.000 18.000</inkml:trace>
  <inkml:trace contextRef="#ctx0" brushRef="#br0">11589.000 11553.000,'17.000'18.000,"54.000"-18.000,17.000 0.000,18.000 0.000,35.000-35.000,0.000 17.000,-17.000 1.000,-36.000-1.000,0.000 18.000,0.000-35.000,0.000 17.000,-35.000 18.000,18.000-35.000,-53.000 35.000,-18.000 0.000,35.000-18.000,-18.000 18.000,1.000 0.000,0.000 0.000</inkml:trace>
  <inkml:trace contextRef="#ctx0" brushRef="#br0">12453.000 10707.000,'0.000'0.000,"0.000"35.000,0.000-17.000,0.000 35.000,0.000 17.000,18.000 1.000,17.000 52.000,-35.000 1.000,18.000-1.000,-18.000 54.000,0.000-54.000,0.000 18.000,0.000 36.000,0.000-36.000,0.000 0.000,0.000 0.000,0.000 0.000,0.000 18.000,0.000-71.000,0.000 18.000,0.000-36.000,0.000-17.000,0.000 0.000,0.000-35.000,17.000-18.000</inkml:trace>
  <inkml:trace contextRef="#ctx0" brushRef="#br0">12488.000 11712.000,'0.000'0.000,"-35.000"0.000,0.000 0.000,0.000 53.000,-1.000-18.000,-34.000 1.000,-1.000 52.000,18.000-35.000,-17.000 35.000,-1.000-17.000,-17.000 17.000,53.000-53.000,-18.000 18.000,0.000 0.000,18.000 0.000,17.000-18.000,-35.000 0.000,0.000 54.000,18.000-89.000,35.000 17.000,-18.000-17.000</inkml:trace>
  <inkml:trace contextRef="#ctx0" brushRef="#br0">12612.000 11695.000,'-18.000'0.000,"36.000"17.000,-1.000 19.000,36.000-1.000,-35.000-18.000,17.000 36.000,1.000-17.000,-1.000-1.000,-18.000-17.000,-17.000-1.000,36.000 1.000,-36.000-18.000</inkml:trace>
  <inkml:trace contextRef="#ctx0" brushRef="#br0">13000.000 11236.000,'0.000'-18.000,"35.000"18.000,-17.000 0.000,70.000 0.000,-17.000 0.000,-1.000 0.000,71.000 0.000,-35.000 0.000,-18.000 0.000,0.000 0.000,-35.000 0.000,-53.000 0.000,36.000 0.000,-19.000 0.000,-17.000 53.000,0.000-17.000,-17.000 34.000,17.000 18.000,-18.000-17.000,18.000-1.000,0.000 1.000,0.000 0.000,0.000-36.000,-35.000 0.000,35.000 18.000,-18.000-18.000,18.000 18.000,0.000-18.000,0.000-17.000,0.000 35.000,0.000-35.000,0.000-1.000,-18.000-17.000</inkml:trace>
  <inkml:trace contextRef="#ctx0" brushRef="#br0">13106.000 11659.000,'0.000'-17.000,"17.000"17.000,1.000 0.000,17.000 0.000,1.000 0.000,-19.000 0.000,18.000 0.000,1.000 0.000,-36.000 0.000,17.000 0.000,1.000 0.000,0.000 0.000</inkml:trace>
  <inkml:trace contextRef="#ctx0" brushRef="#br0">13123.000 12188.000,'0.000'0.000,"18.000"0.000,-18.000 0.000,18.000 0.000,-1.000-17.000,36.000-1.000,-35.000 1.000,17.000-1.000,0.000 18.000,1.000-35.000,-19.000 35.000,36.000-36.000,-35.000 36.000,17.000-35.000,-17.000 17.000</inkml:trace>
  <inkml:trace contextRef="#ctx0" brushRef="#br0">12929.000 11501.000,'0.000'0.000,"0.000"0.000,0.000 52.000,0.000 19.000,18.000 0.000,-18.000-1.000,18.000 18.000,-18.000-17.000,0.000 17.000,0.000 18.000,0.000-36.000,0.000 1.000,0.000 53.000,0.000-19.000,0.000-52.000,0.000 0.000,0.000 0.000,0.000-18.000,0.000 1.000,0.000-1.000,0.000-17.000,0.000 17.000,0.000 0.000,0.000-17.000,0.000-18.000,0.000 17.000,0.000 1.000,35.000-18.000,0.000 0.000,18.000 0.000,18.000 0.000,-18.000-18.000,17.000 1.000,-35.000-1.000,18.000 18.000,-17.000 0.000,-1.000-35.000,-35.000 35.000,35.000 0.000,-35.000 0.000,18.000 0.000,-18.000 0.000,17.000-18.000,1.000 18.000,-18.000 0.000</inkml:trace>
  <inkml:trace contextRef="#ctx0" brushRef="#br0">13458.000 12559.000,'0.000'18.000,"0.000"-18.000,0.000 35.000,36.000 0.000,-36.000 18.000,35.000 18.000,0.000-1.000,-17.000-35.000,0.000 54.000,17.000-54.000,-17.000-17.000,-18.000 70.000,17.000-88.000</inkml:trace>
  <inkml:trace contextRef="#ctx0" brushRef="#br0">13935.000 11377.000,'17.000'0.000,"-17.000"0.000,18.000 0.000,0.000 0.000,-1.000 0.000,-17.000 0.000,18.000 0.000,17.000 0.000,18.000 0.000,-35.000 0.000,52.000 0.000,-17.000 0.000,18.000 0.000,-18.000 0.000,17.000 0.000,-17.000 0.000,0.000 0.000,0.000 0.000,18.000 0.000,-54.000 0.000,36.000 0.000,-18.000 0.000,-17.000 0.000,-18.000 0.000</inkml:trace>
  <inkml:trace contextRef="#ctx0" brushRef="#br0">14376.000 11501.000,'-18.000'17.000,"18.000"1.000,-18.000-1.000,18.000-17.000,-35.000 36.000,18.000-1.000,17.000 0.000,-18.000-17.000,0.000 0.000,1.000 17.000,17.000-17.000,-18.000 17.000,-17.000 0.000,35.000-17.000,-36.000 17.000,36.000-17.000,-17.000-1.000,-1.000 1.000,18.000-18.000,18.000 0.000,35.000 0.000,17.000 0.000,1.000 0.000,-1.000 0.000,36.000 0.000,35.000 0.000,-35.000 0.000,35.000 0.000,-17.000 0.000,-1.000 0.000,-35.000 0.000,-35.000 0.000,-17.000 0.000,-36.000 0.000,17.000 18.000</inkml:trace>
  <inkml:trace contextRef="#ctx0" brushRef="#br0">14887.000 11748.000,'-35.000'17.000,"35.000"-17.000,-35.000 35.000,35.000 18.000,-53.000 0.000,17.000 0.000,19.000 18.000,-36.000-18.000,18.000 0.000,-18.000-1.000,17.000 19.000,19.000-53.000,-36.000 17.000,35.000 0.000,1.000-17.000,-1.000 17.000,0.000-35.000,1.000 35.000,-19.000-17.000,36.000 0.000,-17.000-1.000,-18.000 1.000,17.000 0.000,-17.000 17.000,17.000-17.000,0.000-18.000,1.000 0.000</inkml:trace>
  <inkml:trace contextRef="#ctx0" brushRef="#br0">14658.000 12206.000,'0.000'0.000,"18.000"0.000,-1.000 0.000,-17.000 0.000,18.000 0.000,-1.000 0.000,1.000 0.000</inkml:trace>
  <inkml:trace contextRef="#ctx0" brushRef="#br0">14764.000 12206.000,'0.000'0.000,"0.000"18.000,17.000-18.000,-17.000 35.000,0.000 0.000,0.000 1.000,0.000 17.000,18.000-36.000,-18.000 36.000,18.000 18.000,-18.000-36.000,0.000 35.000,17.000-52.000,1.000 35.000,-18.000-18.000,0.000-35.000,18.000 18.000,-18.000 0.000,17.000 17.000,-17.000-35.000,18.000 17.000,-18.000-17.000,35.000 0.000,-17.000 0.000,35.000 0.000,0.000 0.000,17.000 0.000,36.000 0.000,-18.000 0.000,18.000 0.000,18.000 0.000,-36.000 0.000,35.000 0.000,-52.000 0.000,17.000 0.000,-35.000 0.000,0.000 0.000,0.000 0.000,-36.000 0.000,1.000 0.000,17.000 0.000,-17.000 0.000,0.000 0.000,-1.000 0.000,-17.000 0.000,18.000 0.000,-1.000 0.000,1.000 0.000,-18.000-35.000,0.000 18.000,0.000-19.000,0.000 19.000,0.000-36.000,0.000 17.000,0.000 19.000,0.000-18.000,0.000-1.000,0.000 36.000,-18.000-17.000</inkml:trace>
  <inkml:trace contextRef="#ctx0" brushRef="#br0">17692.000 11007.000,'0.000'0.000,"-53.000"0.000,18.000 53.000,-36.000 0.000,-17.000 17.000,0.000 18.000,-53.000 36.000,35.000-54.000,0.000 36.000,0.000-18.000,18.000-17.000,0.000 17.000,-1.000 0.000,19.000-17.000,-1.000-18.000,-34.000 17.000,52.000-17.000,0.000-35.000,53.000-1.000,-18.000-17.000</inkml:trace>
  <inkml:trace contextRef="#ctx0" brushRef="#br0">17445.000 11395.000,'35.000'-18.000,"36.000"53.000,17.000 18.000,0.000-17.000,-17.000-1.000,17.000 0.000,-35.000 0.000,53.000 18.000,-53.000-35.000,-1.000 0.000,54.000 52.000,-70.000-70.000,52.000 53.000,-35.000-35.000,-36.000-18.000,36.000 17.000,0.000 19.000,-35.000-36.000,-1.000 0.000,19.000 17.000,-36.000-17.000,17.000 0.000,1.000 18.000</inkml:trace>
  <inkml:trace contextRef="#ctx0" brushRef="#br0">17762.000 11606.000,'0.000'0.000,"0.000"0.000,0.000 0.000,0.000 18.000,0.000 0.000,0.000-1.000,0.000-17.000,0.000 18.000,0.000 17.000,0.000-17.000,0.000 17.000,0.000-17.000,0.000-1.000,0.000 1.000,0.000-18.000,0.000 18.000,0.000-1.000,0.000 1.000,0.000-18.000,0.000 18.000,-17.000-18.000</inkml:trace>
  <inkml:trace contextRef="#ctx0" brushRef="#br0">17374.000 11942.000,'0.000'0.000,"36.000"0.000,17.000 0.000,-36.000 0.000,18.000 0.000,1.000 0.000,-1.000 0.000,-17.000 0.000,35.000-18.000,-18.000 18.000,0.000 0.000,18.000 0.000,-18.000 0.000,1.000 0.000,-1.000 0.000,-18.000 0.000,-17.000 0.000,0.000 0.000,0.000 18.000,-35.000-1.000,35.000-17.000,-53.000 53.000,18.000-35.000,0.000 17.000,-1.000-17.000,-16.000 17.000,34.000-17.000,-17.000-1.000,17.000 18.000,0.000-17.000,1.000 0.000,-1.000-1.000,0.000 1.000,1.000 0.000,-1.000-18.000,1.000 35.000,-19.000 0.000,36.000-35.000,-17.000 18.000</inkml:trace>
  <inkml:trace contextRef="#ctx0" brushRef="#br0">17110.000 12400.000,'-18.000'0.000,"18.000"0.000,-35.000 53.000,17.000-53.000,1.000 35.000,-36.000 36.000,53.000-71.000,-53.000 70.000,35.000-34.000,0.000-19.000,1.000 19.000,-1.000-19.000,18.000 1.000</inkml:trace>
  <inkml:trace contextRef="#ctx0" brushRef="#br0">17127.000 12577.000,'0.000'0.000,"0.000"35.000,0.000-18.000,0.000 36.000,0.000-35.000,0.000 35.000,0.000 0.000,0.000-18.000,0.000 0.000,18.000 1.000,-18.000-19.000,0.000 1.000,0.000 0.000,18.000-18.000,-18.000 17.000,0.000-17.000,17.000 18.000,1.000-18.000,-18.000 18.000,18.000-18.000,17.000 0.000,0.000 35.000,36.000-18.000,-18.000-17.000,35.000 0.000,35.000 18.000,1.000-18.000,-18.000 0.000,105.000 53.000,-70.000-53.000,18.000 0.000,0.000 0.000,-18.000 18.000,-70.000-18.000,-19.000 0.000,-34.000 0.000,-18.000-18.000,0.000 18.000,0.000-35.000,-18.000-36.000,-17.000 36.000,18.000 0.000,-1.000-1.000,0.000 1.000,1.000 35.000,-1.000-18.000,18.000 1.000,-18.000 17.000</inkml:trace>
  <inkml:trace contextRef="#ctx0" brushRef="#br0">17815.000 12771.000,'0.000'0.000,"18.000"17.000,-18.000-17.000,18.000 18.000,-1.000-1.000,18.000 1.000,-17.000 17.000,0.000-35.000,-1.000 18.000</inkml:trace>
  <inkml:trace contextRef="#ctx0" brushRef="#br0">18891.000 12541.000,'0.000'0.000,"0.000"18.000,0.000 0.000,0.000 17.000,0.000-18.000,18.000 1.000,-18.000 0.000,18.000-1.000,-1.000-17.000</inkml:trace>
  <inkml:trace contextRef="#ctx0" brushRef="#br0">635.000 10530.000,'0.000'-17.000,"18.000"17.000,-1.000 0.000,-17.000 0.000,18.000 0.000,-18.000 17.000,18.000 1.000,-1.000 0.000,1.000-1.000,-1.000 19.000,1.000-19.000,0.000 1.000,-18.000-18.000</inkml:trace>
  <inkml:trace contextRef="#ctx0" brushRef="#br0">512.000 10795.000,'0.000'-18.000,"0.000"18.000,35.000 0.000,-18.000 0.000,19.000-17.000,-19.000 17.000,36.000 0.000,-35.000 0.000,17.000 0.000,-17.000 0.000,35.000 0.000,-18.000 0.000,18.000 0.000,0.000 0.000,17.000 0.000,-17.000-18.000,-17.000 0.000,17.000 18.000,-36.000 0.000,18.000 0.000,-17.000 0.000,-18.000 0.000,18.000-17.000,-1.000-1.000,1.000 18.000,-18.000 0.000,35.000 0.000,-35.000 0.000,18.000 0.000,0.000-17.000,-1.000 17.000,1.000 0.000,-1.000 0.000,19.000 0.000,-19.000 0.000,36.000-18.000,-53.000 18.000</inkml:trace>
  <inkml:trace contextRef="#ctx0" brushRef="#br0">1111.000 10760.000,'0.000'0.000,"0.000"0.000,18.000 0.000,17.000 0.000,-17.000 0.000,17.000 17.000,-35.000 1.000,35.000 0.000,-35.000-18.000,18.000 17.000,17.000 1.000,-17.000 0.000,0.000-1.000,-1.000 1.000,18.000 17.000,-35.000-35.000,18.000 18.000,-18.000-18.000,0.000 17.000,0.000 1.000,18.000 0.000,-18.000 17.000,0.000-17.000,0.000 17.000,17.000 35.000,-17.000-52.000,18.000 17.000,-18.000 1.000,0.000-1.000,18.000-17.000,-18.000-1.000,0.000 1.000,0.000-1.000,0.000 19.000,0.000-19.000,0.000 1.000,0.000 17.000,0.000-17.000,0.000 17.000,0.000-17.000,0.000-1.000,0.000 1.000,0.000 0.000,0.000-18.000,-18.000 0.000,-53.000-36.000,54.000 19.000,-1.000-1.000,1.000 1.000,-19.000-19.000,19.000 19.000,17.000 17.000,-53.000-53.000</inkml:trace>
  <inkml:trace contextRef="#ctx0" brushRef="#br0">1129.000 10936.000,'0.000'-18.000,"-18.000"18.000,1.000 0.000,-19.000 18.000,1.000 35.000,17.000-18.000,-17.000 1.000,-35.000 34.000,52.000-35.000,-53.000 18.000,54.000-17.000,-36.000 17.000,35.000-18.000,-52.000 35.000,70.000-52.000,-36.000 0.000,36.000 17.000,-17.000-35.000,17.000 0.000</inkml:trace>
  <inkml:trace contextRef="#ctx0" brushRef="#br0">476.000 11853.000,'0.000'0.000,"36.000"36.000,-36.000-36.000,35.000 53.000,0.000-1.000,-35.000-16.000,18.000-1.000,-1.000 0.000,1.000 18.000,-18.000-53.000,18.000 35.000,-18.000-35.000,17.000 18.000</inkml:trace>
  <inkml:trace contextRef="#ctx0" brushRef="#br0">406.000 12188.000,'0.000'0.000,"35.000"0.000,0.000 18.000,-17.000-18.000,17.000 53.000,-35.000-53.000,18.000 53.000,17.000-35.000,-35.000 17.000,18.000-17.000,-18.000-1.000,35.000 18.000,-35.000-35.000,18.000 36.000,-18.000-36.000,0.000 17.000,0.000-17.000</inkml:trace>
  <inkml:trace contextRef="#ctx0" brushRef="#br0">370.000 12947.000,'0.000'0.000,"0.000"0.000,18.000 0.000,17.000 0.000,1.000 0.000,17.000-18.000,-1.000 1.000,1.000-1.000,-17.000-17.000,17.000-1.000,-36.000 19.000,36.000-18.000,-35.000 35.000,-18.000-18.000,17.000 18.000</inkml:trace>
  <inkml:trace contextRef="#ctx0" brushRef="#br0">900.000 12259.000,'0.000'-18.000,"17.000"18.000,1.000 0.000,-1.000 0.000,19.000 0.000,-19.000-17.000,19.000-1.000,-19.000 18.000,19.000 0.000,-19.000 0.000,-17.000 0.000,18.000 0.000,17.000 0.000,-17.000 0.000,17.000 0.000,18.000-18.000,-35.000 18.000,17.000-17.000,0.000 17.000,-35.000 0.000,18.000 0.000,-1.000-18.000</inkml:trace>
  <inkml:trace contextRef="#ctx0" brushRef="#br0">1199.000 12083.000,'0.000'0.000,"0.000"0.000,0.000 17.000,0.000 19.000,0.000-19.000,0.000-17.000,0.000 35.000,0.000-17.000,0.000 0.000,0.000-1.000,0.000-17.000,0.000 36.000,0.000-1.000,0.000-17.000,0.000 17.000,0.000-17.000,0.000 17.000,0.000-35.000,0.000 17.000,0.000 1.000</inkml:trace>
  <inkml:trace contextRef="#ctx0" brushRef="#br0">847.000 12453.000,'17.000'0.000,"19.000"0.000,-1.000 0.000,18.000 0.000,0.000 0.000,0.000 0.000,17.000 0.000,-17.000 0.000,-35.000 0.000,35.000 0.000,-36.000 0.000,36.000 0.000,-18.000 0.000,-17.000 0.000,0.000 0.000,-1.000 0.000,1.000 0.000,-18.000 0.000,18.000 0.000,-1.000 0.000</inkml:trace>
  <inkml:trace contextRef="#ctx0" brushRef="#br0">1235.000 12506.000,'0.000'18.000,"-18.000"-18.000,0.000 35.000,-17.000-17.000,35.000-1.000,0.000 1.000,0.000 17.000,-17.000 0.000,-19.000 1.000,1.000 17.000,17.000-18.000,1.000 18.000,-1.000-36.000,0.000 36.000,1.000-35.000,-1.000 17.000,18.000-17.000,-18.000-18.000,18.000 18.000,0.000-1.000,0.000 1.000,0.000-18.000,0.000 17.000,18.000-17.000,53.000 0.000,-18.000 0.000,17.000 0.000,-17.000 0.000,18.000 0.000,-36.000 0.000,0.000 0.000,-17.000 0.000,17.000 0.000,-35.000-17.000</inkml:trace>
  <inkml:trace contextRef="#ctx0" brushRef="#br0">1411.000 12894.000,'0.000'18.000,"0.000"17.000,18.000 0.000,-1.000 1.000,1.000 16.000,-18.000-34.000,35.000 17.000,-35.000-17.000,18.000 0.000,0.000 17.000,-1.000-35.000</inkml:trace>
</inkml:ink>
</file>

<file path=ppt/ink/ink4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09T02:22:28"/>
    </inkml:context>
    <inkml:brush xml:id="br0">
      <inkml:brushProperty name="width" value="0.05292" units="cm"/>
      <inkml:brushProperty name="height" value="0.05292" units="cm"/>
      <inkml:brushProperty name="color" value="#ff0000"/>
    </inkml:brush>
  </inkml:definitions>
  <inkml:trace contextRef="#ctx0" brushRef="#br0">13124.000 11889.000,'17.000'0.000,"1.000"0.000,53.000 0.000,-54.000 0.000,54.000 0.000,-36.000 0.000,0.000 0.000,36.000 0.000,-36.000 0.000,0.000 0.000,-17.000 0.000,17.000 0.000,-17.000 0.000,17.000 0.000,-17.000 0.000,-1.000 0.000,1.000 0.000,0.000 0.000,17.000 0.000,0.000 0.000,36.000 0.000,-36.000 0.000,0.000 0.000,-17.000 0.000,17.000 0.000,-17.000 0.000,0.000 0.000,35.000 0.000,-36.000-18.000,36.000 18.000,-18.000 0.000,1.000 0.000,17.000 0.000,-36.000 0.000,18.000 0.000,18.000 0.000,-17.000 0.000,34.000 0.000,-52.000 0.000,17.000 0.000,-17.000 0.000,-1.000 0.000,1.000 0.000,0.000 0.000,-1.000 0.000,1.000 0.000</inkml:trace>
  <inkml:trace contextRef="#ctx0" brushRef="#br0">19809.000 12118.000,'0.000'-18.000,"70.000"18.000,-17.000-17.000,53.000 17.000,88.000-36.000,-17.000 36.000,-72.000 0.000,1.000 0.000,35.000 0.000,0.000 0.000,18.000 0.000,-18.000 0.000,0.000 0.000,-35.000 0.000,0.000 0.000,-53.000 0.000,18.000 0.000,-54.000 0.000,54.000 0.000,-36.000 0.000,0.000 0.000,18.000 0.000,-35.000 0.000,-1.000 0.000,54.000 0.000,-53.000 0.000,-1.000 0.000,1.000 0.000,0.000 0.000,-1.000 0.000,1.000 0.000,0.000 0.000,17.000 0.000,0.000 0.000,-17.000 0.000</inkml:trace>
  <inkml:trace contextRef="#ctx0" brushRef="#br0">5610.000 13212.000,'35.000'0.000,"35.000"0.000,71.000 0.000,-35.000 0.000,35.000 0.000,-35.000 0.000,-18.000 0.000,18.000 0.000,-53.000 0.000,-18.000 0.000,1.000 0.000,34.000 0.000,-34.000 0.000,-1.000 0.000,0.000 0.000,18.000 0.000,18.000 0.000,-18.000 0.000,-1.000 0.000,1.000 0.000,-35.000 0.000,53.000 0.000,-36.000 0.000,-18.000 0.000,1.000 0.000,0.000 0.000,-1.000 0.000,1.000 0.000,35.000 0.000,-35.000 0.000,-1.000 0.000,18.000 0.000,1.000 0.000,-19.000 0.000</inkml:trace>
  <inkml:trace contextRef="#ctx0" brushRef="#br0">12242.000 13388.000,'0.000'0.000,"35.000"0.000,18.000 0.000,17.000 0.000,72.000 0.000,-1.000 0.000,0.000 0.000,-35.000 0.000,70.000 0.000,-52.000 0.000,52.000 0.000,-35.000 0.000,35.000 0.000,-34.000 0.000,34.000 0.000,-35.000 0.000,35.000 0.000,36.000 0.000,-71.000 0.000,53.000 0.000,-88.000 0.000,35.000 0.000,-35.000 0.000,0.000 0.000,0.000 0.000,-71.000 0.000,35.000 0.000,1.000 0.000,-18.000 0.000,18.000 0.000,-1.000 18.000,36.000-18.000,17.000 0.000,-17.000 0.000,-35.000 0.000,17.000 0.000,35.000 0.000,-34.000 0.000,16.000 0.000,-52.000 0.000,0.000 0.000,-17.000 0.000,-19.000 0.000,36.000 0.000,0.000 0.000,-18.000 0.000,1.000 0.000,-19.000 0.000,19.000 0.000,-1.000 0.000,-18.000 0.000</inkml:trace>
</inkml:ink>
</file>

<file path=ppt/ink/ink4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8-10-11T07:53:24"/>
    </inkml:context>
    <inkml:brush xml:id="br0">
      <inkml:brushProperty name="width" value="0.05292" units="cm"/>
      <inkml:brushProperty name="height" value="0.05292" units="cm"/>
      <inkml:brushProperty name="color" value="#ff0000"/>
    </inkml:brush>
  </inkml:definitions>
  <inkml:trace contextRef="#ctx0" brushRef="#br0">14147.000 7073.000,'-18.000'0.000,"18.000"35.000,0.000-17.000,0.000 0.000,0.000-1.000,-18.000 19.000,18.000-19.000,0.000 1.000,0.000 0.000,0.000-1.000,0.000 19.000,0.000-19.000,0.000 1.000,0.000 17.000,0.000-17.000,0.000-1.000,18.000 1.000,-18.000 0.000</inkml:trace>
  <inkml:trace contextRef="#ctx0" brushRef="#br0">14041.000 7003.000,'-18.000'0.000,"1.000"17.000,-1.000 1.000,0.000 0.000,1.000-1.000,-1.000 1.000,18.000-1.000,0.000 1.000,-18.000 0.000,18.000 17.000,-17.000-17.000,17.000-1.000,-18.000 1.000,18.000 0.000,0.000-1.000,-35.000 1.000,35.000 0.000,0.000-1.000,-18.000-17.000,18.000 35.000,0.000-17.000,0.000 0.000,0.000-1.000,0.000 1.000,0.000 0.000,36.000-18.000,-36.000 17.000,0.000 1.000,17.000 0.000,-17.000-1.000,18.000 18.000,-1.000-35.000,-17.000 18.000,18.000 0.000,0.000-18.000,-1.000 0.000,1.000 0.000,0.000 0.000,-1.000 0.000,36.000 0.000,-35.000 0.000,17.000 0.000,0.000 0.000,-17.000-18.000,17.000 18.000,-17.000-18.000,35.000-17.000,-18.000 35.000,-17.000-17.000,-1.000-1.000,1.000 0.000,0.000 1.000,-18.000-1.000,17.000 0.000,19.000 1.000,-19.000-1.000,1.000-17.000,-18.000 0.000,18.000 17.000,-18.000 0.000,0.000 1.000,0.000-1.000,0.000 0.000,0.000 1.000,-18.000 17.000,0.000-18.000,-17.000 18.000,35.000-35.000,-35.000 17.000,35.000 0.000,-18.000 18.000,0.000 0.000,1.000-17.000,-19.000 17.000,19.000-18.000,-1.000 1.000,1.000 17.000,-1.000-18.000,0.000 18.000,1.000-18.000,-1.000 18.000,0.000 0.000,1.000 0.000,-1.000 0.000,0.000 0.000,1.000 0.000,-18.000 0.000,17.000 0.000,0.000 0.000,1.000 0.000,-1.000 0.000,18.000-17.000</inkml:trace>
  <inkml:trace contextRef="#ctx0" brushRef="#br0">13670.000 8643.000,'36.000'-18.000,"-19.000"18.000,-17.000-17.000,18.000 17.000,0.000 0.000,-1.000 0.000,1.000 0.000,35.000 0.000,-35.000 0.000,-1.000 0.000,1.000 0.000,-1.000 0.000,19.000 0.000,17.000 0.000,-18.000 17.000,0.000 1.000,-17.000-18.000,-18.000 18.000,0.000-1.000,0.000 1.000,0.000 17.000,0.000-17.000,0.000 35.000,-18.000-53.000,18.000 17.000,0.000 1.000,-35.000-18.000,17.000 18.000,1.000-18.000,-1.000 35.000,0.000-35.000,-17.000 18.000,17.000-18.000,18.000 17.000,-17.000-17.000,-1.000 0.000,-17.000 18.000,17.000-18.000,1.000 0.000,-1.000 18.000,18.000 17.000,-35.000-18.000,17.000 1.000,0.000 0.000,1.000-18.000,34.000 0.000,36.000 0.000,-17.000 0.000,-1.000 0.000,18.000 0.000,-18.000 0.000,-17.000 0.000,-1.000 0.000,1.000 0.000,0.000 0.000,-1.000 0.000,1.000 0.000,17.000 0.000,-17.000 0.000,-1.000 0.000</inkml:trace>
  <inkml:trace contextRef="#ctx0" brushRef="#br0">13812.000 8308.000,'-18.000'0.000,"0.000"18.000,1.000-18.000,-1.000 0.000,-17.000 52.000,-1.000-34.000,19.000-18.000,17.000 18.000,-18.000-1.000,1.000 1.000,-1.000-18.000,0.000 18.000,18.000-1.000,-17.000 1.000,-1.000 17.000,-17.000 1.000,35.000-19.000,-36.000 1.000,36.000-1.000,-17.000 1.000,-1.000 0.000,18.000-1.000,-17.000 1.000,17.000 0.000,-18.000 17.000,18.000-17.000,0.000 17.000,-18.000-18.000,18.000 19.000,0.000-19.000,0.000 1.000,0.000 0.000,0.000 35.000,0.000-36.000,0.000 18.000,0.000-17.000,18.000 0.000,-18.000-1.000,0.000 1.000,18.000 0.000,-18.000-1.000,17.000-17.000,-17.000 18.000,18.000-18.000,-18.000 18.000,17.000-18.000,1.000 17.000,0.000-17.000,-1.000 18.000,1.000 0.000,0.000-18.000,17.000 0.000,0.000 17.000,18.000-17.000,-18.000 0.000,18.000 18.000,-17.000-18.000,-1.000 0.000,18.000 0.000,-18.000 0.000,-17.000 0.000,17.000 0.000,0.000 0.000,1.000 0.000,-1.000 0.000,0.000 0.000,0.000-18.000,-17.000 18.000,17.000-17.000,-17.000-1.000,17.000 0.000,-35.000 1.000,35.000-19.000,-17.000 36.000,0.000-17.000,-1.000-1.000,-17.000 0.000,18.000 1.000,-18.000-1.000,18.000 0.000,-18.000 1.000,0.000-1.000,0.000-35.000,0.000 36.000,0.000-1.000,0.000 0.000,0.000 1.000,0.000-1.000,0.000 0.000,0.000 1.000,0.000-1.000,0.000 1.000,0.000-19.000,0.000 19.000,0.000-1.000,0.000 0.000,0.000 1.000,-18.000-19.000,18.000 19.000,-18.000 17.000,18.000-18.000,0.000-17.000,0.000 17.000,-17.000 1.000,-1.000 17.000,18.000-18.000,-35.000 0.000,35.000 1.000,-18.000 17.000,1.000-18.000,-19.000 18.000,19.000-18.000,-19.000 18.000,1.000-17.000,0.000 17.000,17.000 0.000,1.000 0.000,-1.000 0.000,-17.000 0.000,17.000 0.000,0.000-18.000,1.000 18.000,-1.000 0.000,-17.000 0.000,17.000 0.000,1.000 0.000,-1.000-35.000,-17.000 52.000,17.000-17.000,0.000 0.000,1.000 0.000,-1.000 18.000</inkml:trace>
  <inkml:trace contextRef="#ctx0" brushRef="#br0">13847.000 10936.000,'18.000'-18.000,"-1.000"18.000,18.000 0.000,-17.000 0.000,35.000 0.000,-35.000 0.000,-1.000 0.000,1.000 0.000,17.000 0.000,-17.000 18.000,-18.000 0.000,17.000-18.000,1.000 0.000,-18.000 17.000,0.000 19.000,0.000-19.000,0.000 36.000,0.000-35.000,0.000 0.000,0.000-1.000,0.000 18.000,0.000-17.000,0.000 0.000,-18.000-18.000,18.000 17.000,-17.000-17.000,17.000 36.000,-18.000-36.000,1.000 0.000,17.000 17.000,-18.000-17.000,0.000 18.000,1.000-18.000,-19.000 0.000,19.000 0.000,-1.000 0.000,0.000 0.000,1.000 0.000,-1.000 0.000,36.000 0.000,17.000 0.000,-17.000 0.000,35.000 0.000,-18.000 18.000,0.000-18.000,0.000 0.000,-17.000 0.000,-18.000 17.000,0.000 1.000,0.000-1.000,0.000 19.000,0.000-19.000,0.000 1.000,-18.000 0.000,18.000-1.000,-17.000 1.000,17.000 0.000,-18.000-1.000,1.000-17.000,17.000 18.000,-18.000-1.000,0.000-17.000,-17.000 0.000,17.000 0.000,1.000 0.000,17.000 18.000,-18.000 0.000,0.000-18.000,-17.000 17.000,18.000-17.000</inkml:trace>
  <inkml:trace contextRef="#ctx0" brushRef="#br0">13847.000 10742.000,'-18.000'0.000,"1.000"0.000,-1.000 0.000,-17.000 18.000,-1.000 52.000,1.000-70.000,0.000 18.000,17.000-18.000,-17.000 18.000,0.000-18.000,-1.000 17.000,19.000 1.000,-19.000-1.000,1.000 1.000,-18.000 35.000,36.000-53.000,-19.000 18.000,19.000-1.000,-1.000 1.000,0.000-18.000,18.000 18.000,-17.000-1.000,-1.000 1.000,18.000 0.000,-17.000-1.000,-19.000 1.000,36.000-1.000,-17.000 19.000,17.000-19.000,0.000 1.000,0.000 0.000,0.000-1.000,0.000 1.000,0.000 0.000,0.000 17.000,0.000-18.000,0.000 1.000,0.000 17.000,0.000-17.000,35.000-18.000,-35.000 18.000,0.000-1.000,0.000 1.000,18.000 0.000,-1.000-1.000,1.000-17.000,-1.000 18.000,1.000-1.000,0.000 19.000,-1.000-19.000,-17.000 1.000,18.000-18.000,35.000 18.000,-53.000-1.000,18.000-17.000,17.000 0.000,-18.000 18.000,1.000 0.000,17.000-18.000,-17.000 17.000,17.000-17.000,18.000 18.000,-18.000-18.000,-17.000 0.000,17.000 0.000,-17.000 18.000,17.000-18.000,1.000 0.000,-19.000 0.000,19.000 0.000,-1.000 0.000,0.000 0.000,18.000 0.000,-18.000 0.000,1.000 0.000,-19.000 0.000,1.000 0.000,-1.000 0.000,-17.000-18.000,18.000 18.000,0.000 0.000,17.000-18.000,-17.000 18.000,-1.000-17.000,-17.000-1.000,18.000 18.000,0.000 0.000,-18.000-18.000,17.000 1.000,1.000-1.000,-1.000-35.000,-17.000 35.000,18.000 1.000,-18.000-1.000,18.000 18.000,-1.000-35.000,-17.000 17.000,0.000-17.000,36.000-18.000,-36.000 35.000,0.000 1.000,0.000-18.000,0.000 17.000,0.000 0.000,17.000 1.000,-17.000-1.000,0.000 0.000,0.000 1.000,0.000-36.000,0.000 35.000,0.000-17.000,0.000 17.000,0.000-17.000,0.000 17.000,0.000 1.000,0.000-1.000,0.000 0.000,0.000 1.000,0.000-1.000,-17.000 0.000,17.000 1.000,-36.000-1.000,19.000 18.000,17.000-17.000,-18.000-1.000,0.000 18.000,1.000 0.000,-18.000 0.000,-18.000 0.000,17.000 0.000,1.000 0.000,0.000 0.000,17.000 0.000,1.000 0.000,-1.000 0.000,0.000 0.000,1.000 0.000,-36.000 0.000,17.000 0.000,19.000 0.000,-1.000 0.000,1.000 0.000,-1.000 0.000,0.000 0.000,1.000-18.000,-36.000 18.000,17.000 0.000,1.000 0.000,17.000 0.000,1.000 0.000,17.000-35.000,0.000 53.000</inkml:trace>
  <inkml:trace contextRef="#ctx0" brushRef="#br0">13741.000 12471.000,'-18.000'35.000,"1.000"-17.000,-1.000-1.000,0.000 1.000,-17.000 17.000,35.000-17.000,-17.000-1.000,-1.000 19.000,0.000-1.000,1.000 0.000,-1.000-17.000,0.000 17.000,18.000-17.000,-17.000-1.000,-1.000 1.000,18.000 0.000,-18.000 17.000,18.000-17.000,-17.000-1.000,17.000 1.000,0.000 0.000,17.000-18.000,19.000 0.000,-1.000 0.000,0.000 0.000,18.000 0.000,0.000 0.000,0.000 0.000,18.000 0.000,-1.000 0.000,-17.000 0.000,35.000 0.000,-17.000 0.000,-18.000 0.000,-18.000 0.000,0.000 0.000,-17.000 0.000,0.000 0.000,-1.000 0.000,18.000 0.000,-17.000 0.000,0.000 0.000</inkml:trace>
  <inkml:trace contextRef="#ctx0" brushRef="#br0">13953.000 12647.000,'0.000'18.000,"0.000"52.000,-18.000-17.000,18.000-18.000,0.000 18.000,-53.000 0.000,53.000-35.000,0.000 17.000,0.000-17.000,0.000 17.000,0.000-17.000,0.000-1.000,0.000 1.000,0.000 17.000,0.000 1.000,0.000-1.000,18.000-17.000,-18.000 17.000,0.000 0.000,0.000-17.000,0.000-1.000,0.000 19.000,0.000-19.000,0.000 1.000,0.000 0.000</inkml:trace>
  <inkml:trace contextRef="#ctx0" brushRef="#br0">13494.000 12347.000,'-18.000'18.000,"1.000"0.000,-18.000-1.000,17.000 18.000,-17.000-17.000,17.000-18.000,18.000 18.000,-35.000 17.000,17.000-17.000,-17.000 35.000,0.000-18.000,-1.000 0.000,-17.000 0.000,36.000 18.000,-19.000 0.000,19.000-35.000,17.000 17.000,-36.000-17.000,36.000-1.000,-35.000 19.000,18.000-36.000,17.000 17.000,0.000 1.000,0.000 35.000,-18.000-35.000,18.000-1.000,0.000 1.000,0.000-1.000,0.000 1.000,0.000 0.000,0.000-1.000,0.000 1.000,0.000 0.000,0.000 17.000,0.000-17.000,18.000 17.000,-18.000-18.000,35.000 1.000,-18.000 0.000,1.000-1.000,0.000 1.000,-1.000 0.000,1.000-1.000,17.000 1.000,1.000 0.000,17.000-1.000,-18.000 1.000,0.000-1.000,0.000 1.000,-17.000-18.000,17.000 18.000,-17.000-18.000,17.000 17.000,-17.000-17.000,-1.000 0.000,19.000 0.000,-19.000 18.000,19.000-18.000,-19.000 0.000,19.000 0.000,-19.000 0.000,1.000 0.000,-1.000 0.000,19.000 0.000,-19.000 0.000,19.000 0.000,-19.000 0.000,36.000 0.000,-17.000 0.000,-19.000-18.000,36.000 1.000,-18.000-1.000,18.000 0.000,-17.000 1.000,-1.000-1.000,0.000 18.000,-17.000-35.000,17.000 17.000,-17.000 18.000,17.000-53.000,0.000 36.000,-17.000-1.000,-1.000 0.000,1.000 1.000,0.000-1.000,-18.000-17.000,17.000 17.000,-17.000-35.000,18.000 36.000,-18.000-19.000,18.000 36.000,-18.000-35.000,35.000 0.000,-35.000-36.000,0.000 36.000,18.000 17.000,-18.000-17.000,0.000 17.000,0.000-17.000,0.000 0.000,0.000 17.000,0.000 1.000,-124.000-124.000,106.000 70.000,-34.000 18.000,-1.000 18.000,17.000 17.000,19.000 18.000,-1.000 0.000,0.000-17.000,-17.000 17.000,-335.000 0.000,352.000 0.000,-35.000 0.000,18.000 0.000,17.000 0.000,-17.000 0.000,17.000 0.000,-17.000 0.000,17.000 0.000,-17.000 0.000,18.000 0.000,-1.000 0.000,0.000 0.000,18.000 17.000,-17.000-17.000,-1.000 0.000,-17.000 0.000,17.000 18.000,0.000-18.000,-17.000 0.000</inkml:trace>
  <inkml:trace contextRef="#ctx0" brushRef="#br0">21820.000 6985.000,'0.000'53.000,"0.000"-35.000,0.000 17.000,0.000 0.000,0.000 0.000,0.000-17.000,0.000 17.000,0.000-17.000,0.000 0.000,0.000-1.000,-18.000-17.000,36.000 0.000,-1.000 0.000,36.000 0.000,-53.000-17.000,35.000 17.000,-17.000 0.000,0.000 0.000,-1.000 0.000,1.000 0.000,17.000 0.000,-17.000 0.000,35.000 0.000,-35.000 0.000,17.000 0.000,-35.000 17.000,35.000-17.000,-17.000 18.000,-18.000 0.000,35.000-18.000,-35.000 17.000,35.000 1.000,-17.000-1.000,0.000-17.000,-18.000 18.000,0.000 0.000,0.000 17.000,0.000 0.000,-18.000-17.000,18.000 0.000,-35.000-1.000,17.000-17.000,0.000 18.000,1.000-18.000,-1.000 0.000,0.000 0.000,-17.000 0.000,-53.000 17.000,35.000-17.000,0.000 0.000,18.000 0.000,17.000 0.000,-35.000 0.000,36.000 0.000,17.000-17.000</inkml:trace>
  <inkml:trace contextRef="#ctx0" brushRef="#br0">21784.000 6985.000,'36.000'0.000,"34.000"0.000,-35.000 0.000,36.000 18.000,-36.000-18.000,36.000 0.000,-36.000 0.000,-17.000 0.000,-1.000 35.000,1.000-35.000,0.000 0.000,-1.000 0.000,1.000 0.000,0.000 0.000,17.000 0.000,-17.000 0.000,-1.000 0.000,-17.000 18.000</inkml:trace>
  <inkml:trace contextRef="#ctx0" brushRef="#br0">22155.000 6809.000,'-18.000'0.000,"1.000"0.000,-19.000 0.000,19.000 35.000,-1.000-35.000,0.000 18.000,1.000-18.000,17.000 17.000,-18.000 1.000,0.000-1.000,1.000-17.000,-19.000 18.000,1.000 0.000,18.000-18.000,17.000 17.000,-18.000-17.000,0.000 0.000,1.000 0.000,-1.000 18.000,18.000 0.000,-18.000-18.000,1.000 0.000,-1.000 35.000,0.000-17.000,1.000-1.000,-1.000-17.000,1.000 0.000,17.000 18.000,-18.000-18.000,0.000 17.000,1.000-17.000,17.000 18.000,-18.000-18.000,18.000 18.000,0.000-1.000,-18.000 1.000,18.000 0.000,-17.000 17.000,17.000-17.000,-18.000-1.000,18.000 1.000,0.000 0.000,0.000-1.000,0.000 1.000,0.000-1.000,0.000 1.000,0.000 17.000,0.000-17.000,0.000 0.000,18.000-1.000,-1.000 1.000,-17.000 0.000,0.000-1.000,18.000 1.000,0.000-1.000,-1.000 1.000,1.000-18.000,0.000 18.000,-1.000-18.000,1.000 0.000,17.000 0.000,0.000 17.000,1.000-17.000,-1.000 18.000,0.000-18.000,18.000 0.000,-35.000 0.000,-18.000 18.000,35.000-18.000,-17.000 0.000,-1.000 0.000,1.000 0.000,0.000 0.000,-1.000 17.000,19.000-17.000,-19.000 0.000,1.000 0.000,-1.000 18.000,1.000-18.000,35.000 0.000,-35.000 0.000,-1.000 0.000,19.000 0.000,-19.000 0.000,1.000 0.000,-1.000 0.000,1.000 0.000,0.000 0.000,-1.000-18.000,19.000 18.000,-36.000-17.000,35.000 17.000,-17.000 0.000,-18.000-18.000,17.000 18.000,1.000-35.000,-1.000 17.000,-17.000 0.000,18.000 1.000,-18.000-1.000,18.000 1.000,-18.000-1.000,0.000 0.000,0.000 1.000,0.000-36.000,17.000 35.000,-17.000 0.000,0.000-17.000,0.000 18.000,0.000-1.000,0.000-17.000,0.000 17.000,0.000 0.000,0.000 1.000,0.000-1.000,0.000 0.000,0.000 1.000,-17.000-1.000,-1.000 0.000,0.000 1.000,1.000 17.000,-1.000-18.000,1.000 1.000,-19.000-19.000,36.000 19.000,-17.000-1.000,-1.000 18.000,18.000-18.000,-18.000 18.000,1.000 0.000,-1.000-17.000,0.000-1.000,18.000 0.000,-17.000 18.000,-1.000-17.000,-17.000-1.000,17.000 18.000,1.000-17.000,-1.000 17.000,18.000-18.000,-18.000 18.000,1.000 0.000,-1.000 0.000,18.000-18.000</inkml:trace>
  <inkml:trace contextRef="#ctx0" brushRef="#br0">21820.000 8819.000,'-18.000'0.000,"0.000"0.000,1.000 18.000,-1.000-18.000,18.000 18.000,-18.000-1.000,-17.000 1.000,18.000 0.000,17.000-1.000,-36.000 1.000,36.000 35.000,0.000-36.000,-17.000 1.000,-1.000 0.000,0.000-1.000,18.000 19.000,-17.000-19.000,-1.000 1.000,18.000 0.000,-18.000-1.000,18.000 1.000,0.000 0.000,0.000-1.000,-35.000 18.000,35.000-17.000,-17.000 17.000,17.000 18.000,0.000-35.000,0.000 17.000,0.000-17.000,0.000 17.000,0.000-17.000,0.000-1.000,35.000-17.000,-18.000 0.000,1.000-17.000,17.000 17.000,-17.000 0.000,17.000-18.000,-17.000 0.000,0.000 18.000,34.000-17.000,-34.000-1.000,0.000 18.000,-1.000-17.000,1.000 17.000,0.000-18.000,-1.000 18.000,1.000-35.000,0.000 35.000,17.000 0.000,-35.000-18.000,0.000 0.000,17.000 1.000,-17.000-1.000,0.000 0.000,0.000 1.000,0.000-1.000,-35.000 1.000,35.000-19.000,-17.000 36.000,-1.000-17.000,18.000-1.000,-18.000 18.000,1.000 0.000,-1.000 0.000,0.000 0.000,1.000 0.000,-1.000 0.000,0.000 0.000,-17.000 0.000</inkml:trace>
  <inkml:trace contextRef="#ctx0" brushRef="#br0">21749.000 8678.000,'-35.000'0.000,"17.000"18.000,-17.000-18.000,17.000 0.000,-17.000 18.000,17.000-1.000,1.000 1.000,-1.000-18.000,-17.000 35.000,17.000-17.000,1.000-18.000,-19.000 17.000,36.000 1.000,-35.000 0.000,17.000-18.000,1.000 17.000,-1.000 1.000,-17.000 0.000,-1.000-18.000,36.000 17.000,-17.000 1.000,-1.000 0.000,18.000-1.000,-17.000 1.000,17.000-1.000,-18.000 1.000,0.000 0.000,18.000-1.000,-17.000 1.000,-1.000 17.000,-17.000-17.000,35.000 17.000,0.000-17.000,0.000 0.000,0.000-1.000,0.000 18.000,0.000-17.000,0.000 0.000,0.000 17.000,0.000 0.000,17.000-17.000,-17.000 0.000,18.000-1.000,0.000 1.000,17.000-1.000,-17.000 1.000,17.000 0.000,-35.000-1.000,17.000-17.000,1.000 18.000,17.000-18.000,-17.000 0.000,0.000 0.000,-18.000 35.000,17.000-17.000,1.000-18.000,17.000 18.000,-17.000-18.000,0.000 0.000,52.000 17.000,-35.000-17.000,1.000 18.000,-1.000-18.000,-17.000 0.000,-1.000 0.000,36.000 0.000,-35.000 0.000,17.000 0.000,0.000 0.000,1.000 0.000,-1.000 0.000,-35.000-18.000,53.000 18.000,-18.000 0.000,-17.000-17.000,17.000 17.000,-17.000-18.000,-1.000-17.000,19.000 35.000,-1.000-18.000,0.000 0.000,-17.000 1.000,-18.000-1.000,35.000 0.000,-17.000 18.000,-1.000-17.000,1.000-18.000,0.000 17.000,17.000-35.000,-18.000 35.000,1.000-17.000,-18.000 17.000,0.000 1.000,0.000-1.000,0.000 1.000,0.000-1.000,18.000-17.000,-18.000 17.000,0.000 0.000,0.000 1.000,0.000-1.000,0.000 0.000,0.000 1.000,-18.000 17.000,18.000-18.000,0.000 0.000,-18.000 18.000,-17.000-35.000,18.000 18.000,-1.000 17.000,0.000-18.000,18.000 0.000,-17.000 18.000,-1.000 0.000,18.000-17.000,-18.000 17.000,1.000 0.000,-1.000-18.000,0.000 18.000,18.000-18.000,-35.000 18.000,18.000-17.000,-1.000 17.000,0.000 0.000,18.000-18.000,-17.000 18.000,-1.000 0.000,0.000 0.000,1.000-18.000,-54.000 1.000,53.000 17.000,-17.000-35.000,35.000 17.000,-35.000 0.000,17.000 18.000,1.000 0.000,17.000-17.000,-18.000 17.000,0.000-18.000,-17.000 0.000,17.000 1.000,1.000 17.000,-1.000 0.000,1.000 0.000,-1.000 0.000,0.000 0.000,1.000 0.000,-1.000 0.000,-17.000 0.000</inkml:trace>
  <inkml:trace contextRef="#ctx0" brushRef="#br0">21520.000 11042.000,'17.000'0.000,"1.000"0.000,17.000 0.000,54.000 0.000,-37.000 0.000,-34.000 0.000,35.000 0.000,-18.000 0.000,18.000 0.000,-18.000 0.000,18.000 0.000,-17.000 0.000,-1.000 0.000,18.000 0.000,-35.000 0.000,-1.000 0.000,1.000 0.000,-1.000 0.000,-34.000 0.000,-18.000 18.000,-1.000 17.000,19.000-17.000,-1.000-1.000,0.000 1.000,1.000-1.000,17.000 1.000,-18.000-18.000,18.000 18.000,-18.000-18.000,1.000 0.000,17.000 17.000,-18.000 1.000,0.000 0.000,18.000 17.000,-35.000-17.000,18.000-1.000,17.000 18.000,-18.000-35.000,18.000 18.000,0.000 0.000,0.000-1.000,-18.000-17.000,18.000 18.000,0.000 0.000,-17.000 17.000,-1.000-17.000,18.000-1.000,-18.000 1.000,18.000-1.000,-17.000-17.000,17.000 18.000,-18.000 0.000</inkml:trace>
  <inkml:trace contextRef="#ctx0" brushRef="#br0">21767.000 10918.000,'-18.000'0.000,"-17.000"0.000,0.000 0.000,17.000 0.000,0.000 0.000,1.000 0.000,-1.000 0.000,0.000 0.000,-17.000 0.000,0.000 18.000,17.000-18.000,1.000 18.000,-19.000-1.000,36.000 19.000,-17.000-36.000,-1.000 0.000,0.000 17.000,1.000 1.000,-1.000 0.000,-17.000-1.000,35.000 1.000,0.000 0.000,0.000-1.000,0.000 1.000,0.000-1.000,0.000 1.000,0.000 0.000,0.000-1.000,0.000 1.000,17.000 17.000,-17.000 1.000,18.000-19.000,-18.000 18.000,18.000 1.000,-1.000-19.000,-17.000 1.000,0.000 0.000,18.000-1.000,0.000 19.000,-1.000-19.000,1.000-17.000,-18.000 18.000,35.000 17.000,-35.000-17.000,35.000-1.000,-17.000 1.000,0.000-18.000,-1.000 18.000,1.000-1.000,0.000-17.000,-1.000 0.000,1.000 0.000,17.000 18.000,18.000 0.000,-18.000-18.000,-17.000 17.000,35.000-17.000,-18.000 18.000,18.000-18.000,-18.000 35.000,1.000-35.000,17.000 0.000,-36.000 0.000,19.000 0.000,16.000 0.000,-16.000 0.000,-1.000 0.000,0.000 0.000,1.000-17.000,52.000-1.000,-53.000 18.000,0.000-18.000,1.000 1.000,-1.000-1.000,18.000 0.000,-36.000 1.000,19.000-1.000,-19.000 0.000,1.000 18.000,-18.000-17.000,18.000 17.000,-1.000-36.000,-17.000 19.000,18.000-18.000,0.000 17.000,-1.000 0.000,-17.000 1.000,35.000-1.000,-17.000-35.000,-18.000 35.000,18.000-34.000,-18.000 34.000,0.000 0.000,0.000 1.000,0.000-1.000,0.000 0.000,-18.000 1.000,-17.000-19.000,17.000 19.000,18.000-1.000,0.000 1.000,-17.000-1.000,-1.000 18.000,0.000-18.000,1.000 18.000,-1.000-17.000,0.000 17.000,1.000-18.000,-1.000 0.000,-17.000 1.000,17.000 17.000,0.000 0.000,1.000-36.000,17.000 19.000,-18.000 17.000,1.000 0.000,-1.000-18.000,-17.000 18.000,17.000-18.000,-35.000 1.000,53.000-1.000,-35.000 18.000,17.000-17.000,1.000-1.000,-1.000 18.000,-17.000 0.000,-18.000 0.000,17.000 0.000,1.000 0.000,18.000 0.000,-1.000 0.000,0.000 0.000,1.000 0.000,-19.000 0.000,19.000 0.000,-1.000 0.000,0.000 0.000,1.000 0.000,-1.000 0.000,18.000 18.000,-18.000-18.000,1.000 0.000,-1.000 17.000,1.000-17.000,-36.000 35.000,35.000-17.000,0.000-18.000,18.000 18.000,-17.000-18.000,-1.000 0.000,0.000 0.000,1.000 35.000,-1.000-35.000,1.000 18.000,-1.000-18.000,18.000 17.000</inkml:trace>
  <inkml:trace contextRef="#ctx0" brushRef="#br0">22049.000 12894.000,'0.000'0.000,"-18.000"0.000,-35.000 0.000,36.000 0.000,-19.000 0.000,1.000 0.000,18.000 35.000,-1.000-35.000,0.000 0.000,18.000 18.000,-17.000-18.000,-19.000 0.000,36.000 18.000,-17.000-1.000,-1.000 1.000,0.000-18.000,18.000 18.000,-17.000-1.000,17.000 1.000,0.000-1.000,0.000 36.000,0.000-35.000,0.000 0.000,17.000-1.000,1.000-17.000,-18.000 18.000,18.000 0.000,-18.000-1.000,53.000 1.000,-36.000-1.000,19.000 36.000,16.000-35.000,1.000 17.000,18.000-17.000,-36.000 0.000,1.000-1.000,-19.000 1.000,1.000-1.000,-1.000-17.000,1.000 18.000,0.000-18.000,-18.000 18.000,0.000 17.000,0.000-17.000,0.000-1.000,0.000 1.000,0.000 0.000,0.000-1.000,-18.000 1.000,18.000 0.000,-18.000-18.000,1.000 0.000,-1.000 0.000,1.000 17.000,-1.000-17.000,0.000 18.000,-35.000-18.000,36.000 0.000,-19.000 0.000,36.000 35.000,-17.000-35.000,17.000-35.000,0.000 17.000,0.000-17.000,0.000 0.000,0.000-1.000,0.000 1.000,0.000 0.000,0.000-1.000,0.000 19.000,17.000-1.000,-17.000-17.000,18.000 17.000,-18.000 1.000,0.000-1.000,0.000 0.000,0.000 1.000,18.000-19.000,-18.000 19.000,0.000-1.000,0.000 1.000,35.000 17.000,-35.000-18.000,18.000 18.000,-18.000-18.000,0.000 1.000,17.000 17.000,-17.000-18.000,0.000-17.000,18.000 35.000,-18.000-18.000,18.000 0.000,-18.000 1.000,17.000 17.000,1.000-18.000,-18.000 1.000,17.000 17.000,-17.000-18.000,-17.000 18.000,-1.000 0.000,1.000 0.000,-1.000 0.000,0.000 0.000,18.000-18.000,-17.000 18.000,-19.000-17.000,19.000 17.000</inkml:trace>
  <inkml:trace contextRef="#ctx0" brushRef="#br0">21961.000 12823.000,'-18.000'0.000,"0.000"0.000,1.000 0.000,-1.000 0.000,1.000 0.000,-1.000 0.000,18.000 18.000,-18.000-18.000,1.000 0.000,-1.000 0.000,0.000 18.000,1.000-1.000,-1.000-17.000,0.000 0.000,1.000 18.000,-1.000-18.000,-17.000 18.000,17.000 17.000,1.000-35.000,-1.000 18.000,0.000-18.000,1.000 17.000,-1.000 1.000,-17.000 0.000,17.000-1.000,-35.000 1.000,36.000 17.000,-19.000-17.000,19.000 17.000,-1.000-17.000,0.000-1.000,1.000 19.000,-1.000-1.000,18.000-18.000,-35.000-17.000,17.000 18.000,18.000 0.000,0.000 17.000,0.000-17.000,-17.000-18.000,17.000 17.000,0.000 19.000,0.000-19.000,0.000 1.000,0.000 17.000,17.000-17.000,-17.000 17.000,35.000-35.000,-35.000 18.000,0.000-1.000,18.000 1.000,-18.000 0.000,18.000-18.000,-1.000 0.000,1.000 17.000,17.000 1.000,1.000 0.000,17.000-18.000,-18.000 17.000,0.000-17.000,0.000 0.000,1.000 18.000,-1.000-18.000,0.000 0.000,-17.000 35.000,-1.000-35.000,1.000 0.000,0.000 0.000,-1.000 0.000,19.000 0.000,-19.000-18.000,1.000 18.000,17.000 0.000,-17.000-17.000,-1.000 17.000,1.000 0.000,0.000 0.000,-1.000 0.000,1.000 0.000,0.000-18.000,-1.000 18.000,-17.000-17.000,36.000 17.000,-19.000 0.000,1.000-18.000,0.000 18.000,-1.000-18.000,1.000 1.000,-1.000 17.000,1.000-18.000,0.000 18.000,-1.000 0.000,19.000-18.000,-19.000-17.000,-17.000 17.000,0.000 1.000,18.000-1.000,0.000-17.000,-1.000 17.000,-17.000 1.000,18.000 17.000,-18.000-18.000,17.000-17.000,-17.000-1.000,18.000 19.000,-18.000-19.000,0.000 1.000,18.000 35.000,-18.000-35.000,0.000 17.000,0.000-35.000,17.000 18.000,-17.000 17.000,0.000 1.000,0.000-18.000,0.000 17.000,0.000 0.000,0.000 1.000,-17.000 17.000,-19.000-53.000,-16.000 17.000,16.000 19.000,-34.000-1.000,52.000 0.000,0.000 1.000,1.000-1.000,-1.000 18.000,1.000 0.000,-19.000 0.000,19.000 0.000,-1.000 0.000,0.000 0.000,1.000 0.000,-1.000 0.000,0.000 18.000,1.000-1.000,-1.000-17.000,0.000 0.000,1.000 0.000,-1.000 0.000,1.000 18.000,-19.000-18.000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zh-CN" altLang="en-US" dirty="0"/>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BB7C2B95-B5E4-4F14-A414-9AC8716941E0}"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zh-CN" altLang="en-US" dirty="0"/>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5D0CE4D1-7DFB-466B-A904-361031623E4C}"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a:t>
            </a:r>
            <a:r>
              <a:rPr lang="en-US" altLang="zh-CN" baseline="0" dirty="0" smtClean="0"/>
              <a:t> a student to write both chart and pseudo code of the selection structure.</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链表的特点：</a:t>
            </a:r>
            <a:endParaRPr lang="en-US" altLang="zh-CN" dirty="0" smtClean="0"/>
          </a:p>
          <a:p>
            <a:r>
              <a:rPr lang="zh-CN" altLang="en-US" dirty="0" smtClean="0"/>
              <a:t>插入 </a:t>
            </a:r>
            <a:r>
              <a:rPr lang="en-US" altLang="zh-CN" dirty="0" smtClean="0"/>
              <a:t>&amp; </a:t>
            </a:r>
            <a:r>
              <a:rPr lang="zh-CN" altLang="en-US" dirty="0" smtClean="0"/>
              <a:t>删除</a:t>
            </a:r>
            <a:r>
              <a:rPr lang="zh-CN" altLang="en-US" baseline="0" dirty="0" smtClean="0"/>
              <a:t>快、查找慢。</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 a student to read</a:t>
            </a:r>
            <a:r>
              <a:rPr lang="en-US" altLang="zh-CN" baseline="0" dirty="0" smtClean="0"/>
              <a:t> this slide.</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Find a student to read</a:t>
            </a:r>
            <a:r>
              <a:rPr lang="en-US" altLang="zh-CN" baseline="0" dirty="0" smtClean="0"/>
              <a:t> this slide.</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紧缩存储：使用分区式存储管理。</a:t>
            </a:r>
            <a:endParaRPr lang="en-US" altLang="zh-CN" dirty="0" smtClean="0"/>
          </a:p>
          <a:p>
            <a:endParaRPr lang="en-US" altLang="zh-CN" dirty="0" smtClean="0"/>
          </a:p>
          <a:p>
            <a:r>
              <a:rPr lang="zh-CN" altLang="en-US" dirty="0" smtClean="0"/>
              <a:t>分区式存储：</a:t>
            </a:r>
            <a:r>
              <a:rPr lang="zh-CN" altLang="en-US" sz="1200" b="0" i="0" kern="1200" dirty="0" smtClean="0">
                <a:solidFill>
                  <a:schemeClr val="tx1"/>
                </a:solidFill>
                <a:effectLst/>
                <a:latin typeface="Times New Roman" panose="02020603050405020304" pitchFamily="18" charset="0"/>
                <a:ea typeface="+mn-ea"/>
                <a:cs typeface="+mn-cs"/>
              </a:rPr>
              <a:t>把内存分为一些大小相等或不等的分区，操作系统占用其中一个分区，其余的分区由应用程序使用，每个应用程序占用一个或几个分区。</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编码、测试</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功能、结构</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华山论剑</a:t>
            </a:r>
            <a:endParaRPr lang="zh-CN" altLang="en-US"/>
          </a:p>
        </p:txBody>
      </p:sp>
      <p:sp>
        <p:nvSpPr>
          <p:cNvPr id="4" name="灯片编号占位符 3"/>
          <p:cNvSpPr>
            <a:spLocks noGrp="1"/>
          </p:cNvSpPr>
          <p:nvPr>
            <p:ph type="sldNum" sz="quarter" idx="5"/>
          </p:nvPr>
        </p:nvSpPr>
        <p:spPr/>
        <p:txBody>
          <a:bodyPr/>
          <a:p>
            <a:fld id="{5D0CE4D1-7DFB-466B-A904-361031623E4C}" type="slidenum">
              <a:rPr lang="zh-CN" altLang="en-US"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有效输入类的测试用例的编号</a:t>
            </a:r>
            <a:r>
              <a:rPr lang="en-US" altLang="zh-CN" dirty="0" smtClean="0"/>
              <a:t>2</a:t>
            </a:r>
            <a:r>
              <a:rPr lang="zh-CN" altLang="en-US" dirty="0" smtClean="0"/>
              <a:t>、</a:t>
            </a:r>
            <a:r>
              <a:rPr lang="en-US" altLang="zh-CN" dirty="0" smtClean="0"/>
              <a:t>4</a:t>
            </a:r>
            <a:r>
              <a:rPr lang="zh-CN" altLang="en-US" dirty="0" smtClean="0"/>
              <a:t>对应设计的有效输入类的编号</a:t>
            </a:r>
            <a:r>
              <a:rPr lang="en-US" altLang="zh-CN" dirty="0" smtClean="0"/>
              <a:t>2</a:t>
            </a:r>
            <a:r>
              <a:rPr lang="zh-CN" altLang="en-US" dirty="0" smtClean="0"/>
              <a:t>；</a:t>
            </a:r>
            <a:endParaRPr lang="en-US" altLang="zh-CN" dirty="0" smtClean="0"/>
          </a:p>
          <a:p>
            <a:r>
              <a:rPr lang="zh-CN" altLang="en-US" dirty="0" smtClean="0"/>
              <a:t>无效输入类的测试用例的编号</a:t>
            </a:r>
            <a:r>
              <a:rPr lang="en-US" altLang="zh-CN" dirty="0" smtClean="0"/>
              <a:t>5</a:t>
            </a:r>
            <a:r>
              <a:rPr lang="zh-CN" altLang="en-US" dirty="0" smtClean="0"/>
              <a:t>、</a:t>
            </a:r>
            <a:r>
              <a:rPr lang="en-US" altLang="zh-CN" dirty="0" smtClean="0"/>
              <a:t>6</a:t>
            </a:r>
            <a:r>
              <a:rPr lang="zh-CN" altLang="en-US" dirty="0" smtClean="0"/>
              <a:t>对应设计的无效输入类的编号</a:t>
            </a:r>
            <a:r>
              <a:rPr lang="en-US" altLang="zh-CN" dirty="0" smtClean="0"/>
              <a:t>6</a:t>
            </a:r>
            <a:r>
              <a:rPr lang="zh-CN" altLang="en-US" dirty="0" smtClean="0"/>
              <a:t>、</a:t>
            </a:r>
            <a:r>
              <a:rPr lang="en-US" altLang="zh-CN" dirty="0" smtClean="0"/>
              <a:t>7</a:t>
            </a:r>
            <a:r>
              <a:rPr lang="zh-CN" altLang="en-US" dirty="0" smtClean="0"/>
              <a:t>；</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无效输入类的测试用例的编号</a:t>
            </a:r>
            <a:r>
              <a:rPr lang="en-US" altLang="zh-CN" dirty="0" smtClean="0"/>
              <a:t>7-11</a:t>
            </a:r>
            <a:r>
              <a:rPr lang="zh-CN" altLang="en-US" dirty="0" smtClean="0"/>
              <a:t>对应设计的无效输入类的编号</a:t>
            </a:r>
            <a:r>
              <a:rPr lang="en-US" altLang="zh-CN" dirty="0" smtClean="0"/>
              <a:t>1-5</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a:t>
            </a:r>
            <a:r>
              <a:rPr lang="en-US" altLang="zh-CN"/>
              <a:t>2</a:t>
            </a:r>
            <a:r>
              <a:rPr lang="zh-CN" altLang="en-US"/>
              <a:t>步（</a:t>
            </a:r>
            <a:r>
              <a:rPr lang="en-US" altLang="zh-CN"/>
              <a:t>1</a:t>
            </a:r>
            <a:r>
              <a:rPr lang="zh-CN" altLang="en-US"/>
              <a:t>）：具体出错位置</a:t>
            </a:r>
            <a:endParaRPr lang="zh-CN" altLang="en-US"/>
          </a:p>
        </p:txBody>
      </p:sp>
      <p:sp>
        <p:nvSpPr>
          <p:cNvPr id="4" name="灯片编号占位符 3"/>
          <p:cNvSpPr>
            <a:spLocks noGrp="1"/>
          </p:cNvSpPr>
          <p:nvPr>
            <p:ph type="sldNum" sz="quarter" idx="5"/>
          </p:nvPr>
        </p:nvSpPr>
        <p:spPr/>
        <p:txBody>
          <a:bodyPr/>
          <a:p>
            <a:fld id="{5D0CE4D1-7DFB-466B-A904-361031623E4C}" type="slidenum">
              <a:rPr lang="zh-CN" altLang="en-US"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Control flow: </a:t>
            </a:r>
            <a:r>
              <a:rPr lang="zh-CN" altLang="en-US" dirty="0" smtClean="0"/>
              <a:t>可参照程序流程图。</a:t>
            </a:r>
            <a:endParaRPr lang="en-US" altLang="zh-CN" dirty="0" smtClean="0"/>
          </a:p>
          <a:p>
            <a:endParaRPr lang="en-US" altLang="zh-CN" dirty="0" smtClean="0"/>
          </a:p>
          <a:p>
            <a:r>
              <a:rPr lang="zh-CN" altLang="en-US" dirty="0" smtClean="0"/>
              <a:t>数据结构里，对分查找也称为折半查找。</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有标记的错误可理解为特定的一类错误。</a:t>
            </a:r>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D0CE4D1-7DFB-466B-A904-361031623E4C}"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B496FC0-708C-487A-9867-378B304454D4}"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r>
              <a:rPr lang="en-US" altLang="zh-CN" dirty="0" smtClean="0"/>
              <a:t>/102</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4588F53-42F6-47C1-AA04-E914F1716885}"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E84F76C-DE6D-4230-BBA1-7725011A7FDB}"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D2C1767-E87D-4E28-A865-8B8F1650E66A}" type="datetime1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B87B2C7-FFC5-4BF2-893B-8C7C838BCC4F}" type="datetime1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62B9BD5-9746-4E1C-9716-25FBD118D7E0}" type="datetime1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FF1B46E-8654-4714-8E41-BF664B67F04C}"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2086E4D-9F28-4350-9014-E4FBECBEF7A8}"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553771D-392D-4F01-949C-B5E652E2BE3F}"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6336577-2820-46A8-8C9B-ED3B88A2942D}"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C3FCF8D-4391-4CAD-AA29-947703F8490B}"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44B1E7F-353E-447B-A898-FD01F42B6528}"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3CDA686D-6944-4BB7-A3FC-D0748C2D9744}"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6D59CD7-6DBB-4353-A057-1718AF44F55F}"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FF72B6-2755-4009-B7CC-BC2E74EDAD93}" type="datetime1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70DE8B9-5EE6-4921-B54C-DA0D36E1298F}" type="datetime1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BF55072-692F-4571-BE7F-EA6E2C27FD69}" type="datetime1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A4296CC8-31DF-4C4E-BD28-66832EF4B955}"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5109E35-6298-433D-B429-F2C044AA79D5}"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B15AD83-C8EE-43A0-82B8-04973E40FC4D}"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4C024EA-7C15-4F39-9DBC-2F386A31DE33}"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6121AE-DC38-4000-9A03-FB3120DDF1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7E10E41-D436-4FA3-A2BF-EBA4FC0429F0}"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D23668E-87D7-4ADE-ABBA-D9A04C5685D9}"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4A63BFE-1F0A-4BB3-996B-7721F3807FCE}"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FE8CB88-2983-4378-BBB3-DBD93FB4AF13}"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E4B66EF-4501-47FC-9804-653BB5DE16F5}" type="datetime1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CCFB8CF-8C43-47F8-87AB-9F916C60E9A6}" type="datetime1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FD3427-22B1-4380-AE02-5BD820EEEE19}" type="datetime1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5EF94BA-BD60-4A1B-9529-6E76AC64BAF6}"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A0CB229-AFFD-4EB3-ABD2-10259809DF90}"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15551FA-17E7-4D7B-9BC8-DF4350214CFC}"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7401825-1CD0-4828-BAC1-D02C36D8FAE2}"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873E90-11EC-4088-9BE0-A3C997AD09D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40BF0D97-0E4D-4200-AA31-AE9A23AE3472}" type="datetime11">
              <a:rPr lang="zh-CN" altLang="en-US" smtClean="0"/>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zh-CN" altLang="en-US" dirty="0"/>
          </a:p>
        </p:txBody>
      </p:sp>
      <p:sp>
        <p:nvSpPr>
          <p:cNvPr id="7" name="TextBox 6"/>
          <p:cNvSpPr txBox="1"/>
          <p:nvPr userDrawn="1"/>
        </p:nvSpPr>
        <p:spPr>
          <a:xfrm>
            <a:off x="8172400" y="6370169"/>
            <a:ext cx="648072" cy="369332"/>
          </a:xfrm>
          <a:prstGeom prst="rect">
            <a:avLst/>
          </a:prstGeom>
          <a:noFill/>
        </p:spPr>
        <p:txBody>
          <a:bodyPr wrap="square" rtlCol="0">
            <a:spAutoFit/>
          </a:bodyPr>
          <a:lstStyle/>
          <a:p>
            <a:fld id="{8A4DEA48-353F-40B8-B592-22578DC48CA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Times New Roman" panose="02020603050405020304" pitchFamily="18"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panose="02020603050405020304" pitchFamily="18"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69B1CC-948F-478D-93D9-879E84009C1D}" type="datetime11">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6121AE-DC38-4000-9A03-FB3120DDF1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197A9-00F7-4B3F-A3C3-90B060835031}" type="datetime11">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873E90-11EC-4088-9BE0-A3C997AD09D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customXml" Target="../ink/ink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customXml" Target="../ink/ink3.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5.xml"/><Relationship Id="rId3" Type="http://schemas.openxmlformats.org/officeDocument/2006/relationships/image" Target="../media/image17.png"/><Relationship Id="rId2" Type="http://schemas.openxmlformats.org/officeDocument/2006/relationships/customXml" Target="../ink/ink4.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customXml" Target="../ink/ink6.xml"/></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customXml" Target="../ink/ink7.xml"/><Relationship Id="rId2" Type="http://schemas.openxmlformats.org/officeDocument/2006/relationships/image" Target="../media/image24.png"/><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customXml" Target="../ink/ink8.xml"/><Relationship Id="rId1"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customXml" Target="../ink/ink9.xml"/><Relationship Id="rId1" Type="http://schemas.openxmlformats.org/officeDocument/2006/relationships/image" Target="../media/image32.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customXml" Target="../ink/ink10.xml"/><Relationship Id="rId1" Type="http://schemas.openxmlformats.org/officeDocument/2006/relationships/image" Target="../media/image32.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customXml" Target="../ink/ink11.xml"/><Relationship Id="rId1" Type="http://schemas.openxmlformats.org/officeDocument/2006/relationships/image" Target="../media/image3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customXml" Target="../ink/ink12.xml"/><Relationship Id="rId1" Type="http://schemas.openxmlformats.org/officeDocument/2006/relationships/image" Target="../media/image3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customXml" Target="../ink/ink13.xml"/><Relationship Id="rId1" Type="http://schemas.openxmlformats.org/officeDocument/2006/relationships/image" Target="../media/image4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customXml" Target="../ink/ink15.xml"/><Relationship Id="rId3" Type="http://schemas.openxmlformats.org/officeDocument/2006/relationships/image" Target="../media/image46.png"/><Relationship Id="rId2" Type="http://schemas.openxmlformats.org/officeDocument/2006/relationships/customXml" Target="../ink/ink14.xml"/><Relationship Id="rId1" Type="http://schemas.openxmlformats.org/officeDocument/2006/relationships/image" Target="../media/image45.png"/></Relationships>
</file>

<file path=ppt/slides/_rels/slide10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1.png"/><Relationship Id="rId6" Type="http://schemas.openxmlformats.org/officeDocument/2006/relationships/customXml" Target="../ink/ink18.xml"/><Relationship Id="rId5" Type="http://schemas.openxmlformats.org/officeDocument/2006/relationships/image" Target="../media/image50.png"/><Relationship Id="rId4" Type="http://schemas.openxmlformats.org/officeDocument/2006/relationships/customXml" Target="../ink/ink17.xml"/><Relationship Id="rId3" Type="http://schemas.openxmlformats.org/officeDocument/2006/relationships/image" Target="../media/image49.png"/><Relationship Id="rId2" Type="http://schemas.openxmlformats.org/officeDocument/2006/relationships/customXml" Target="../ink/ink16.xml"/><Relationship Id="rId1" Type="http://schemas.openxmlformats.org/officeDocument/2006/relationships/image" Target="../media/image48.png"/></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customXml" Target="../ink/ink19.xml"/><Relationship Id="rId1" Type="http://schemas.openxmlformats.org/officeDocument/2006/relationships/image" Target="../media/image52.png"/></Relationships>
</file>

<file path=ppt/slides/_rels/slide103.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customXml" Target="../ink/ink21.xml"/><Relationship Id="rId3" Type="http://schemas.openxmlformats.org/officeDocument/2006/relationships/image" Target="../media/image55.png"/><Relationship Id="rId2" Type="http://schemas.openxmlformats.org/officeDocument/2006/relationships/customXml" Target="../ink/ink20.xml"/><Relationship Id="rId1" Type="http://schemas.openxmlformats.org/officeDocument/2006/relationships/image" Target="../media/image54.png"/></Relationships>
</file>

<file path=ppt/slides/_rels/slide10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customXml" Target="../ink/ink23.xml"/><Relationship Id="rId3" Type="http://schemas.openxmlformats.org/officeDocument/2006/relationships/image" Target="../media/image58.png"/><Relationship Id="rId2" Type="http://schemas.openxmlformats.org/officeDocument/2006/relationships/customXml" Target="../ink/ink22.xml"/><Relationship Id="rId1" Type="http://schemas.openxmlformats.org/officeDocument/2006/relationships/image" Target="../media/image57.png"/></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customXml" Target="../ink/ink24.xml"/><Relationship Id="rId1" Type="http://schemas.openxmlformats.org/officeDocument/2006/relationships/image" Target="../media/image6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6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6.png"/><Relationship Id="rId6" Type="http://schemas.openxmlformats.org/officeDocument/2006/relationships/customXml" Target="../ink/ink27.xml"/><Relationship Id="rId5" Type="http://schemas.openxmlformats.org/officeDocument/2006/relationships/image" Target="../media/image65.png"/><Relationship Id="rId4" Type="http://schemas.openxmlformats.org/officeDocument/2006/relationships/customXml" Target="../ink/ink26.xml"/><Relationship Id="rId3" Type="http://schemas.openxmlformats.org/officeDocument/2006/relationships/image" Target="../media/image64.png"/><Relationship Id="rId2" Type="http://schemas.openxmlformats.org/officeDocument/2006/relationships/customXml" Target="../ink/ink25.xml"/><Relationship Id="rId1" Type="http://schemas.openxmlformats.org/officeDocument/2006/relationships/image" Target="../media/image63.png"/></Relationships>
</file>

<file path=ppt/slides/_rels/slide110.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customXml" Target="../ink/ink31.xml"/><Relationship Id="rId7" Type="http://schemas.openxmlformats.org/officeDocument/2006/relationships/image" Target="../media/image70.png"/><Relationship Id="rId6" Type="http://schemas.openxmlformats.org/officeDocument/2006/relationships/customXml" Target="../ink/ink30.xml"/><Relationship Id="rId5" Type="http://schemas.openxmlformats.org/officeDocument/2006/relationships/image" Target="../media/image69.png"/><Relationship Id="rId4" Type="http://schemas.openxmlformats.org/officeDocument/2006/relationships/customXml" Target="../ink/ink29.xml"/><Relationship Id="rId3" Type="http://schemas.openxmlformats.org/officeDocument/2006/relationships/image" Target="../media/image68.png"/><Relationship Id="rId2" Type="http://schemas.openxmlformats.org/officeDocument/2006/relationships/customXml" Target="../ink/ink28.xml"/><Relationship Id="rId13" Type="http://schemas.openxmlformats.org/officeDocument/2006/relationships/notesSlide" Target="../notesSlides/notesSlide12.xml"/><Relationship Id="rId12" Type="http://schemas.openxmlformats.org/officeDocument/2006/relationships/slideLayout" Target="../slideLayouts/slideLayout2.xml"/><Relationship Id="rId11" Type="http://schemas.openxmlformats.org/officeDocument/2006/relationships/image" Target="../media/image72.png"/><Relationship Id="rId10" Type="http://schemas.openxmlformats.org/officeDocument/2006/relationships/customXml" Target="../ink/ink32.xml"/><Relationship Id="rId1" Type="http://schemas.openxmlformats.org/officeDocument/2006/relationships/image" Target="../media/image6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customXml" Target="../ink/ink33.xml"/><Relationship Id="rId1" Type="http://schemas.openxmlformats.org/officeDocument/2006/relationships/image" Target="../media/image73.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customXml" Target="../ink/ink34.xml"/><Relationship Id="rId1" Type="http://schemas.openxmlformats.org/officeDocument/2006/relationships/image" Target="../media/image77.png"/></Relationships>
</file>

<file path=ppt/slides/_rels/slide1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3.png"/><Relationship Id="rId7" Type="http://schemas.openxmlformats.org/officeDocument/2006/relationships/customXml" Target="../ink/ink37.xml"/><Relationship Id="rId6" Type="http://schemas.openxmlformats.org/officeDocument/2006/relationships/image" Target="../media/image82.png"/><Relationship Id="rId5" Type="http://schemas.openxmlformats.org/officeDocument/2006/relationships/customXml" Target="../ink/ink36.xml"/><Relationship Id="rId4" Type="http://schemas.openxmlformats.org/officeDocument/2006/relationships/image" Target="../media/image81.png"/><Relationship Id="rId3" Type="http://schemas.openxmlformats.org/officeDocument/2006/relationships/customXml" Target="../ink/ink35.xml"/><Relationship Id="rId2" Type="http://schemas.openxmlformats.org/officeDocument/2006/relationships/image" Target="../media/image80.png"/><Relationship Id="rId1" Type="http://schemas.openxmlformats.org/officeDocument/2006/relationships/image" Target="../media/image79.png"/></Relationships>
</file>

<file path=ppt/slides/_rels/slide11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8.png"/><Relationship Id="rId6" Type="http://schemas.openxmlformats.org/officeDocument/2006/relationships/customXml" Target="../ink/ink39.xml"/><Relationship Id="rId5" Type="http://schemas.openxmlformats.org/officeDocument/2006/relationships/image" Target="../media/image87.png"/><Relationship Id="rId4" Type="http://schemas.openxmlformats.org/officeDocument/2006/relationships/image" Target="../media/image86.png"/><Relationship Id="rId3" Type="http://schemas.openxmlformats.org/officeDocument/2006/relationships/customXml" Target="../ink/ink38.xml"/><Relationship Id="rId2" Type="http://schemas.openxmlformats.org/officeDocument/2006/relationships/image" Target="../media/image85.png"/><Relationship Id="rId1" Type="http://schemas.openxmlformats.org/officeDocument/2006/relationships/image" Target="../media/image84.png"/></Relationships>
</file>

<file path=ppt/slides/_rels/slide1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0.png"/><Relationship Id="rId2" Type="http://schemas.openxmlformats.org/officeDocument/2006/relationships/customXml" Target="../ink/ink40.xml"/><Relationship Id="rId1" Type="http://schemas.openxmlformats.org/officeDocument/2006/relationships/image" Target="../media/image89.png"/></Relationships>
</file>

<file path=ppt/slides/_rels/slide120.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2.xml"/><Relationship Id="rId7" Type="http://schemas.openxmlformats.org/officeDocument/2006/relationships/image" Target="../media/image94.png"/><Relationship Id="rId6" Type="http://schemas.openxmlformats.org/officeDocument/2006/relationships/customXml" Target="../ink/ink43.xml"/><Relationship Id="rId5" Type="http://schemas.openxmlformats.org/officeDocument/2006/relationships/image" Target="../media/image93.png"/><Relationship Id="rId4" Type="http://schemas.openxmlformats.org/officeDocument/2006/relationships/customXml" Target="../ink/ink42.xml"/><Relationship Id="rId3" Type="http://schemas.openxmlformats.org/officeDocument/2006/relationships/image" Target="../media/image92.png"/><Relationship Id="rId2" Type="http://schemas.openxmlformats.org/officeDocument/2006/relationships/customXml" Target="../ink/ink41.xml"/><Relationship Id="rId1" Type="http://schemas.openxmlformats.org/officeDocument/2006/relationships/image" Target="../media/image91.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png"/><Relationship Id="rId1" Type="http://schemas.openxmlformats.org/officeDocument/2006/relationships/customXml" Target="../ink/ink44.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9.png"/><Relationship Id="rId2" Type="http://schemas.openxmlformats.org/officeDocument/2006/relationships/customXml" Target="../ink/ink45.xml"/><Relationship Id="rId1" Type="http://schemas.openxmlformats.org/officeDocument/2006/relationships/image" Target="../media/image9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customXml" Target="../ink/ink46.xml"/><Relationship Id="rId1" Type="http://schemas.openxmlformats.org/officeDocument/2006/relationships/image" Target="../media/image10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Revisiting what we learned last time</a:t>
            </a:r>
            <a:endParaRPr lang="zh-CN" altLang="en-US" dirty="0"/>
          </a:p>
        </p:txBody>
      </p:sp>
      <p:sp>
        <p:nvSpPr>
          <p:cNvPr id="3" name="内容占位符 2"/>
          <p:cNvSpPr>
            <a:spLocks noGrp="1"/>
          </p:cNvSpPr>
          <p:nvPr>
            <p:ph idx="1"/>
          </p:nvPr>
        </p:nvSpPr>
        <p:spPr>
          <a:xfrm>
            <a:off x="457200" y="1600200"/>
            <a:ext cx="7859216" cy="4525963"/>
          </a:xfrm>
        </p:spPr>
        <p:txBody>
          <a:bodyPr/>
          <a:lstStyle/>
          <a:p>
            <a:pPr marL="0" indent="0">
              <a:buNone/>
            </a:pPr>
            <a:r>
              <a:rPr lang="en-US" altLang="zh-CN" dirty="0" smtClean="0"/>
              <a:t>Q1: </a:t>
            </a:r>
            <a:r>
              <a:rPr lang="zh-CN" altLang="en-US" dirty="0" smtClean="0"/>
              <a:t>详细设计阶段使用的判定表有哪几部分组成？</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07904" y="1670074"/>
            <a:ext cx="4546848" cy="4525963"/>
          </a:xfrm>
        </p:spPr>
        <p:txBody>
          <a:bodyPr/>
          <a:lstStyle/>
          <a:p>
            <a:pPr marL="514350" indent="-514350">
              <a:buFont typeface="+mj-ea"/>
              <a:buAutoNum type="circleNumDbPlain"/>
            </a:pPr>
            <a:r>
              <a:rPr lang="zh-CN" altLang="en-US" dirty="0"/>
              <a:t>条件框：条件</a:t>
            </a:r>
            <a:r>
              <a:rPr lang="zh-CN" altLang="en-US" dirty="0" smtClean="0">
                <a:solidFill>
                  <a:srgbClr val="0000FF"/>
                </a:solidFill>
              </a:rPr>
              <a:t>定义</a:t>
            </a:r>
            <a:endParaRPr lang="en-US" altLang="zh-CN" dirty="0">
              <a:solidFill>
                <a:srgbClr val="0000FF"/>
              </a:solidFill>
            </a:endParaRPr>
          </a:p>
          <a:p>
            <a:pPr marL="514350" indent="-514350">
              <a:buFont typeface="+mj-ea"/>
              <a:buAutoNum type="circleNumDbPlain"/>
            </a:pPr>
            <a:r>
              <a:rPr lang="zh-CN" altLang="en-US" dirty="0"/>
              <a:t>条件条目：各条件的</a:t>
            </a:r>
            <a:r>
              <a:rPr lang="zh-CN" altLang="en-US" dirty="0">
                <a:solidFill>
                  <a:srgbClr val="0000FF"/>
                </a:solidFill>
              </a:rPr>
              <a:t>取值及组合</a:t>
            </a:r>
            <a:endParaRPr lang="en-US" altLang="zh-CN" dirty="0">
              <a:solidFill>
                <a:srgbClr val="0000FF"/>
              </a:solidFill>
            </a:endParaRPr>
          </a:p>
          <a:p>
            <a:pPr marL="514350" indent="-514350">
              <a:buFont typeface="+mj-ea"/>
              <a:buAutoNum type="circleNumDbPlain"/>
            </a:pPr>
            <a:r>
              <a:rPr lang="zh-CN" altLang="en-US" dirty="0"/>
              <a:t>操作框：操作的定义</a:t>
            </a:r>
            <a:endParaRPr lang="en-US" altLang="zh-CN" dirty="0"/>
          </a:p>
          <a:p>
            <a:pPr marL="514350" indent="-514350">
              <a:buFont typeface="+mj-ea"/>
              <a:buAutoNum type="circleNumDbPlain"/>
            </a:pPr>
            <a:r>
              <a:rPr lang="zh-CN" altLang="en-US" dirty="0"/>
              <a:t>操作条目：在各条件取值组合下所执行的操作</a:t>
            </a:r>
            <a:endParaRPr lang="zh-CN" altLang="en-US" dirty="0"/>
          </a:p>
          <a:p>
            <a:pPr marL="0" indent="0">
              <a:buNone/>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2132856"/>
            <a:ext cx="2946848" cy="1080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smtClean="0"/>
              <a:t>Q2: </a:t>
            </a:r>
            <a:r>
              <a:rPr lang="zh-CN" altLang="en-US" dirty="0"/>
              <a:t>用</a:t>
            </a:r>
            <a:r>
              <a:rPr lang="en-US" altLang="zh-CN" dirty="0"/>
              <a:t>Jackson</a:t>
            </a:r>
            <a:r>
              <a:rPr lang="zh-CN" altLang="en-US" dirty="0"/>
              <a:t>图表示</a:t>
            </a:r>
            <a:r>
              <a:rPr lang="en-US" altLang="zh-CN" dirty="0"/>
              <a:t>3</a:t>
            </a:r>
            <a:r>
              <a:rPr lang="zh-CN" altLang="en-US" dirty="0"/>
              <a:t>种结构，并给出相应的伪码</a:t>
            </a:r>
            <a:r>
              <a:rPr lang="zh-CN" altLang="en-US" dirty="0" smtClean="0"/>
              <a:t>。（</a:t>
            </a:r>
            <a:r>
              <a:rPr lang="zh-CN" altLang="en-US" dirty="0"/>
              <a:t>用传统的</a:t>
            </a:r>
            <a:r>
              <a:rPr lang="en-US" altLang="zh-CN" dirty="0"/>
              <a:t>Jackson</a:t>
            </a:r>
            <a:r>
              <a:rPr lang="zh-CN" altLang="en-US" dirty="0"/>
              <a:t>图即可）</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1</a:t>
            </a:r>
            <a:r>
              <a:rPr lang="zh-CN" altLang="en-US" dirty="0" smtClean="0"/>
              <a:t>）顺序结构</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3212976"/>
            <a:ext cx="3486150"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700808"/>
            <a:ext cx="2952328" cy="3553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2</a:t>
            </a:r>
            <a:r>
              <a:rPr lang="zh-CN" altLang="en-US" dirty="0" smtClean="0"/>
              <a:t>）选择结构</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988840"/>
            <a:ext cx="3505200"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706998"/>
            <a:ext cx="3528392" cy="4177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3</a:t>
            </a:r>
            <a:r>
              <a:rPr lang="zh-CN" altLang="en-US" dirty="0" smtClean="0"/>
              <a:t>）重复结构</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1844824"/>
            <a:ext cx="7363807"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7</a:t>
            </a:r>
            <a:r>
              <a:rPr lang="zh-CN" altLang="en-US" dirty="0" smtClean="0"/>
              <a:t>章 实现</a:t>
            </a:r>
            <a:endParaRPr lang="zh-CN" altLang="en-US" dirty="0"/>
          </a:p>
        </p:txBody>
      </p:sp>
      <p:sp>
        <p:nvSpPr>
          <p:cNvPr id="3" name="副标题 2"/>
          <p:cNvSpPr>
            <a:spLocks noGrp="1"/>
          </p:cNvSpPr>
          <p:nvPr>
            <p:ph type="subTitle" idx="1"/>
          </p:nvPr>
        </p:nvSpPr>
        <p:spPr/>
        <p:txBody>
          <a:bodyPr>
            <a:normAutofit/>
          </a:bodyPr>
          <a:lstStyle/>
          <a:p>
            <a:r>
              <a:rPr lang="zh-CN" altLang="en-US" dirty="0" smtClean="0"/>
              <a:t>吕国华</a:t>
            </a:r>
            <a:endParaRPr lang="en-US" altLang="zh-CN" dirty="0" smtClean="0"/>
          </a:p>
          <a:p>
            <a:r>
              <a:rPr lang="zh-CN" altLang="en-US" dirty="0"/>
              <a:t>齐鲁</a:t>
            </a:r>
            <a:r>
              <a:rPr lang="zh-CN" altLang="en-US" dirty="0" smtClean="0"/>
              <a:t>工业大学（山东省科学院）</a:t>
            </a:r>
            <a:endParaRPr lang="en-US" altLang="zh-CN" dirty="0" smtClean="0"/>
          </a:p>
          <a:p>
            <a:r>
              <a:rPr lang="en-US" altLang="zh-CN" dirty="0" smtClean="0"/>
              <a:t>Email: guohualv@qlu.edu.cn</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374F140E-FD8A-4F6F-83A8-5AD3B01830D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6" y="0"/>
            <a:ext cx="9143093"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92BDEB34-32E9-4D9B-BA7C-99C480C5D715}"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4108680" y="3873600"/>
              <a:ext cx="4832640" cy="1511640"/>
            </p14:xfrm>
          </p:contentPart>
        </mc:Choice>
        <mc:Fallback xmlns="">
          <p:pic>
            <p:nvPicPr>
              <p:cNvPr id="3" name="墨迹 2"/>
            </p:nvPicPr>
            <p:blipFill>
              <a:blip r:embed="rId3"/>
            </p:blipFill>
            <p:spPr>
              <a:xfrm>
                <a:off x="4108680" y="3873600"/>
                <a:ext cx="4832640" cy="1511640"/>
              </a:xfrm>
              <a:prstGeom prst="rect"/>
            </p:spPr>
          </p:pic>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概述</a:t>
            </a:r>
            <a:endParaRPr lang="zh-CN" altLang="en-US" dirty="0"/>
          </a:p>
        </p:txBody>
      </p:sp>
      <p:sp>
        <p:nvSpPr>
          <p:cNvPr id="3" name="内容占位符 2"/>
          <p:cNvSpPr>
            <a:spLocks noGrp="1"/>
          </p:cNvSpPr>
          <p:nvPr>
            <p:ph idx="1"/>
          </p:nvPr>
        </p:nvSpPr>
        <p:spPr/>
        <p:txBody>
          <a:bodyPr/>
          <a:lstStyle/>
          <a:p>
            <a:r>
              <a:rPr lang="zh-CN" altLang="en-US" u="sng" dirty="0" smtClean="0"/>
              <a:t>编码</a:t>
            </a:r>
            <a:r>
              <a:rPr lang="zh-CN" altLang="en-US" dirty="0" smtClean="0"/>
              <a:t>和</a:t>
            </a:r>
            <a:r>
              <a:rPr lang="zh-CN" altLang="en-US" u="sng" dirty="0" smtClean="0"/>
              <a:t>测试</a:t>
            </a:r>
            <a:r>
              <a:rPr lang="zh-CN" altLang="en-US" dirty="0" smtClean="0"/>
              <a:t>（单元测试、综合测试）统称为实现。</a:t>
            </a:r>
            <a:endParaRPr lang="en-US" altLang="zh-CN" dirty="0" smtClean="0"/>
          </a:p>
          <a:p>
            <a:r>
              <a:rPr lang="zh-CN" altLang="en-US" dirty="0" smtClean="0">
                <a:solidFill>
                  <a:srgbClr val="0000FF"/>
                </a:solidFill>
              </a:rPr>
              <a:t>编码</a:t>
            </a:r>
            <a:r>
              <a:rPr lang="zh-CN" altLang="en-US" dirty="0" smtClean="0"/>
              <a:t>：把</a:t>
            </a:r>
            <a:r>
              <a:rPr lang="zh-CN" altLang="en-US" u="sng" dirty="0" smtClean="0"/>
              <a:t>软件设计结果</a:t>
            </a:r>
            <a:r>
              <a:rPr lang="zh-CN" altLang="en-US" dirty="0" smtClean="0">
                <a:highlight>
                  <a:srgbClr val="FFFF00"/>
                </a:highlight>
              </a:rPr>
              <a:t>翻译</a:t>
            </a:r>
            <a:r>
              <a:rPr lang="zh-CN" altLang="en-US" dirty="0" smtClean="0"/>
              <a:t>成</a:t>
            </a:r>
            <a:r>
              <a:rPr lang="zh-CN" altLang="en-US" u="sng" dirty="0" smtClean="0"/>
              <a:t>程序</a:t>
            </a:r>
            <a:r>
              <a:rPr lang="zh-CN" altLang="en-US" dirty="0" smtClean="0"/>
              <a:t>。</a:t>
            </a:r>
            <a:endParaRPr lang="en-US" altLang="zh-CN" dirty="0" smtClean="0"/>
          </a:p>
          <a:p>
            <a:r>
              <a:rPr lang="zh-CN" altLang="en-US" dirty="0" smtClean="0">
                <a:solidFill>
                  <a:srgbClr val="0000FF"/>
                </a:solidFill>
              </a:rPr>
              <a:t>测试</a:t>
            </a:r>
            <a:r>
              <a:rPr lang="zh-CN" altLang="en-US" dirty="0" smtClean="0"/>
              <a:t>：检测程序并改正错误。</a:t>
            </a:r>
            <a:endParaRPr lang="en-US" altLang="zh-CN" dirty="0" smtClean="0"/>
          </a:p>
          <a:p>
            <a:r>
              <a:rPr lang="zh-CN" altLang="en-US" dirty="0" smtClean="0">
                <a:solidFill>
                  <a:srgbClr val="FF0000"/>
                </a:solidFill>
              </a:rPr>
              <a:t>调试</a:t>
            </a:r>
            <a:r>
              <a:rPr lang="zh-CN" altLang="en-US" dirty="0" smtClean="0"/>
              <a:t>：</a:t>
            </a:r>
            <a:r>
              <a:rPr lang="zh-CN" altLang="en-US" dirty="0" smtClean="0">
                <a:solidFill>
                  <a:srgbClr val="FF0000"/>
                </a:solidFill>
              </a:rPr>
              <a:t>检测出错误后</a:t>
            </a:r>
            <a:r>
              <a:rPr lang="zh-CN" altLang="en-US" dirty="0" smtClean="0"/>
              <a:t>，纠错的过程。</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20E8D9FD-DF28-437C-A52A-23057B2B29EC}"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a:xfrm>
            <a:off x="457200" y="1268760"/>
            <a:ext cx="8229600" cy="5472608"/>
          </a:xfrm>
        </p:spPr>
        <p:txBody>
          <a:bodyPr/>
          <a:lstStyle/>
          <a:p>
            <a:pPr marL="0" indent="0">
              <a:buNone/>
            </a:pPr>
            <a:r>
              <a:rPr lang="en-US" altLang="zh-CN" dirty="0" smtClean="0"/>
              <a:t>7.1 </a:t>
            </a:r>
            <a:r>
              <a:rPr lang="zh-CN" altLang="en-US" dirty="0" smtClean="0"/>
              <a:t>编码</a:t>
            </a:r>
            <a:endParaRPr lang="en-US" altLang="zh-CN" dirty="0"/>
          </a:p>
          <a:p>
            <a:pPr marL="0" indent="0">
              <a:buNone/>
            </a:pPr>
            <a:r>
              <a:rPr lang="en-US" altLang="zh-CN" dirty="0" smtClean="0"/>
              <a:t>7.2 </a:t>
            </a:r>
            <a:r>
              <a:rPr lang="zh-CN" altLang="en-US" dirty="0" smtClean="0"/>
              <a:t>软件测试基础</a:t>
            </a:r>
            <a:endParaRPr lang="en-US" altLang="zh-CN" dirty="0"/>
          </a:p>
          <a:p>
            <a:pPr marL="0" indent="0">
              <a:buNone/>
            </a:pPr>
            <a:r>
              <a:rPr lang="en-US" altLang="zh-CN" dirty="0" smtClean="0"/>
              <a:t>7.3 </a:t>
            </a:r>
            <a:r>
              <a:rPr lang="zh-CN" altLang="en-US" dirty="0" smtClean="0"/>
              <a:t>单元测试</a:t>
            </a:r>
            <a:endParaRPr lang="en-US" altLang="zh-CN" dirty="0" smtClean="0"/>
          </a:p>
          <a:p>
            <a:pPr marL="0" indent="0">
              <a:buNone/>
            </a:pPr>
            <a:r>
              <a:rPr lang="en-US" altLang="zh-CN" dirty="0" smtClean="0"/>
              <a:t>7.4 </a:t>
            </a:r>
            <a:r>
              <a:rPr lang="zh-CN" altLang="en-US" dirty="0" smtClean="0"/>
              <a:t>集成测试</a:t>
            </a:r>
            <a:endParaRPr lang="en-US" altLang="zh-CN" dirty="0" smtClean="0"/>
          </a:p>
          <a:p>
            <a:pPr marL="0" indent="0">
              <a:buNone/>
            </a:pPr>
            <a:r>
              <a:rPr lang="en-US" altLang="zh-CN" dirty="0" smtClean="0"/>
              <a:t>7.5 </a:t>
            </a:r>
            <a:r>
              <a:rPr lang="zh-CN" altLang="en-US" dirty="0" smtClean="0"/>
              <a:t>确认测试</a:t>
            </a:r>
            <a:endParaRPr lang="en-US" altLang="zh-CN" dirty="0" smtClean="0"/>
          </a:p>
          <a:p>
            <a:pPr marL="0" indent="0">
              <a:buNone/>
            </a:pPr>
            <a:r>
              <a:rPr lang="en-US" altLang="zh-CN" b="1" dirty="0" smtClean="0">
                <a:solidFill>
                  <a:srgbClr val="FF0000"/>
                </a:solidFill>
              </a:rPr>
              <a:t>7.6 </a:t>
            </a:r>
            <a:r>
              <a:rPr lang="zh-CN" altLang="en-US" b="1" dirty="0" smtClean="0">
                <a:solidFill>
                  <a:srgbClr val="FF0000"/>
                </a:solidFill>
              </a:rPr>
              <a:t>白</a:t>
            </a:r>
            <a:r>
              <a:rPr lang="zh-CN" altLang="en-US" b="1" dirty="0">
                <a:solidFill>
                  <a:srgbClr val="FF0000"/>
                </a:solidFill>
              </a:rPr>
              <a:t>盒</a:t>
            </a:r>
            <a:r>
              <a:rPr lang="zh-CN" altLang="en-US" b="1" dirty="0" smtClean="0">
                <a:solidFill>
                  <a:srgbClr val="FF0000"/>
                </a:solidFill>
              </a:rPr>
              <a:t>测试技术</a:t>
            </a:r>
            <a:endParaRPr lang="en-US" altLang="zh-CN" b="1" dirty="0" smtClean="0">
              <a:solidFill>
                <a:srgbClr val="FF0000"/>
              </a:solidFill>
            </a:endParaRPr>
          </a:p>
          <a:p>
            <a:pPr marL="0" indent="0">
              <a:buNone/>
            </a:pPr>
            <a:r>
              <a:rPr lang="en-US" altLang="zh-CN" b="1" dirty="0" smtClean="0">
                <a:solidFill>
                  <a:srgbClr val="FF0000"/>
                </a:solidFill>
              </a:rPr>
              <a:t>7.7 </a:t>
            </a:r>
            <a:r>
              <a:rPr lang="zh-CN" altLang="en-US" b="1" dirty="0" smtClean="0">
                <a:solidFill>
                  <a:srgbClr val="FF0000"/>
                </a:solidFill>
              </a:rPr>
              <a:t>黑盒</a:t>
            </a:r>
            <a:r>
              <a:rPr lang="zh-CN" altLang="en-US" b="1" dirty="0">
                <a:solidFill>
                  <a:srgbClr val="FF0000"/>
                </a:solidFill>
              </a:rPr>
              <a:t>测试技术</a:t>
            </a:r>
            <a:endParaRPr lang="zh-CN" altLang="en-US" b="1" dirty="0">
              <a:solidFill>
                <a:srgbClr val="FF0000"/>
              </a:solidFill>
            </a:endParaRPr>
          </a:p>
          <a:p>
            <a:pPr marL="0" indent="0">
              <a:buNone/>
            </a:pPr>
            <a:r>
              <a:rPr lang="en-US" altLang="zh-CN" dirty="0" smtClean="0"/>
              <a:t>7.8 </a:t>
            </a:r>
            <a:r>
              <a:rPr lang="zh-CN" altLang="en-US" dirty="0" smtClean="0"/>
              <a:t>调试</a:t>
            </a:r>
            <a:endParaRPr lang="en-US" altLang="zh-CN" dirty="0" smtClean="0"/>
          </a:p>
          <a:p>
            <a:pPr marL="0" indent="0">
              <a:buNone/>
            </a:pPr>
            <a:r>
              <a:rPr lang="en-US" altLang="zh-CN" dirty="0" smtClean="0"/>
              <a:t>7.9 </a:t>
            </a:r>
            <a:r>
              <a:rPr lang="zh-CN" altLang="en-US" dirty="0" smtClean="0"/>
              <a:t>软件可靠性</a:t>
            </a:r>
            <a:endParaRPr lang="zh-CN" altLang="en-US" dirty="0"/>
          </a:p>
        </p:txBody>
      </p:sp>
      <p:sp>
        <p:nvSpPr>
          <p:cNvPr id="4" name="日期占位符 3"/>
          <p:cNvSpPr>
            <a:spLocks noGrp="1"/>
          </p:cNvSpPr>
          <p:nvPr>
            <p:ph type="dt" sz="half" idx="10"/>
          </p:nvPr>
        </p:nvSpPr>
        <p:spPr/>
        <p:txBody>
          <a:bodyPr/>
          <a:lstStyle/>
          <a:p>
            <a:fld id="{94D50B1A-4BDF-4736-8B05-7FD98165F20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7.1 </a:t>
            </a:r>
            <a:r>
              <a:rPr lang="zh-CN" altLang="en-US" dirty="0" smtClean="0"/>
              <a:t>编码</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编码就是把程序（或软件）</a:t>
            </a:r>
            <a:r>
              <a:rPr lang="zh-CN" altLang="en-US" u="sng" dirty="0" smtClean="0"/>
              <a:t>设计结果翻译成</a:t>
            </a:r>
            <a:r>
              <a:rPr lang="zh-CN" altLang="en-US" dirty="0" smtClean="0"/>
              <a:t>某种程序设计语言书写的</a:t>
            </a:r>
            <a:r>
              <a:rPr lang="zh-CN" altLang="en-US" u="sng" dirty="0" smtClean="0"/>
              <a:t>程序</a:t>
            </a:r>
            <a:r>
              <a:rPr lang="zh-CN" altLang="en-US" dirty="0" smtClean="0"/>
              <a:t>。</a:t>
            </a:r>
            <a:endParaRPr lang="en-US" altLang="zh-CN" dirty="0" smtClean="0"/>
          </a:p>
          <a:p>
            <a:pPr marL="0" indent="0">
              <a:buNone/>
            </a:pPr>
            <a:r>
              <a:rPr lang="en-US" altLang="zh-CN" dirty="0" smtClean="0"/>
              <a:t>7.1.1 </a:t>
            </a:r>
            <a:r>
              <a:rPr lang="zh-CN" altLang="en-US" dirty="0" smtClean="0"/>
              <a:t>选择程序设计语言</a:t>
            </a:r>
            <a:endParaRPr lang="en-US" altLang="zh-CN" dirty="0" smtClean="0"/>
          </a:p>
          <a:p>
            <a:r>
              <a:rPr lang="zh-CN" altLang="en-US" dirty="0" smtClean="0">
                <a:solidFill>
                  <a:srgbClr val="FF0000"/>
                </a:solidFill>
              </a:rPr>
              <a:t>机器语言</a:t>
            </a:r>
            <a:r>
              <a:rPr lang="zh-CN" altLang="en-US" dirty="0" smtClean="0"/>
              <a:t>，几乎不适用；</a:t>
            </a:r>
            <a:endParaRPr lang="en-US" altLang="zh-CN" dirty="0" smtClean="0"/>
          </a:p>
          <a:p>
            <a:r>
              <a:rPr lang="zh-CN" altLang="en-US" dirty="0" smtClean="0">
                <a:solidFill>
                  <a:srgbClr val="FF0000"/>
                </a:solidFill>
              </a:rPr>
              <a:t>汇编语言</a:t>
            </a:r>
            <a:r>
              <a:rPr lang="zh-CN" altLang="en-US" dirty="0" smtClean="0"/>
              <a:t>，特殊场合使用（如操作系统内核、工业控制、设备驱动程序）；</a:t>
            </a:r>
            <a:endParaRPr lang="en-US" altLang="zh-CN" dirty="0" smtClean="0"/>
          </a:p>
          <a:p>
            <a:r>
              <a:rPr lang="zh-CN" altLang="en-US" dirty="0" smtClean="0">
                <a:solidFill>
                  <a:srgbClr val="FF0000"/>
                </a:solidFill>
              </a:rPr>
              <a:t>高级语言</a:t>
            </a:r>
            <a:r>
              <a:rPr lang="zh-CN" altLang="en-US" dirty="0" smtClean="0"/>
              <a:t>，明显优于汇编语言，广泛使用。</a:t>
            </a:r>
            <a:endParaRPr lang="zh-CN" altLang="en-US" dirty="0"/>
          </a:p>
        </p:txBody>
      </p:sp>
      <p:sp>
        <p:nvSpPr>
          <p:cNvPr id="4" name="日期占位符 3"/>
          <p:cNvSpPr>
            <a:spLocks noGrp="1"/>
          </p:cNvSpPr>
          <p:nvPr>
            <p:ph type="dt" sz="half" idx="10"/>
          </p:nvPr>
        </p:nvSpPr>
        <p:spPr/>
        <p:txBody>
          <a:bodyPr/>
          <a:lstStyle/>
          <a:p>
            <a:fld id="{23EFA6CF-72FA-406C-BE3C-CD65E49FA31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选择编程语言的</a:t>
            </a:r>
            <a:r>
              <a:rPr lang="zh-CN" altLang="en-US" dirty="0" smtClean="0">
                <a:highlight>
                  <a:srgbClr val="FFFF00"/>
                </a:highlight>
              </a:rPr>
              <a:t>理论标准</a:t>
            </a:r>
            <a:endParaRPr lang="zh-CN" altLang="en-US" dirty="0" smtClean="0">
              <a:highlight>
                <a:srgbClr val="FFFF00"/>
              </a:highlight>
            </a:endParaRPr>
          </a:p>
        </p:txBody>
      </p:sp>
      <p:sp>
        <p:nvSpPr>
          <p:cNvPr id="3" name="内容占位符 2"/>
          <p:cNvSpPr>
            <a:spLocks noGrp="1"/>
          </p:cNvSpPr>
          <p:nvPr>
            <p:ph idx="1"/>
          </p:nvPr>
        </p:nvSpPr>
        <p:spPr/>
        <p:txBody>
          <a:bodyPr/>
          <a:lstStyle/>
          <a:p>
            <a:pPr marL="514350" indent="-514350">
              <a:buFont typeface="+mj-lt"/>
              <a:buAutoNum type="alphaLcParenR"/>
            </a:pPr>
            <a:r>
              <a:rPr lang="zh-CN" altLang="en-US" dirty="0" smtClean="0"/>
              <a:t>有理想的</a:t>
            </a:r>
            <a:r>
              <a:rPr lang="zh-CN" altLang="en-US" dirty="0" smtClean="0">
                <a:solidFill>
                  <a:srgbClr val="FF0000"/>
                </a:solidFill>
              </a:rPr>
              <a:t>模块化</a:t>
            </a:r>
            <a:r>
              <a:rPr lang="zh-CN" altLang="en-US" dirty="0" smtClean="0"/>
              <a:t>机制；</a:t>
            </a:r>
            <a:endParaRPr lang="en-US" altLang="zh-CN" dirty="0" smtClean="0"/>
          </a:p>
          <a:p>
            <a:pPr marL="514350" indent="-514350">
              <a:buFont typeface="+mj-lt"/>
              <a:buAutoNum type="alphaLcParenR"/>
            </a:pPr>
            <a:r>
              <a:rPr lang="zh-CN" altLang="en-US" dirty="0">
                <a:solidFill>
                  <a:srgbClr val="FF0000"/>
                </a:solidFill>
              </a:rPr>
              <a:t>可读性</a:t>
            </a:r>
            <a:r>
              <a:rPr lang="zh-CN" altLang="en-US" dirty="0" smtClean="0">
                <a:solidFill>
                  <a:srgbClr val="FF0000"/>
                </a:solidFill>
              </a:rPr>
              <a:t>好</a:t>
            </a:r>
            <a:r>
              <a:rPr lang="zh-CN" altLang="en-US" dirty="0" smtClean="0"/>
              <a:t>的控制结构和数据结构；</a:t>
            </a:r>
            <a:endParaRPr lang="en-US" altLang="zh-CN" dirty="0" smtClean="0"/>
          </a:p>
          <a:p>
            <a:pPr marL="514350" indent="-514350">
              <a:buFont typeface="+mj-lt"/>
              <a:buAutoNum type="alphaLcParenR"/>
            </a:pPr>
            <a:r>
              <a:rPr lang="zh-CN" altLang="en-US" dirty="0" smtClean="0"/>
              <a:t>便于</a:t>
            </a:r>
            <a:r>
              <a:rPr lang="zh-CN" altLang="en-US" dirty="0" smtClean="0">
                <a:solidFill>
                  <a:srgbClr val="FF0000"/>
                </a:solidFill>
              </a:rPr>
              <a:t>调试</a:t>
            </a:r>
            <a:r>
              <a:rPr lang="zh-CN" altLang="en-US" dirty="0" smtClean="0"/>
              <a:t>和提高软件可靠性；</a:t>
            </a:r>
            <a:endParaRPr lang="en-US" altLang="zh-CN" dirty="0" smtClean="0"/>
          </a:p>
          <a:p>
            <a:pPr marL="514350" indent="-514350">
              <a:buFont typeface="+mj-lt"/>
              <a:buAutoNum type="alphaLcParenR"/>
            </a:pPr>
            <a:r>
              <a:rPr lang="zh-CN" altLang="en-US" dirty="0" smtClean="0">
                <a:solidFill>
                  <a:srgbClr val="FF0000"/>
                </a:solidFill>
              </a:rPr>
              <a:t>编译</a:t>
            </a:r>
            <a:r>
              <a:rPr lang="zh-CN" altLang="en-US" dirty="0" smtClean="0"/>
              <a:t>程序发现错误的能力强；</a:t>
            </a:r>
            <a:endParaRPr lang="en-US" altLang="zh-CN" dirty="0" smtClean="0"/>
          </a:p>
          <a:p>
            <a:pPr marL="514350" indent="-514350">
              <a:buFont typeface="+mj-lt"/>
              <a:buAutoNum type="alphaLcParenR"/>
            </a:pPr>
            <a:r>
              <a:rPr lang="zh-CN" altLang="en-US" dirty="0"/>
              <a:t>有</a:t>
            </a:r>
            <a:r>
              <a:rPr lang="zh-CN" altLang="en-US" dirty="0" smtClean="0"/>
              <a:t>良好的独立</a:t>
            </a:r>
            <a:r>
              <a:rPr lang="zh-CN" altLang="en-US" dirty="0" smtClean="0">
                <a:solidFill>
                  <a:srgbClr val="FF0000"/>
                </a:solidFill>
              </a:rPr>
              <a:t>编译</a:t>
            </a:r>
            <a:r>
              <a:rPr lang="zh-CN" altLang="en-US" dirty="0" smtClean="0"/>
              <a:t>机制。</a:t>
            </a:r>
            <a:endParaRPr lang="zh-CN" altLang="en-US" dirty="0"/>
          </a:p>
        </p:txBody>
      </p:sp>
      <p:sp>
        <p:nvSpPr>
          <p:cNvPr id="4" name="日期占位符 3"/>
          <p:cNvSpPr>
            <a:spLocks noGrp="1"/>
          </p:cNvSpPr>
          <p:nvPr>
            <p:ph type="dt" sz="half" idx="10"/>
          </p:nvPr>
        </p:nvSpPr>
        <p:spPr/>
        <p:txBody>
          <a:bodyPr/>
          <a:lstStyle/>
          <a:p>
            <a:fld id="{E89C15BF-13F1-44A6-9D53-B6A0DA25033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选择编程语言</a:t>
            </a:r>
            <a:r>
              <a:rPr lang="zh-CN" altLang="en-US" dirty="0" smtClean="0"/>
              <a:t>的</a:t>
            </a:r>
            <a:r>
              <a:rPr lang="zh-CN" altLang="en-US" dirty="0" smtClean="0">
                <a:highlight>
                  <a:srgbClr val="FFFF00"/>
                </a:highlight>
              </a:rPr>
              <a:t>实用标准</a:t>
            </a:r>
            <a:endParaRPr lang="zh-CN" altLang="en-US" dirty="0" smtClean="0">
              <a:highlight>
                <a:srgbClr val="FFFF00"/>
              </a:highlight>
            </a:endParaRPr>
          </a:p>
        </p:txBody>
      </p:sp>
      <p:sp>
        <p:nvSpPr>
          <p:cNvPr id="3" name="内容占位符 2"/>
          <p:cNvSpPr>
            <a:spLocks noGrp="1"/>
          </p:cNvSpPr>
          <p:nvPr>
            <p:ph idx="1"/>
          </p:nvPr>
        </p:nvSpPr>
        <p:spPr>
          <a:xfrm>
            <a:off x="457200" y="1600200"/>
            <a:ext cx="8686800" cy="4525963"/>
          </a:xfrm>
        </p:spPr>
        <p:txBody>
          <a:bodyPr>
            <a:normAutofit lnSpcReduction="10000"/>
          </a:bodyPr>
          <a:lstStyle/>
          <a:p>
            <a:pPr marL="514350" indent="-514350">
              <a:buFont typeface="+mj-lt"/>
              <a:buAutoNum type="alphaLcParenR"/>
            </a:pPr>
            <a:r>
              <a:rPr lang="zh-CN" altLang="en-US" dirty="0" smtClean="0"/>
              <a:t>系统用户的要求（指定熟悉的语言）；</a:t>
            </a:r>
            <a:endParaRPr lang="en-US" altLang="zh-CN" dirty="0" smtClean="0"/>
          </a:p>
          <a:p>
            <a:pPr marL="514350" indent="-514350">
              <a:buFont typeface="+mj-lt"/>
              <a:buAutoNum type="alphaLcParenR"/>
            </a:pPr>
            <a:r>
              <a:rPr lang="zh-CN" altLang="en-US" dirty="0" smtClean="0"/>
              <a:t>运行目标系统的环境可以提供的编译程序；</a:t>
            </a:r>
            <a:endParaRPr lang="en-US" altLang="zh-CN" dirty="0" smtClean="0"/>
          </a:p>
          <a:p>
            <a:pPr marL="514350" indent="-514350">
              <a:buFont typeface="+mj-lt"/>
              <a:buAutoNum type="alphaLcParenR"/>
            </a:pPr>
            <a:r>
              <a:rPr lang="zh-CN" altLang="en-US" dirty="0" smtClean="0"/>
              <a:t>支持程序开发的软件工具（环境部署、编辑器等）；</a:t>
            </a:r>
            <a:endParaRPr lang="en-US" altLang="zh-CN" dirty="0" smtClean="0"/>
          </a:p>
          <a:p>
            <a:pPr marL="514350" indent="-514350">
              <a:buFont typeface="+mj-lt"/>
              <a:buAutoNum type="alphaLcParenR"/>
            </a:pPr>
            <a:r>
              <a:rPr lang="zh-CN" altLang="en-US" dirty="0" smtClean="0"/>
              <a:t>工程规模；</a:t>
            </a:r>
            <a:endParaRPr lang="en-US" altLang="zh-CN" dirty="0" smtClean="0"/>
          </a:p>
          <a:p>
            <a:pPr marL="514350" indent="-514350">
              <a:buFont typeface="+mj-lt"/>
              <a:buAutoNum type="alphaLcParenR"/>
            </a:pPr>
            <a:r>
              <a:rPr lang="zh-CN" altLang="en-US" dirty="0" smtClean="0"/>
              <a:t>程序员熟悉的语言；</a:t>
            </a:r>
            <a:endParaRPr lang="en-US" altLang="zh-CN" dirty="0" smtClean="0"/>
          </a:p>
          <a:p>
            <a:pPr marL="514350" indent="-514350">
              <a:buFont typeface="+mj-lt"/>
              <a:buAutoNum type="alphaLcParenR"/>
            </a:pPr>
            <a:r>
              <a:rPr lang="zh-CN" altLang="en-US" dirty="0" smtClean="0"/>
              <a:t>软件可移植性要求；</a:t>
            </a:r>
            <a:endParaRPr lang="en-US" altLang="zh-CN" dirty="0" smtClean="0"/>
          </a:p>
          <a:p>
            <a:pPr marL="514350" indent="-514350">
              <a:buFont typeface="+mj-lt"/>
              <a:buAutoNum type="alphaLcParenR"/>
            </a:pPr>
            <a:r>
              <a:rPr lang="zh-CN" altLang="en-US" dirty="0" smtClean="0"/>
              <a:t>软件的应用领域。</a:t>
            </a:r>
            <a:endParaRPr lang="zh-CN" altLang="en-US" dirty="0"/>
          </a:p>
        </p:txBody>
      </p:sp>
      <p:sp>
        <p:nvSpPr>
          <p:cNvPr id="4" name="日期占位符 3"/>
          <p:cNvSpPr>
            <a:spLocks noGrp="1"/>
          </p:cNvSpPr>
          <p:nvPr>
            <p:ph type="dt" sz="half" idx="10"/>
          </p:nvPr>
        </p:nvSpPr>
        <p:spPr/>
        <p:txBody>
          <a:bodyPr/>
          <a:lstStyle/>
          <a:p>
            <a:fld id="{9B890116-D72D-4F85-9FBE-3B07A76C3FA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7.1.2 </a:t>
            </a:r>
            <a:r>
              <a:rPr lang="zh-CN" altLang="en-US" dirty="0" smtClean="0"/>
              <a:t>编码风格</a:t>
            </a:r>
            <a:endParaRPr lang="zh-CN" altLang="en-US" dirty="0"/>
          </a:p>
        </p:txBody>
      </p:sp>
      <p:sp>
        <p:nvSpPr>
          <p:cNvPr id="3" name="内容占位符 2"/>
          <p:cNvSpPr>
            <a:spLocks noGrp="1"/>
          </p:cNvSpPr>
          <p:nvPr>
            <p:ph idx="1"/>
          </p:nvPr>
        </p:nvSpPr>
        <p:spPr>
          <a:xfrm>
            <a:off x="457200" y="1600200"/>
            <a:ext cx="8579296" cy="4525963"/>
          </a:xfrm>
        </p:spPr>
        <p:txBody>
          <a:bodyPr/>
          <a:lstStyle/>
          <a:p>
            <a:pPr marL="0" indent="0">
              <a:buNone/>
            </a:pPr>
            <a:r>
              <a:rPr lang="zh-CN" altLang="en-US" dirty="0" smtClean="0">
                <a:highlight>
                  <a:srgbClr val="FFFF00"/>
                </a:highlight>
              </a:rPr>
              <a:t>程序</a:t>
            </a:r>
            <a:r>
              <a:rPr lang="zh-CN" altLang="en-US" dirty="0" smtClean="0"/>
              <a:t>实际上也是一种</a:t>
            </a:r>
            <a:r>
              <a:rPr lang="zh-CN" altLang="en-US" dirty="0" smtClean="0">
                <a:solidFill>
                  <a:srgbClr val="0000FF"/>
                </a:solidFill>
              </a:rPr>
              <a:t>供人阅读的</a:t>
            </a:r>
            <a:r>
              <a:rPr lang="zh-CN" altLang="en-US" dirty="0" smtClean="0">
                <a:solidFill>
                  <a:srgbClr val="0000FF"/>
                </a:solidFill>
                <a:highlight>
                  <a:srgbClr val="FFFF00"/>
                </a:highlight>
              </a:rPr>
              <a:t>文章</a:t>
            </a:r>
            <a:r>
              <a:rPr lang="zh-CN" altLang="en-US" dirty="0" smtClean="0"/>
              <a:t>，有一个</a:t>
            </a:r>
            <a:r>
              <a:rPr lang="zh-CN" altLang="en-US" dirty="0" smtClean="0">
                <a:solidFill>
                  <a:srgbClr val="0000FF"/>
                </a:solidFill>
              </a:rPr>
              <a:t>文章的风格</a:t>
            </a:r>
            <a:r>
              <a:rPr lang="zh-CN" altLang="en-US" dirty="0" smtClean="0"/>
              <a:t>问题。应该使程序具有良好的风格，逻辑清晰、易读、易懂。应遵循以下几个原则：</a:t>
            </a:r>
            <a:endParaRPr lang="en-US" altLang="zh-CN" dirty="0" smtClean="0"/>
          </a:p>
          <a:p>
            <a:pPr marL="0" indent="0">
              <a:buNone/>
            </a:pPr>
            <a:r>
              <a:rPr lang="en-US" altLang="zh-CN" dirty="0" smtClean="0"/>
              <a:t>1</a:t>
            </a:r>
            <a:r>
              <a:rPr lang="zh-CN" altLang="en-US" dirty="0" smtClean="0"/>
              <a:t>）程序内部的文档</a:t>
            </a:r>
            <a:endParaRPr lang="en-US" altLang="zh-CN" dirty="0" smtClean="0"/>
          </a:p>
          <a:p>
            <a:r>
              <a:rPr lang="zh-CN" altLang="en-US" dirty="0" smtClean="0"/>
              <a:t>恰当的标识符；</a:t>
            </a:r>
            <a:endParaRPr lang="en-US" altLang="zh-CN" dirty="0" smtClean="0"/>
          </a:p>
          <a:p>
            <a:r>
              <a:rPr lang="zh-CN" altLang="en-US" dirty="0" smtClean="0"/>
              <a:t>适当的注解；</a:t>
            </a:r>
            <a:endParaRPr lang="en-US" altLang="zh-CN" dirty="0" smtClean="0"/>
          </a:p>
          <a:p>
            <a:r>
              <a:rPr lang="zh-CN" altLang="en-US" dirty="0" smtClean="0"/>
              <a:t>程序的视觉组织（各程序文件之间的层次结构）。</a:t>
            </a:r>
            <a:endParaRPr lang="en-US" altLang="zh-CN" dirty="0" smtClean="0"/>
          </a:p>
          <a:p>
            <a:pPr marL="0" indent="0">
              <a:buNone/>
            </a:pPr>
            <a:endParaRPr lang="zh-CN" altLang="en-US" dirty="0"/>
          </a:p>
        </p:txBody>
      </p:sp>
      <p:sp>
        <p:nvSpPr>
          <p:cNvPr id="4" name="日期占位符 3"/>
          <p:cNvSpPr>
            <a:spLocks noGrp="1"/>
          </p:cNvSpPr>
          <p:nvPr>
            <p:ph type="dt" sz="half" idx="10"/>
          </p:nvPr>
        </p:nvSpPr>
        <p:spPr/>
        <p:txBody>
          <a:bodyPr/>
          <a:lstStyle/>
          <a:p>
            <a:fld id="{7E1F57C9-8DE5-4AEE-9694-1B0186472613}"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）数据说明</a:t>
            </a:r>
            <a:endParaRPr lang="zh-CN" altLang="en-US" dirty="0"/>
          </a:p>
        </p:txBody>
      </p:sp>
      <p:sp>
        <p:nvSpPr>
          <p:cNvPr id="3" name="内容占位符 2"/>
          <p:cNvSpPr>
            <a:spLocks noGrp="1"/>
          </p:cNvSpPr>
          <p:nvPr>
            <p:ph idx="1"/>
          </p:nvPr>
        </p:nvSpPr>
        <p:spPr>
          <a:xfrm>
            <a:off x="457200" y="1600200"/>
            <a:ext cx="8507288" cy="4525963"/>
          </a:xfrm>
        </p:spPr>
        <p:txBody>
          <a:bodyPr/>
          <a:lstStyle/>
          <a:p>
            <a:r>
              <a:rPr lang="zh-CN" altLang="en-US" dirty="0" smtClean="0">
                <a:solidFill>
                  <a:srgbClr val="0000FF"/>
                </a:solidFill>
              </a:rPr>
              <a:t>数据说明的次序</a:t>
            </a:r>
            <a:r>
              <a:rPr lang="zh-CN" altLang="en-US" dirty="0" smtClean="0"/>
              <a:t>应该标准化；</a:t>
            </a:r>
            <a:endParaRPr lang="en-US" altLang="zh-CN" dirty="0" smtClean="0"/>
          </a:p>
          <a:p>
            <a:r>
              <a:rPr lang="zh-CN" altLang="en-US" dirty="0" smtClean="0"/>
              <a:t>当多个变量名在一个语句中说明时，</a:t>
            </a:r>
            <a:r>
              <a:rPr lang="zh-CN" altLang="en-US" dirty="0"/>
              <a:t>最好</a:t>
            </a:r>
            <a:r>
              <a:rPr lang="zh-CN" altLang="en-US" dirty="0" smtClean="0"/>
              <a:t>按字母顺序排列这些变量；</a:t>
            </a:r>
            <a:endParaRPr lang="en-US" altLang="zh-CN" dirty="0" smtClean="0"/>
          </a:p>
          <a:p>
            <a:pPr marL="0" indent="0">
              <a:buNone/>
            </a:pPr>
            <a:r>
              <a:rPr lang="en-US" altLang="zh-CN" dirty="0"/>
              <a:t> </a:t>
            </a:r>
            <a:r>
              <a:rPr lang="en-US" altLang="zh-CN" dirty="0" smtClean="0"/>
              <a:t>   double size, length, width, cost, price;</a:t>
            </a:r>
            <a:endParaRPr lang="en-US" altLang="zh-CN" dirty="0" smtClean="0"/>
          </a:p>
          <a:p>
            <a:pPr marL="0" indent="0">
              <a:buNone/>
            </a:pPr>
            <a:r>
              <a:rPr lang="en-US" altLang="zh-CN" dirty="0"/>
              <a:t> </a:t>
            </a:r>
            <a:r>
              <a:rPr lang="en-US" altLang="zh-CN" dirty="0" smtClean="0"/>
              <a:t>   double cost, length, price, size, width;</a:t>
            </a:r>
            <a:endParaRPr lang="en-US" altLang="zh-CN" dirty="0" smtClean="0"/>
          </a:p>
          <a:p>
            <a:r>
              <a:rPr lang="zh-CN" altLang="en-US" dirty="0" smtClean="0"/>
              <a:t>如果设计时使用了一个复杂的数据结构，则应该说明实现这个数据结构的方法和特点。</a:t>
            </a:r>
            <a:endParaRPr lang="en-US" altLang="zh-CN" dirty="0" smtClean="0"/>
          </a:p>
          <a:p>
            <a:pPr marL="0" indent="0">
              <a:buNone/>
            </a:pPr>
            <a:r>
              <a:rPr lang="en-US" altLang="zh-CN" dirty="0"/>
              <a:t> </a:t>
            </a:r>
            <a:r>
              <a:rPr lang="en-US" altLang="zh-CN" dirty="0" smtClean="0"/>
              <a:t>   </a:t>
            </a:r>
            <a:r>
              <a:rPr lang="zh-CN" altLang="en-US" dirty="0" smtClean="0"/>
              <a:t>（比如链表、二叉树等）</a:t>
            </a:r>
            <a:endParaRPr lang="zh-CN" altLang="en-US" dirty="0"/>
          </a:p>
        </p:txBody>
      </p:sp>
      <p:sp>
        <p:nvSpPr>
          <p:cNvPr id="4" name="日期占位符 3"/>
          <p:cNvSpPr>
            <a:spLocks noGrp="1"/>
          </p:cNvSpPr>
          <p:nvPr>
            <p:ph type="dt" sz="half" idx="10"/>
          </p:nvPr>
        </p:nvSpPr>
        <p:spPr/>
        <p:txBody>
          <a:bodyPr/>
          <a:lstStyle/>
          <a:p>
            <a:fld id="{E5B1EC31-907E-42E7-B051-B1EB95DABEBC}" type="datetime11">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7340600" y="3911600"/>
              <a:ext cx="660400" cy="361950"/>
            </p14:xfrm>
          </p:contentPart>
        </mc:Choice>
        <mc:Fallback xmlns="">
          <p:pic>
            <p:nvPicPr>
              <p:cNvPr id="5" name="墨迹 4"/>
            </p:nvPicPr>
            <p:blipFill>
              <a:blip r:embed="rId2"/>
            </p:blipFill>
            <p:spPr>
              <a:xfrm>
                <a:off x="7340600" y="3911600"/>
                <a:ext cx="660400" cy="361950"/>
              </a:xfrm>
              <a:prstGeom prst="rect"/>
            </p:spPr>
          </p:pic>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）语句构造</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400" dirty="0" smtClean="0"/>
              <a:t>每条语句都应</a:t>
            </a:r>
            <a:r>
              <a:rPr lang="zh-CN" altLang="en-US" sz="2400" dirty="0" smtClean="0">
                <a:solidFill>
                  <a:srgbClr val="0000FF"/>
                </a:solidFill>
              </a:rPr>
              <a:t>简单而直接</a:t>
            </a:r>
            <a:r>
              <a:rPr lang="zh-CN" altLang="en-US" sz="2400" dirty="0" smtClean="0"/>
              <a:t>，不能为了提高效率而使程序变得过分复杂；也</a:t>
            </a:r>
            <a:r>
              <a:rPr lang="zh-CN" altLang="en-US" sz="2400" dirty="0" smtClean="0">
                <a:solidFill>
                  <a:srgbClr val="0000FF"/>
                </a:solidFill>
              </a:rPr>
              <a:t>不要刻意追求技巧性</a:t>
            </a:r>
            <a:r>
              <a:rPr lang="zh-CN" altLang="en-US" sz="2400" dirty="0" smtClean="0"/>
              <a:t>，使程序编写得过于紧凑。</a:t>
            </a:r>
            <a:endParaRPr lang="en-US" altLang="zh-CN" sz="2400" dirty="0" smtClean="0"/>
          </a:p>
          <a:p>
            <a:pPr marL="0" indent="0">
              <a:buNone/>
            </a:pPr>
            <a:r>
              <a:rPr lang="zh-CN" altLang="en-US" sz="2400" dirty="0" smtClean="0"/>
              <a:t>几个具体规则：</a:t>
            </a:r>
            <a:endParaRPr lang="en-US" altLang="zh-CN" sz="2400" dirty="0" smtClean="0"/>
          </a:p>
          <a:p>
            <a:r>
              <a:rPr lang="zh-CN" altLang="en-US" sz="2400" dirty="0" smtClean="0"/>
              <a:t>不要为了节省空间而把多个语句写在同一行；</a:t>
            </a:r>
            <a:endParaRPr lang="en-US" altLang="zh-CN" sz="2400" dirty="0" smtClean="0"/>
          </a:p>
          <a:p>
            <a:r>
              <a:rPr lang="zh-CN" altLang="en-US" sz="2400" dirty="0" smtClean="0"/>
              <a:t>尽量避免复杂的条件（若必需，务必逻辑清晰）；</a:t>
            </a:r>
            <a:endParaRPr lang="en-US" altLang="zh-CN" sz="2400" dirty="0" smtClean="0"/>
          </a:p>
          <a:p>
            <a:r>
              <a:rPr lang="zh-CN" altLang="en-US" sz="2400" dirty="0" smtClean="0"/>
              <a:t>尽量减少条件中使用“非”</a:t>
            </a:r>
            <a:endParaRPr lang="en-US" altLang="zh-CN" sz="2400" dirty="0" smtClean="0"/>
          </a:p>
          <a:p>
            <a:pPr marL="0" indent="0">
              <a:buNone/>
            </a:pPr>
            <a:r>
              <a:rPr lang="en-US" altLang="zh-CN" sz="2400" dirty="0"/>
              <a:t> </a:t>
            </a:r>
            <a:r>
              <a:rPr lang="en-US" altLang="zh-CN" sz="2400" dirty="0" smtClean="0"/>
              <a:t>     if(!(x&lt;0 || x&gt;10))   </a:t>
            </a:r>
            <a:r>
              <a:rPr lang="zh-CN" altLang="en-US" sz="2400" dirty="0" smtClean="0"/>
              <a:t>可改写为</a:t>
            </a:r>
            <a:r>
              <a:rPr lang="en-US" altLang="zh-CN" sz="2400" dirty="0" smtClean="0"/>
              <a:t>… (</a:t>
            </a:r>
            <a:r>
              <a:rPr lang="zh-CN" altLang="en-US" sz="2400" dirty="0" smtClean="0"/>
              <a:t>不让读者绕弯子想</a:t>
            </a:r>
            <a:r>
              <a:rPr lang="en-US" altLang="zh-CN" sz="2400" dirty="0" smtClean="0"/>
              <a:t>)</a:t>
            </a:r>
            <a:endParaRPr lang="en-US" altLang="zh-CN" sz="2400" dirty="0" smtClean="0"/>
          </a:p>
          <a:p>
            <a:r>
              <a:rPr lang="zh-CN" altLang="en-US" sz="2400" dirty="0" smtClean="0"/>
              <a:t>避免大量使用循环嵌套和条件嵌套；</a:t>
            </a:r>
            <a:endParaRPr lang="en-US" altLang="zh-CN" sz="2400" dirty="0" smtClean="0"/>
          </a:p>
          <a:p>
            <a:r>
              <a:rPr lang="zh-CN" altLang="en-US" sz="2400" dirty="0" smtClean="0"/>
              <a:t>利用括号使逻辑表达式或算术表达式的运算次序清晰直观。</a:t>
            </a:r>
            <a:endParaRPr lang="zh-CN" altLang="en-US" sz="2400" dirty="0"/>
          </a:p>
        </p:txBody>
      </p:sp>
      <p:sp>
        <p:nvSpPr>
          <p:cNvPr id="4" name="日期占位符 3"/>
          <p:cNvSpPr>
            <a:spLocks noGrp="1"/>
          </p:cNvSpPr>
          <p:nvPr>
            <p:ph type="dt" sz="half" idx="10"/>
          </p:nvPr>
        </p:nvSpPr>
        <p:spPr/>
        <p:txBody>
          <a:bodyPr/>
          <a:lstStyle/>
          <a:p>
            <a:fld id="{A28F4FC1-865C-4DE1-A50C-157D7E497CA2}"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）输入输出</a:t>
            </a:r>
            <a:endParaRPr lang="zh-CN" altLang="en-US" dirty="0"/>
          </a:p>
        </p:txBody>
      </p:sp>
      <p:sp>
        <p:nvSpPr>
          <p:cNvPr id="3" name="内容占位符 2"/>
          <p:cNvSpPr>
            <a:spLocks noGrp="1"/>
          </p:cNvSpPr>
          <p:nvPr>
            <p:ph idx="1"/>
          </p:nvPr>
        </p:nvSpPr>
        <p:spPr/>
        <p:txBody>
          <a:bodyPr>
            <a:normAutofit/>
          </a:bodyPr>
          <a:lstStyle/>
          <a:p>
            <a:r>
              <a:rPr lang="zh-CN" altLang="en-US" sz="2400" dirty="0" smtClean="0"/>
              <a:t>对所有输入数据进行检验；</a:t>
            </a:r>
            <a:endParaRPr lang="en-US" altLang="zh-CN" sz="2400" dirty="0" smtClean="0"/>
          </a:p>
          <a:p>
            <a:r>
              <a:rPr lang="zh-CN" altLang="en-US" sz="2400" dirty="0" smtClean="0"/>
              <a:t>检查输入项重要组合的合法性；（多个输入项的组合）</a:t>
            </a:r>
            <a:endParaRPr lang="en-US" altLang="zh-CN" sz="2400" dirty="0" smtClean="0"/>
          </a:p>
          <a:p>
            <a:r>
              <a:rPr lang="zh-CN" altLang="en-US" sz="2400" dirty="0" smtClean="0"/>
              <a:t>保持输入</a:t>
            </a:r>
            <a:r>
              <a:rPr lang="zh-CN" altLang="en-US" sz="2400" u="sng" dirty="0" smtClean="0"/>
              <a:t>格式简单</a:t>
            </a:r>
            <a:r>
              <a:rPr lang="zh-CN" altLang="en-US" sz="2400" dirty="0" smtClean="0"/>
              <a:t>；</a:t>
            </a:r>
            <a:endParaRPr lang="en-US" altLang="zh-CN" sz="2400" dirty="0" smtClean="0"/>
          </a:p>
          <a:p>
            <a:r>
              <a:rPr lang="zh-CN" altLang="en-US" sz="2400" dirty="0" smtClean="0"/>
              <a:t>使用数据</a:t>
            </a:r>
            <a:r>
              <a:rPr lang="zh-CN" altLang="en-US" sz="2400" u="sng" dirty="0" smtClean="0"/>
              <a:t>结束标记</a:t>
            </a:r>
            <a:r>
              <a:rPr lang="zh-CN" altLang="en-US" sz="2400" dirty="0" smtClean="0"/>
              <a:t>，不要要求用户指定数据的数目；</a:t>
            </a:r>
            <a:endParaRPr lang="en-US" altLang="zh-CN" sz="2400" dirty="0" smtClean="0"/>
          </a:p>
          <a:p>
            <a:r>
              <a:rPr lang="zh-CN" altLang="en-US" sz="2400" dirty="0" smtClean="0"/>
              <a:t>明确提示交互式输入的请求，详细说明</a:t>
            </a:r>
            <a:r>
              <a:rPr lang="zh-CN" altLang="en-US" sz="2400" u="sng" dirty="0" smtClean="0"/>
              <a:t>可用的选择或边界</a:t>
            </a:r>
            <a:r>
              <a:rPr lang="zh-CN" altLang="en-US" sz="2400" dirty="0" smtClean="0"/>
              <a:t>数值；（比如日期的输入）</a:t>
            </a:r>
            <a:endParaRPr lang="en-US" altLang="zh-CN" sz="2400" dirty="0" smtClean="0"/>
          </a:p>
          <a:p>
            <a:r>
              <a:rPr lang="zh-CN" altLang="en-US" sz="2400" dirty="0" smtClean="0"/>
              <a:t>当程序设计语言对格式有严格要求时，应保持输入格式一致；</a:t>
            </a:r>
            <a:endParaRPr lang="en-US" altLang="zh-CN" sz="2400" dirty="0" smtClean="0"/>
          </a:p>
          <a:p>
            <a:r>
              <a:rPr lang="zh-CN" altLang="en-US" sz="2400" dirty="0" smtClean="0"/>
              <a:t>设计良好的输出报表</a:t>
            </a:r>
            <a:r>
              <a:rPr lang="en-US" altLang="zh-CN" sz="2400" dirty="0" smtClean="0"/>
              <a:t>/</a:t>
            </a:r>
            <a:r>
              <a:rPr lang="zh-CN" altLang="en-US" sz="2400" dirty="0" smtClean="0"/>
              <a:t>格式；</a:t>
            </a:r>
            <a:endParaRPr lang="en-US" altLang="zh-CN" sz="2400" dirty="0" smtClean="0"/>
          </a:p>
          <a:p>
            <a:r>
              <a:rPr lang="zh-CN" altLang="en-US" sz="2400" dirty="0" smtClean="0"/>
              <a:t>给所有输出数据加标志（有意义明确的名字）。</a:t>
            </a:r>
            <a:endParaRPr lang="zh-CN" altLang="en-US" sz="2400" dirty="0"/>
          </a:p>
        </p:txBody>
      </p:sp>
      <p:sp>
        <p:nvSpPr>
          <p:cNvPr id="4" name="日期占位符 3"/>
          <p:cNvSpPr>
            <a:spLocks noGrp="1"/>
          </p:cNvSpPr>
          <p:nvPr>
            <p:ph type="dt" sz="half" idx="10"/>
          </p:nvPr>
        </p:nvSpPr>
        <p:spPr/>
        <p:txBody>
          <a:bodyPr/>
          <a:lstStyle/>
          <a:p>
            <a:fld id="{9EBEA7A7-6814-470E-89F7-293AC61242E2}"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）效率</a:t>
            </a:r>
            <a:endParaRPr lang="zh-CN" altLang="en-US" dirty="0"/>
          </a:p>
        </p:txBody>
      </p:sp>
      <p:sp>
        <p:nvSpPr>
          <p:cNvPr id="3" name="内容占位符 2"/>
          <p:cNvSpPr>
            <a:spLocks noGrp="1"/>
          </p:cNvSpPr>
          <p:nvPr>
            <p:ph idx="1"/>
          </p:nvPr>
        </p:nvSpPr>
        <p:spPr>
          <a:xfrm>
            <a:off x="457200" y="1600200"/>
            <a:ext cx="8075240" cy="4525963"/>
          </a:xfrm>
        </p:spPr>
        <p:txBody>
          <a:bodyPr>
            <a:normAutofit/>
          </a:bodyPr>
          <a:lstStyle/>
          <a:p>
            <a:r>
              <a:rPr lang="zh-CN" altLang="en-US" sz="2800" dirty="0" smtClean="0"/>
              <a:t>效率主要指</a:t>
            </a:r>
            <a:r>
              <a:rPr lang="zh-CN" altLang="en-US" sz="2800" dirty="0" smtClean="0">
                <a:solidFill>
                  <a:srgbClr val="0000FF"/>
                </a:solidFill>
              </a:rPr>
              <a:t>处理机（运行程序的时间）</a:t>
            </a:r>
            <a:r>
              <a:rPr lang="zh-CN" altLang="en-US" sz="2800" dirty="0" smtClean="0"/>
              <a:t>和</a:t>
            </a:r>
            <a:r>
              <a:rPr lang="zh-CN" altLang="en-US" sz="2800" dirty="0" smtClean="0">
                <a:solidFill>
                  <a:srgbClr val="0000FF"/>
                </a:solidFill>
              </a:rPr>
              <a:t>存储器</a:t>
            </a:r>
            <a:r>
              <a:rPr lang="zh-CN" altLang="en-US" sz="2800" dirty="0" smtClean="0"/>
              <a:t>两个方面。</a:t>
            </a:r>
            <a:endParaRPr lang="en-US" altLang="zh-CN" sz="2800" dirty="0" smtClean="0"/>
          </a:p>
          <a:p>
            <a:r>
              <a:rPr lang="zh-CN" altLang="en-US" sz="2800" dirty="0" smtClean="0"/>
              <a:t>效率是性能要求，一般在</a:t>
            </a:r>
            <a:r>
              <a:rPr lang="zh-CN" altLang="en-US" sz="2800" u="sng" dirty="0" smtClean="0"/>
              <a:t>需求分析阶段确定效率</a:t>
            </a:r>
            <a:r>
              <a:rPr lang="zh-CN" altLang="en-US" sz="2800" dirty="0" smtClean="0"/>
              <a:t>方面的要求；</a:t>
            </a:r>
            <a:endParaRPr lang="en-US" altLang="zh-CN" sz="2800" dirty="0" smtClean="0"/>
          </a:p>
          <a:p>
            <a:r>
              <a:rPr lang="zh-CN" altLang="en-US" sz="2800" dirty="0" smtClean="0"/>
              <a:t>效率是靠</a:t>
            </a:r>
            <a:r>
              <a:rPr lang="zh-CN" altLang="en-US" sz="2800" dirty="0" smtClean="0">
                <a:solidFill>
                  <a:srgbClr val="0000FF"/>
                </a:solidFill>
              </a:rPr>
              <a:t>好</a:t>
            </a:r>
            <a:r>
              <a:rPr lang="zh-CN" altLang="en-US" sz="2800" dirty="0">
                <a:solidFill>
                  <a:srgbClr val="0000FF"/>
                </a:solidFill>
              </a:rPr>
              <a:t>的</a:t>
            </a:r>
            <a:r>
              <a:rPr lang="zh-CN" altLang="en-US" sz="2800" dirty="0" smtClean="0">
                <a:solidFill>
                  <a:srgbClr val="0000FF"/>
                </a:solidFill>
              </a:rPr>
              <a:t>设计</a:t>
            </a:r>
            <a:r>
              <a:rPr lang="zh-CN" altLang="en-US" sz="2800" dirty="0" smtClean="0"/>
              <a:t>来提高的；</a:t>
            </a:r>
            <a:endParaRPr lang="en-US" altLang="zh-CN" sz="2800" dirty="0" smtClean="0"/>
          </a:p>
          <a:p>
            <a:r>
              <a:rPr lang="zh-CN" altLang="en-US" sz="2800" dirty="0" smtClean="0">
                <a:solidFill>
                  <a:srgbClr val="7030A0"/>
                </a:solidFill>
              </a:rPr>
              <a:t>程序的效率和程序的简单程度是一致的</a:t>
            </a:r>
            <a:r>
              <a:rPr lang="zh-CN" altLang="en-US" sz="2800" dirty="0" smtClean="0"/>
              <a:t>；</a:t>
            </a:r>
            <a:endParaRPr lang="en-US" altLang="zh-CN" sz="2800" dirty="0" smtClean="0"/>
          </a:p>
          <a:p>
            <a:r>
              <a:rPr lang="zh-CN" altLang="en-US" sz="2800" dirty="0" smtClean="0">
                <a:solidFill>
                  <a:srgbClr val="FF0000"/>
                </a:solidFill>
              </a:rPr>
              <a:t>不要牺牲程序的清晰性和可读性来提高效率</a:t>
            </a:r>
            <a:r>
              <a:rPr lang="zh-CN" altLang="en-US" sz="2800" dirty="0" smtClean="0"/>
              <a:t>。</a:t>
            </a:r>
            <a:endParaRPr lang="zh-CN" altLang="en-US" sz="2800" dirty="0"/>
          </a:p>
        </p:txBody>
      </p:sp>
      <p:sp>
        <p:nvSpPr>
          <p:cNvPr id="4" name="日期占位符 3"/>
          <p:cNvSpPr>
            <a:spLocks noGrp="1"/>
          </p:cNvSpPr>
          <p:nvPr>
            <p:ph type="dt" sz="half" idx="10"/>
          </p:nvPr>
        </p:nvSpPr>
        <p:spPr/>
        <p:txBody>
          <a:bodyPr/>
          <a:lstStyle/>
          <a:p>
            <a:fld id="{A25112C0-ED18-4375-B4C3-8C50F8E02966}"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效率问题的三个方面</a:t>
            </a:r>
            <a:endParaRPr lang="zh-CN" altLang="en-US" dirty="0"/>
          </a:p>
        </p:txBody>
      </p:sp>
      <p:sp>
        <p:nvSpPr>
          <p:cNvPr id="3" name="内容占位符 2"/>
          <p:cNvSpPr>
            <a:spLocks noGrp="1"/>
          </p:cNvSpPr>
          <p:nvPr>
            <p:ph idx="1"/>
          </p:nvPr>
        </p:nvSpPr>
        <p:spPr/>
        <p:txBody>
          <a:bodyPr/>
          <a:lstStyle/>
          <a:p>
            <a:pPr marL="514350" indent="-514350">
              <a:buFont typeface="+mj-ea"/>
              <a:buAutoNum type="circleNumDbPlain"/>
            </a:pPr>
            <a:r>
              <a:rPr lang="zh-CN" altLang="en-US" dirty="0" smtClean="0"/>
              <a:t>程序运行时间</a:t>
            </a:r>
            <a:endParaRPr lang="en-US" altLang="zh-CN" dirty="0"/>
          </a:p>
          <a:p>
            <a:pPr marL="514350" indent="-514350">
              <a:buFont typeface="+mj-ea"/>
              <a:buAutoNum type="circleNumDbPlain"/>
            </a:pPr>
            <a:r>
              <a:rPr lang="zh-CN" altLang="en-US" dirty="0" smtClean="0"/>
              <a:t>存储器效率</a:t>
            </a:r>
            <a:endParaRPr lang="en-US" altLang="zh-CN" dirty="0"/>
          </a:p>
          <a:p>
            <a:pPr marL="514350" indent="-514350">
              <a:buFont typeface="+mj-ea"/>
              <a:buAutoNum type="circleNumDbPlain"/>
            </a:pPr>
            <a:r>
              <a:rPr lang="zh-CN" altLang="en-US" dirty="0" smtClean="0"/>
              <a:t>输入输出的效率</a:t>
            </a:r>
            <a:endParaRPr lang="zh-CN" altLang="en-US" dirty="0"/>
          </a:p>
        </p:txBody>
      </p:sp>
      <p:sp>
        <p:nvSpPr>
          <p:cNvPr id="4" name="日期占位符 3"/>
          <p:cNvSpPr>
            <a:spLocks noGrp="1"/>
          </p:cNvSpPr>
          <p:nvPr>
            <p:ph type="dt" sz="half" idx="10"/>
          </p:nvPr>
        </p:nvSpPr>
        <p:spPr/>
        <p:txBody>
          <a:bodyPr/>
          <a:lstStyle/>
          <a:p>
            <a:fld id="{022100D8-D6AF-49E7-81D1-92C7EF88908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1</a:t>
            </a:r>
            <a:r>
              <a:rPr lang="zh-CN" altLang="en-US" dirty="0" smtClean="0"/>
              <a:t>）程序运行时间</a:t>
            </a:r>
            <a:endParaRPr lang="zh-CN" altLang="en-US" dirty="0"/>
          </a:p>
        </p:txBody>
      </p:sp>
      <p:sp>
        <p:nvSpPr>
          <p:cNvPr id="3" name="内容占位符 2"/>
          <p:cNvSpPr>
            <a:spLocks noGrp="1"/>
          </p:cNvSpPr>
          <p:nvPr>
            <p:ph idx="1"/>
          </p:nvPr>
        </p:nvSpPr>
        <p:spPr>
          <a:xfrm>
            <a:off x="457200" y="1484784"/>
            <a:ext cx="8686800" cy="5184576"/>
          </a:xfrm>
        </p:spPr>
        <p:txBody>
          <a:bodyPr>
            <a:normAutofit/>
          </a:bodyPr>
          <a:lstStyle/>
          <a:p>
            <a:r>
              <a:rPr lang="zh-CN" altLang="en-US" sz="2400" dirty="0" smtClean="0"/>
              <a:t>写程序之前先简化算术和逻辑表达式；</a:t>
            </a:r>
            <a:endParaRPr lang="en-US" altLang="zh-CN" sz="2400" dirty="0" smtClean="0"/>
          </a:p>
          <a:p>
            <a:r>
              <a:rPr lang="zh-CN" altLang="en-US" sz="2400" dirty="0" smtClean="0"/>
              <a:t>仔细研究嵌套的循环，以确定是否有语句可以从内层往外移；</a:t>
            </a:r>
            <a:endParaRPr lang="en-US" altLang="zh-CN" sz="2400" dirty="0" smtClean="0"/>
          </a:p>
          <a:p>
            <a:r>
              <a:rPr lang="zh-CN" altLang="en-US" sz="2400" dirty="0" smtClean="0"/>
              <a:t>尽量避免使用多维数组；</a:t>
            </a:r>
            <a:endParaRPr lang="en-US" altLang="zh-CN" sz="2400" dirty="0" smtClean="0"/>
          </a:p>
          <a:p>
            <a:r>
              <a:rPr lang="zh-CN" altLang="en-US" sz="2400" dirty="0" smtClean="0"/>
              <a:t>尽量避免使用指针和复杂的表；</a:t>
            </a:r>
            <a:endParaRPr lang="en-US" altLang="zh-CN" sz="2400" dirty="0" smtClean="0"/>
          </a:p>
          <a:p>
            <a:r>
              <a:rPr lang="zh-CN" altLang="en-US" sz="2400" dirty="0" smtClean="0"/>
              <a:t>使用执行时间短的算术运算；</a:t>
            </a:r>
            <a:endParaRPr lang="en-US" altLang="zh-CN" sz="2400" dirty="0" smtClean="0"/>
          </a:p>
          <a:p>
            <a:r>
              <a:rPr lang="zh-CN" altLang="en-US" sz="2400" dirty="0" smtClean="0"/>
              <a:t>不要</a:t>
            </a:r>
            <a:r>
              <a:rPr lang="en-US" altLang="zh-CN" sz="2400" dirty="0" smtClean="0"/>
              <a:t>/</a:t>
            </a:r>
            <a:r>
              <a:rPr lang="zh-CN" altLang="en-US" sz="2400" dirty="0" smtClean="0"/>
              <a:t>减少混合使用不同的数据类型；</a:t>
            </a:r>
            <a:endParaRPr lang="en-US" altLang="zh-CN" sz="2400" dirty="0" smtClean="0"/>
          </a:p>
          <a:p>
            <a:r>
              <a:rPr lang="zh-CN" altLang="en-US" sz="2400" dirty="0" smtClean="0"/>
              <a:t>尽量使用整数运算和布尔表达式；</a:t>
            </a:r>
            <a:endParaRPr lang="en-US" altLang="zh-CN" sz="2400" dirty="0" smtClean="0"/>
          </a:p>
          <a:p>
            <a:r>
              <a:rPr lang="zh-CN" altLang="en-US" sz="2400" dirty="0" smtClean="0"/>
              <a:t>在效率是决定性因素的应用领域，尽量使用有良好优化特性的编译程序，以自动生成高效目标代码。</a:t>
            </a:r>
            <a:endParaRPr lang="en-US" altLang="zh-CN" sz="2400" dirty="0" smtClean="0"/>
          </a:p>
          <a:p>
            <a:endParaRPr lang="zh-CN" altLang="en-US" sz="2400" dirty="0"/>
          </a:p>
        </p:txBody>
      </p:sp>
      <p:sp>
        <p:nvSpPr>
          <p:cNvPr id="4" name="日期占位符 3"/>
          <p:cNvSpPr>
            <a:spLocks noGrp="1"/>
          </p:cNvSpPr>
          <p:nvPr>
            <p:ph type="dt" sz="half" idx="10"/>
          </p:nvPr>
        </p:nvSpPr>
        <p:spPr/>
        <p:txBody>
          <a:bodyPr/>
          <a:lstStyle/>
          <a:p>
            <a:fld id="{79F77138-3DD7-4061-A1DB-9A072808DC21}"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2</a:t>
            </a:r>
            <a:r>
              <a:rPr lang="zh-CN" altLang="en-US" dirty="0" smtClean="0"/>
              <a:t>）存储器效率</a:t>
            </a:r>
            <a:endParaRPr lang="zh-CN" altLang="en-US" dirty="0"/>
          </a:p>
        </p:txBody>
      </p:sp>
      <p:sp>
        <p:nvSpPr>
          <p:cNvPr id="3" name="内容占位符 2"/>
          <p:cNvSpPr>
            <a:spLocks noGrp="1"/>
          </p:cNvSpPr>
          <p:nvPr>
            <p:ph idx="1"/>
          </p:nvPr>
        </p:nvSpPr>
        <p:spPr>
          <a:xfrm>
            <a:off x="457200" y="1600200"/>
            <a:ext cx="8147248" cy="4997152"/>
          </a:xfrm>
        </p:spPr>
        <p:txBody>
          <a:bodyPr>
            <a:normAutofit lnSpcReduction="10000"/>
          </a:bodyPr>
          <a:lstStyle/>
          <a:p>
            <a:r>
              <a:rPr lang="zh-CN" altLang="en-US" dirty="0" smtClean="0"/>
              <a:t>使用能保持功能域的</a:t>
            </a:r>
            <a:r>
              <a:rPr lang="zh-CN" altLang="en-US" dirty="0" smtClean="0">
                <a:solidFill>
                  <a:srgbClr val="0000FF"/>
                </a:solidFill>
              </a:rPr>
              <a:t>结构化控制结构</a:t>
            </a:r>
            <a:r>
              <a:rPr lang="zh-CN" altLang="en-US" dirty="0" smtClean="0"/>
              <a:t>，是提高效率的好方法。（程序的基本控制结构要使用好！）</a:t>
            </a:r>
            <a:endParaRPr lang="en-US" altLang="zh-CN" dirty="0" smtClean="0"/>
          </a:p>
          <a:p>
            <a:r>
              <a:rPr lang="zh-CN" altLang="en-US" dirty="0" smtClean="0"/>
              <a:t>在微处理机中如果要求使用</a:t>
            </a:r>
            <a:r>
              <a:rPr lang="zh-CN" altLang="en-US" dirty="0" smtClean="0">
                <a:solidFill>
                  <a:srgbClr val="0000FF"/>
                </a:solidFill>
              </a:rPr>
              <a:t>最少的存储单元</a:t>
            </a:r>
            <a:r>
              <a:rPr lang="zh-CN" altLang="en-US" dirty="0" smtClean="0"/>
              <a:t>，应选用</a:t>
            </a:r>
            <a:r>
              <a:rPr lang="zh-CN" altLang="en-US" dirty="0" smtClean="0">
                <a:solidFill>
                  <a:srgbClr val="0000FF"/>
                </a:solidFill>
              </a:rPr>
              <a:t>有紧缩存储器特性的编译程序</a:t>
            </a:r>
            <a:r>
              <a:rPr lang="zh-CN" altLang="en-US" dirty="0" smtClean="0"/>
              <a:t>，在非常必要时可以使用汇编语言。</a:t>
            </a:r>
            <a:endParaRPr lang="en-US" altLang="zh-CN" dirty="0" smtClean="0"/>
          </a:p>
          <a:p>
            <a:r>
              <a:rPr lang="zh-CN" altLang="en-US" dirty="0" smtClean="0">
                <a:solidFill>
                  <a:srgbClr val="0000FF"/>
                </a:solidFill>
              </a:rPr>
              <a:t>提高执行效率</a:t>
            </a:r>
            <a:r>
              <a:rPr lang="zh-CN" altLang="en-US" dirty="0" smtClean="0"/>
              <a:t>的技术通常也能提高存储器效率。（比如数据结构、算法设计与分析中的方法）</a:t>
            </a:r>
            <a:endParaRPr lang="zh-CN" altLang="en-US" dirty="0" smtClean="0"/>
          </a:p>
          <a:p>
            <a:r>
              <a:rPr lang="zh-CN" altLang="en-US" dirty="0" smtClean="0">
                <a:solidFill>
                  <a:srgbClr val="0000FF"/>
                </a:solidFill>
              </a:rPr>
              <a:t>提高存储器效率的关键同样是“简单”。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38A12A57-88D1-476C-A80A-B66AB7A973B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3</a:t>
            </a:r>
            <a:r>
              <a:rPr lang="zh-CN" altLang="en-US" dirty="0" smtClean="0"/>
              <a:t>）输入输出效率</a:t>
            </a:r>
            <a:endParaRPr lang="zh-CN" altLang="en-US" dirty="0"/>
          </a:p>
        </p:txBody>
      </p:sp>
      <p:sp>
        <p:nvSpPr>
          <p:cNvPr id="3" name="内容占位符 2"/>
          <p:cNvSpPr>
            <a:spLocks noGrp="1"/>
          </p:cNvSpPr>
          <p:nvPr>
            <p:ph idx="1"/>
          </p:nvPr>
        </p:nvSpPr>
        <p:spPr/>
        <p:txBody>
          <a:bodyPr/>
          <a:lstStyle/>
          <a:p>
            <a:r>
              <a:rPr lang="zh-CN" altLang="en-US" dirty="0" smtClean="0"/>
              <a:t>如果用户为了给计算机</a:t>
            </a:r>
            <a:r>
              <a:rPr lang="zh-CN" altLang="en-US" dirty="0" smtClean="0">
                <a:solidFill>
                  <a:srgbClr val="0000FF"/>
                </a:solidFill>
              </a:rPr>
              <a:t>提供输入信息</a:t>
            </a:r>
            <a:r>
              <a:rPr lang="zh-CN" altLang="en-US" dirty="0" smtClean="0"/>
              <a:t>或为了</a:t>
            </a:r>
            <a:r>
              <a:rPr lang="zh-CN" altLang="en-US" dirty="0" smtClean="0">
                <a:solidFill>
                  <a:srgbClr val="0000FF"/>
                </a:solidFill>
              </a:rPr>
              <a:t>理解</a:t>
            </a:r>
            <a:r>
              <a:rPr lang="zh-CN" altLang="en-US" dirty="0" smtClean="0"/>
              <a:t>计算机</a:t>
            </a:r>
            <a:r>
              <a:rPr lang="zh-CN" altLang="en-US" dirty="0" smtClean="0">
                <a:solidFill>
                  <a:srgbClr val="0000FF"/>
                </a:solidFill>
              </a:rPr>
              <a:t>输出的信息</a:t>
            </a:r>
            <a:r>
              <a:rPr lang="zh-CN" altLang="en-US" dirty="0" smtClean="0"/>
              <a:t>，所需</a:t>
            </a:r>
            <a:r>
              <a:rPr lang="zh-CN" altLang="en-US" dirty="0" smtClean="0">
                <a:solidFill>
                  <a:srgbClr val="0000FF"/>
                </a:solidFill>
              </a:rPr>
              <a:t>花费的脑力劳动是经济的</a:t>
            </a:r>
            <a:r>
              <a:rPr lang="zh-CN" altLang="en-US" dirty="0" smtClean="0"/>
              <a:t>，那么人和计算机之间通信的效率就高。</a:t>
            </a:r>
            <a:endParaRPr lang="en-US" altLang="zh-CN" dirty="0"/>
          </a:p>
          <a:p>
            <a:r>
              <a:rPr lang="zh-CN" altLang="en-US" dirty="0" smtClean="0">
                <a:solidFill>
                  <a:srgbClr val="0000FF"/>
                </a:solidFill>
              </a:rPr>
              <a:t>简单清晰同样是提高人机通信效率的关键。</a:t>
            </a:r>
            <a:endParaRPr lang="zh-CN" altLang="en-US" dirty="0">
              <a:solidFill>
                <a:srgbClr val="0000FF"/>
              </a:solidFill>
            </a:endParaRPr>
          </a:p>
        </p:txBody>
      </p:sp>
      <p:sp>
        <p:nvSpPr>
          <p:cNvPr id="4" name="日期占位符 3"/>
          <p:cNvSpPr>
            <a:spLocks noGrp="1"/>
          </p:cNvSpPr>
          <p:nvPr>
            <p:ph type="dt" sz="half" idx="10"/>
          </p:nvPr>
        </p:nvSpPr>
        <p:spPr/>
        <p:txBody>
          <a:bodyPr/>
          <a:lstStyle/>
          <a:p>
            <a:fld id="{0D39CAE3-2D25-4D06-B22E-D3D910D5C353}"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编码的几个一般原则</a:t>
            </a:r>
            <a:endParaRPr lang="zh-CN" altLang="en-US" dirty="0"/>
          </a:p>
        </p:txBody>
      </p:sp>
      <p:sp>
        <p:nvSpPr>
          <p:cNvPr id="3" name="内容占位符 2"/>
          <p:cNvSpPr>
            <a:spLocks noGrp="1"/>
          </p:cNvSpPr>
          <p:nvPr>
            <p:ph idx="1"/>
          </p:nvPr>
        </p:nvSpPr>
        <p:spPr/>
        <p:txBody>
          <a:bodyPr/>
          <a:lstStyle/>
          <a:p>
            <a:r>
              <a:rPr lang="zh-CN" altLang="en-US" dirty="0"/>
              <a:t>尽可能使用成熟可靠的</a:t>
            </a:r>
            <a:r>
              <a:rPr lang="zh-CN" altLang="en-US" dirty="0" smtClean="0"/>
              <a:t>技术来开发软件，以体现</a:t>
            </a:r>
            <a:r>
              <a:rPr lang="zh-CN" altLang="en-US" dirty="0" smtClean="0">
                <a:solidFill>
                  <a:srgbClr val="0000FF"/>
                </a:solidFill>
              </a:rPr>
              <a:t>软件复用</a:t>
            </a:r>
            <a:r>
              <a:rPr lang="zh-CN" altLang="en-US" dirty="0" smtClean="0"/>
              <a:t>的思想。</a:t>
            </a:r>
            <a:endParaRPr lang="en-US" altLang="zh-CN" dirty="0" smtClean="0"/>
          </a:p>
          <a:p>
            <a:r>
              <a:rPr lang="zh-CN" altLang="en-US" dirty="0" smtClean="0"/>
              <a:t>不要急于从零开始编程，应当先调查</a:t>
            </a:r>
            <a:r>
              <a:rPr lang="zh-CN" altLang="en-US" dirty="0" smtClean="0">
                <a:solidFill>
                  <a:srgbClr val="0000FF"/>
                </a:solidFill>
              </a:rPr>
              <a:t>是否有现成的程序库</a:t>
            </a:r>
            <a:r>
              <a:rPr lang="zh-CN" altLang="en-US" dirty="0" smtClean="0"/>
              <a:t>可以使用。</a:t>
            </a:r>
            <a:endParaRPr lang="en-US" altLang="zh-CN" dirty="0" smtClean="0"/>
          </a:p>
          <a:p>
            <a:r>
              <a:rPr lang="zh-CN" altLang="en-US" dirty="0" smtClean="0"/>
              <a:t>尽量不用技巧（别弄巧成拙）。</a:t>
            </a:r>
            <a:endParaRPr lang="zh-CN" altLang="en-US" dirty="0"/>
          </a:p>
        </p:txBody>
      </p:sp>
      <p:sp>
        <p:nvSpPr>
          <p:cNvPr id="4" name="日期占位符 3"/>
          <p:cNvSpPr>
            <a:spLocks noGrp="1"/>
          </p:cNvSpPr>
          <p:nvPr>
            <p:ph type="dt" sz="half" idx="10"/>
          </p:nvPr>
        </p:nvSpPr>
        <p:spPr/>
        <p:txBody>
          <a:bodyPr/>
          <a:lstStyle/>
          <a:p>
            <a:fld id="{5F8847E8-19A9-4A8B-8BA8-1CF5703C4643}"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为什么少用技巧？</a:t>
            </a:r>
            <a:endParaRPr lang="zh-CN" altLang="en-US" dirty="0"/>
          </a:p>
        </p:txBody>
      </p:sp>
      <p:sp>
        <p:nvSpPr>
          <p:cNvPr id="3" name="内容占位符 2"/>
          <p:cNvSpPr>
            <a:spLocks noGrp="1"/>
          </p:cNvSpPr>
          <p:nvPr>
            <p:ph idx="1"/>
          </p:nvPr>
        </p:nvSpPr>
        <p:spPr/>
        <p:txBody>
          <a:bodyPr/>
          <a:lstStyle/>
          <a:p>
            <a:r>
              <a:rPr lang="zh-CN" altLang="en-US" dirty="0" smtClean="0"/>
              <a:t>技巧的优点在于能另辟蹊径地解决一些问题，缺点是</a:t>
            </a:r>
            <a:r>
              <a:rPr lang="zh-CN" altLang="en-US" dirty="0" smtClean="0">
                <a:solidFill>
                  <a:srgbClr val="FF0000"/>
                </a:solidFill>
              </a:rPr>
              <a:t>技巧并不为人熟知</a:t>
            </a:r>
            <a:r>
              <a:rPr lang="zh-CN" altLang="en-US" dirty="0" smtClean="0"/>
              <a:t>。</a:t>
            </a:r>
            <a:endParaRPr lang="en-US" altLang="zh-CN" dirty="0" smtClean="0"/>
          </a:p>
          <a:p>
            <a:r>
              <a:rPr lang="zh-CN" altLang="en-US" dirty="0"/>
              <a:t>若</a:t>
            </a:r>
            <a:r>
              <a:rPr lang="zh-CN" altLang="en-US" dirty="0" smtClean="0"/>
              <a:t>在程序中使用太多的技巧，</a:t>
            </a:r>
            <a:r>
              <a:rPr lang="zh-CN" altLang="en-US" dirty="0" smtClean="0">
                <a:solidFill>
                  <a:srgbClr val="FF0000"/>
                </a:solidFill>
              </a:rPr>
              <a:t>可能留下错误隐患</a:t>
            </a:r>
            <a:r>
              <a:rPr lang="zh-CN" altLang="en-US" dirty="0" smtClean="0"/>
              <a:t>；再者，别人也难以</a:t>
            </a:r>
            <a:r>
              <a:rPr lang="zh-CN" altLang="en-US" dirty="0"/>
              <a:t>理解</a:t>
            </a:r>
            <a:r>
              <a:rPr lang="zh-CN" altLang="en-US" dirty="0" smtClean="0"/>
              <a:t>。</a:t>
            </a:r>
            <a:endParaRPr lang="en-US" altLang="zh-CN" dirty="0" smtClean="0"/>
          </a:p>
          <a:p>
            <a:r>
              <a:rPr lang="zh-CN" altLang="en-US" dirty="0"/>
              <a:t>一</a:t>
            </a:r>
            <a:r>
              <a:rPr lang="zh-CN" altLang="en-US" dirty="0" smtClean="0"/>
              <a:t>个局部的优点对整个系统而言是微小的，而</a:t>
            </a:r>
            <a:r>
              <a:rPr lang="zh-CN" altLang="en-US" dirty="0" smtClean="0">
                <a:solidFill>
                  <a:srgbClr val="FF0000"/>
                </a:solidFill>
              </a:rPr>
              <a:t>一个错误则可能对整个系统是致命的</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19C1ED53-A3D9-46ED-832D-01266FA9FDF2}"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7.2 </a:t>
            </a:r>
            <a:r>
              <a:rPr lang="zh-CN" altLang="en-US" dirty="0" smtClean="0"/>
              <a:t>软件测试基础</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7.2.1 </a:t>
            </a:r>
            <a:r>
              <a:rPr lang="zh-CN" altLang="en-US" dirty="0" smtClean="0"/>
              <a:t>软件测试的目标</a:t>
            </a:r>
            <a:endParaRPr lang="en-US" altLang="zh-CN" dirty="0" smtClean="0"/>
          </a:p>
          <a:p>
            <a:r>
              <a:rPr lang="zh-CN" altLang="en-US" dirty="0" smtClean="0">
                <a:solidFill>
                  <a:srgbClr val="0000FF"/>
                </a:solidFill>
              </a:rPr>
              <a:t>测试</a:t>
            </a:r>
            <a:r>
              <a:rPr lang="zh-CN" altLang="en-US" dirty="0" smtClean="0"/>
              <a:t>是为了发现程序中的错误而执行程序的过程；</a:t>
            </a:r>
            <a:endParaRPr lang="en-US" altLang="zh-CN" dirty="0" smtClean="0"/>
          </a:p>
          <a:p>
            <a:r>
              <a:rPr lang="zh-CN" altLang="en-US" u="sng" dirty="0" smtClean="0">
                <a:solidFill>
                  <a:srgbClr val="0000FF"/>
                </a:solidFill>
              </a:rPr>
              <a:t>好的</a:t>
            </a:r>
            <a:r>
              <a:rPr lang="zh-CN" altLang="en-US" dirty="0" smtClean="0">
                <a:solidFill>
                  <a:srgbClr val="0000FF"/>
                </a:solidFill>
              </a:rPr>
              <a:t>测试方案</a:t>
            </a:r>
            <a:r>
              <a:rPr lang="zh-CN" altLang="en-US" dirty="0" smtClean="0"/>
              <a:t>是</a:t>
            </a:r>
            <a:r>
              <a:rPr lang="zh-CN" altLang="en-US" u="sng" dirty="0" smtClean="0"/>
              <a:t>极可能</a:t>
            </a:r>
            <a:r>
              <a:rPr lang="zh-CN" altLang="en-US" dirty="0" smtClean="0"/>
              <a:t>发现</a:t>
            </a:r>
            <a:r>
              <a:rPr lang="zh-CN" altLang="en-US" u="sng" dirty="0" smtClean="0"/>
              <a:t>迄今为止尚未发现的错误</a:t>
            </a:r>
            <a:r>
              <a:rPr lang="zh-CN" altLang="en-US" dirty="0" smtClean="0"/>
              <a:t>的测试方案；</a:t>
            </a:r>
            <a:endParaRPr lang="en-US" altLang="zh-CN" dirty="0" smtClean="0"/>
          </a:p>
          <a:p>
            <a:r>
              <a:rPr lang="zh-CN" altLang="en-US" u="sng" dirty="0" smtClean="0">
                <a:solidFill>
                  <a:srgbClr val="0000FF"/>
                </a:solidFill>
              </a:rPr>
              <a:t>成功的</a:t>
            </a:r>
            <a:r>
              <a:rPr lang="zh-CN" altLang="en-US" dirty="0" smtClean="0">
                <a:solidFill>
                  <a:srgbClr val="0000FF"/>
                </a:solidFill>
              </a:rPr>
              <a:t>测试</a:t>
            </a:r>
            <a:r>
              <a:rPr lang="zh-CN" altLang="en-US" dirty="0" smtClean="0"/>
              <a:t>是</a:t>
            </a:r>
            <a:r>
              <a:rPr lang="zh-CN" altLang="en-US" u="sng" dirty="0" smtClean="0"/>
              <a:t>发现了</a:t>
            </a:r>
            <a:r>
              <a:rPr lang="zh-CN" altLang="en-US" dirty="0" smtClean="0"/>
              <a:t>至今为止尚未发现的错误的测试。</a:t>
            </a:r>
            <a:endParaRPr lang="zh-CN" altLang="en-US" dirty="0"/>
          </a:p>
        </p:txBody>
      </p:sp>
      <p:sp>
        <p:nvSpPr>
          <p:cNvPr id="4" name="日期占位符 3"/>
          <p:cNvSpPr>
            <a:spLocks noGrp="1"/>
          </p:cNvSpPr>
          <p:nvPr>
            <p:ph type="dt" sz="half" idx="10"/>
          </p:nvPr>
        </p:nvSpPr>
        <p:spPr/>
        <p:txBody>
          <a:bodyPr/>
          <a:lstStyle/>
          <a:p>
            <a:fld id="{A6CAD360-5CAA-4AC3-9358-CF7D23E21AA6}"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测试的意义和几点说明</a:t>
            </a:r>
            <a:endParaRPr lang="zh-CN" altLang="en-US" dirty="0"/>
          </a:p>
        </p:txBody>
      </p:sp>
      <p:sp>
        <p:nvSpPr>
          <p:cNvPr id="3" name="内容占位符 2"/>
          <p:cNvSpPr>
            <a:spLocks noGrp="1"/>
          </p:cNvSpPr>
          <p:nvPr>
            <p:ph idx="1"/>
          </p:nvPr>
        </p:nvSpPr>
        <p:spPr>
          <a:xfrm>
            <a:off x="457200" y="1600200"/>
            <a:ext cx="8003232" cy="5141168"/>
          </a:xfrm>
        </p:spPr>
        <p:txBody>
          <a:bodyPr>
            <a:normAutofit/>
          </a:bodyPr>
          <a:lstStyle/>
          <a:p>
            <a:r>
              <a:rPr lang="zh-CN" altLang="en-US" sz="2800" dirty="0"/>
              <a:t>至今</a:t>
            </a:r>
            <a:r>
              <a:rPr lang="zh-CN" altLang="en-US" sz="2800" dirty="0" smtClean="0"/>
              <a:t>为止，</a:t>
            </a:r>
            <a:r>
              <a:rPr lang="zh-CN" altLang="en-US" sz="2800" dirty="0" smtClean="0">
                <a:solidFill>
                  <a:srgbClr val="0000FF"/>
                </a:solidFill>
              </a:rPr>
              <a:t>测试仍然是保证软件质量的最重要手段</a:t>
            </a:r>
            <a:r>
              <a:rPr lang="zh-CN" altLang="en-US" sz="2800" dirty="0" smtClean="0"/>
              <a:t>。</a:t>
            </a:r>
            <a:endParaRPr lang="en-US" altLang="zh-CN" sz="2800" dirty="0" smtClean="0"/>
          </a:p>
          <a:p>
            <a:r>
              <a:rPr lang="zh-CN" altLang="en-US" sz="2800" dirty="0" smtClean="0"/>
              <a:t>测试是要证实软件需求说明的功能是否实现了，是否达到了预期目标。</a:t>
            </a:r>
            <a:endParaRPr lang="en-US" altLang="zh-CN" sz="2800" dirty="0" smtClean="0"/>
          </a:p>
          <a:p>
            <a:r>
              <a:rPr lang="zh-CN" altLang="en-US" sz="2800" dirty="0" smtClean="0"/>
              <a:t>软件测试耗时费力，应追求用</a:t>
            </a:r>
            <a:r>
              <a:rPr lang="zh-CN" altLang="en-US" sz="2800" u="sng" dirty="0" smtClean="0"/>
              <a:t>最小的测试代价</a:t>
            </a:r>
            <a:r>
              <a:rPr lang="zh-CN" altLang="en-US" sz="2800" dirty="0" smtClean="0"/>
              <a:t>获得</a:t>
            </a:r>
            <a:r>
              <a:rPr lang="zh-CN" altLang="en-US" sz="2800" u="sng" dirty="0" smtClean="0"/>
              <a:t>最大的测试效果</a:t>
            </a:r>
            <a:r>
              <a:rPr lang="zh-CN" altLang="en-US" sz="2800" dirty="0" smtClean="0"/>
              <a:t>。</a:t>
            </a:r>
            <a:endParaRPr lang="en-US" altLang="zh-CN" sz="2800" dirty="0" smtClean="0"/>
          </a:p>
          <a:p>
            <a:r>
              <a:rPr lang="zh-CN" altLang="en-US" sz="2800" dirty="0" smtClean="0"/>
              <a:t>测试是为了发现错误，不是为了证明程序无错误。</a:t>
            </a:r>
            <a:endParaRPr lang="en-US" altLang="zh-CN" sz="2800" dirty="0" smtClean="0"/>
          </a:p>
          <a:p>
            <a:r>
              <a:rPr lang="zh-CN" altLang="en-US" sz="2800" dirty="0" smtClean="0">
                <a:solidFill>
                  <a:srgbClr val="FF0000"/>
                </a:solidFill>
              </a:rPr>
              <a:t>测试不能证明程序中没有错误</a:t>
            </a:r>
            <a:r>
              <a:rPr lang="zh-CN" altLang="en-US" sz="2800" dirty="0" smtClean="0"/>
              <a:t>，只能证明错误的存在。</a:t>
            </a:r>
            <a:endParaRPr lang="zh-CN" altLang="en-US" sz="2800" dirty="0"/>
          </a:p>
        </p:txBody>
      </p:sp>
      <p:sp>
        <p:nvSpPr>
          <p:cNvPr id="4" name="日期占位符 3"/>
          <p:cNvSpPr>
            <a:spLocks noGrp="1"/>
          </p:cNvSpPr>
          <p:nvPr>
            <p:ph type="dt" sz="half" idx="10"/>
          </p:nvPr>
        </p:nvSpPr>
        <p:spPr/>
        <p:txBody>
          <a:bodyPr/>
          <a:lstStyle/>
          <a:p>
            <a:fld id="{B5C318B5-AC34-42FE-950E-B5A1EF339B1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sz="4000" dirty="0" smtClean="0">
                <a:solidFill>
                  <a:srgbClr val="FF0000"/>
                </a:solidFill>
                <a:highlight>
                  <a:srgbClr val="FFFF00"/>
                </a:highlight>
              </a:rPr>
              <a:t>一个人无论多么优秀，我们可以说他（她）没有哪些缺点，而不能说</a:t>
            </a:r>
            <a:r>
              <a:rPr lang="zh-CN" altLang="en-US" sz="4000" dirty="0">
                <a:solidFill>
                  <a:srgbClr val="FF0000"/>
                </a:solidFill>
                <a:highlight>
                  <a:srgbClr val="FFFF00"/>
                </a:highlight>
              </a:rPr>
              <a:t>他（她） </a:t>
            </a:r>
            <a:r>
              <a:rPr lang="zh-CN" altLang="en-US" sz="4000" dirty="0" smtClean="0">
                <a:solidFill>
                  <a:srgbClr val="FF0000"/>
                </a:solidFill>
                <a:highlight>
                  <a:srgbClr val="FFFF00"/>
                </a:highlight>
              </a:rPr>
              <a:t>没有缺点</a:t>
            </a:r>
            <a:r>
              <a:rPr lang="zh-CN" altLang="en-US" dirty="0" smtClean="0">
                <a:solidFill>
                  <a:srgbClr val="FF0000"/>
                </a:solidFill>
                <a:highlight>
                  <a:srgbClr val="FFFF00"/>
                </a:highlight>
              </a:rPr>
              <a:t>。</a:t>
            </a:r>
            <a:endParaRPr lang="zh-CN" altLang="en-US" dirty="0" smtClean="0">
              <a:solidFill>
                <a:srgbClr val="FF0000"/>
              </a:solidFill>
              <a:highlight>
                <a:srgbClr val="FFFF00"/>
              </a:highlight>
            </a:endParaRPr>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7.2.2 </a:t>
            </a:r>
            <a:r>
              <a:rPr lang="zh-CN" altLang="en-US" dirty="0" smtClean="0"/>
              <a:t>软件测试准则</a:t>
            </a:r>
            <a:endParaRPr lang="zh-CN" altLang="en-US" dirty="0"/>
          </a:p>
        </p:txBody>
      </p:sp>
      <p:sp>
        <p:nvSpPr>
          <p:cNvPr id="3" name="内容占位符 2"/>
          <p:cNvSpPr>
            <a:spLocks noGrp="1"/>
          </p:cNvSpPr>
          <p:nvPr>
            <p:ph idx="1"/>
          </p:nvPr>
        </p:nvSpPr>
        <p:spPr>
          <a:xfrm>
            <a:off x="457200" y="1600200"/>
            <a:ext cx="8229600" cy="4997152"/>
          </a:xfrm>
        </p:spPr>
        <p:txBody>
          <a:bodyPr/>
          <a:lstStyle/>
          <a:p>
            <a:pPr marL="0" indent="0">
              <a:buNone/>
            </a:pPr>
            <a:r>
              <a:rPr lang="zh-CN" altLang="en-US" dirty="0" smtClean="0"/>
              <a:t>（</a:t>
            </a:r>
            <a:r>
              <a:rPr lang="en-US" altLang="zh-CN" dirty="0" smtClean="0"/>
              <a:t>1</a:t>
            </a:r>
            <a:r>
              <a:rPr lang="zh-CN" altLang="en-US" dirty="0" smtClean="0"/>
              <a:t>）所有测试都应能追溯到用户需求；</a:t>
            </a:r>
            <a:endParaRPr lang="en-US" altLang="zh-CN" dirty="0" smtClean="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0579" y="2261286"/>
            <a:ext cx="5875677" cy="4364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FEA445D1-D939-4F4D-9F26-B11233CC7BFB}"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540000" y="2184480"/>
              <a:ext cx="6839280" cy="4534200"/>
            </p14:xfrm>
          </p:contentPart>
        </mc:Choice>
        <mc:Fallback xmlns="">
          <p:pic>
            <p:nvPicPr>
              <p:cNvPr id="6" name="墨迹 5"/>
            </p:nvPicPr>
            <p:blipFill>
              <a:blip r:embed="rId3"/>
            </p:blipFill>
            <p:spPr>
              <a:xfrm>
                <a:off x="540000" y="2184480"/>
                <a:ext cx="6839280" cy="4534200"/>
              </a:xfrm>
              <a:prstGeom prst="rect"/>
            </p:spPr>
          </p:pic>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smtClean="0"/>
              <a:t>（</a:t>
            </a:r>
            <a:r>
              <a:rPr lang="en-US" altLang="zh-CN" dirty="0" smtClean="0"/>
              <a:t>2</a:t>
            </a:r>
            <a:r>
              <a:rPr lang="zh-CN" altLang="en-US" dirty="0" smtClean="0"/>
              <a:t>）应当把“</a:t>
            </a:r>
            <a:r>
              <a:rPr lang="zh-CN" altLang="en-US" dirty="0" smtClean="0">
                <a:solidFill>
                  <a:srgbClr val="0000FF"/>
                </a:solidFill>
              </a:rPr>
              <a:t>尽早地和不断地进行软件测试</a:t>
            </a:r>
            <a:r>
              <a:rPr lang="zh-CN" altLang="en-US" dirty="0" smtClean="0"/>
              <a:t>”作为软件开发人员的座右铭。</a:t>
            </a:r>
            <a:endParaRPr lang="en-US" altLang="zh-CN" dirty="0" smtClean="0"/>
          </a:p>
          <a:p>
            <a:r>
              <a:rPr lang="zh-CN" altLang="en-US" dirty="0" smtClean="0"/>
              <a:t>所有测试可在代码被产生之前进行计划和设计。</a:t>
            </a:r>
            <a:endParaRPr lang="en-US" altLang="zh-CN" dirty="0" smtClean="0"/>
          </a:p>
          <a:p>
            <a:r>
              <a:rPr lang="zh-CN" altLang="en-US" dirty="0" smtClean="0"/>
              <a:t>程序编写的许多</a:t>
            </a:r>
            <a:r>
              <a:rPr lang="zh-CN" altLang="en-US" dirty="0" smtClean="0">
                <a:solidFill>
                  <a:srgbClr val="0000FF"/>
                </a:solidFill>
              </a:rPr>
              <a:t>错误</a:t>
            </a:r>
            <a:r>
              <a:rPr lang="zh-CN" altLang="en-US" dirty="0" smtClean="0"/>
              <a:t>是“</a:t>
            </a:r>
            <a:r>
              <a:rPr lang="zh-CN" altLang="en-US" dirty="0" smtClean="0">
                <a:solidFill>
                  <a:srgbClr val="0000FF"/>
                </a:solidFill>
              </a:rPr>
              <a:t>先天的</a:t>
            </a:r>
            <a:r>
              <a:rPr lang="zh-CN" altLang="en-US" dirty="0" smtClean="0"/>
              <a:t>”（需求分析和软件设计阶段的错误造成的）。</a:t>
            </a:r>
            <a:endParaRPr lang="zh-CN" altLang="en-US" dirty="0"/>
          </a:p>
        </p:txBody>
      </p:sp>
      <p:sp>
        <p:nvSpPr>
          <p:cNvPr id="4" name="日期占位符 3"/>
          <p:cNvSpPr>
            <a:spLocks noGrp="1"/>
          </p:cNvSpPr>
          <p:nvPr>
            <p:ph type="dt" sz="half" idx="10"/>
          </p:nvPr>
        </p:nvSpPr>
        <p:spPr/>
        <p:txBody>
          <a:bodyPr/>
          <a:lstStyle/>
          <a:p>
            <a:fld id="{05512D3D-8769-436A-9050-F7757FBFDA0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4997152"/>
          </a:xfrm>
        </p:spPr>
        <p:txBody>
          <a:bodyPr>
            <a:normAutofit/>
          </a:bodyPr>
          <a:lstStyle/>
          <a:p>
            <a:pPr marL="0" indent="0">
              <a:buNone/>
            </a:pPr>
            <a:r>
              <a:rPr lang="zh-CN" altLang="en-US" sz="2400" dirty="0" smtClean="0"/>
              <a:t>（</a:t>
            </a:r>
            <a:r>
              <a:rPr lang="en-US" altLang="zh-CN" sz="2400" dirty="0"/>
              <a:t>3</a:t>
            </a:r>
            <a:r>
              <a:rPr lang="zh-CN" altLang="en-US" sz="2400" dirty="0" smtClean="0"/>
              <a:t>）</a:t>
            </a:r>
            <a:r>
              <a:rPr lang="en-US" altLang="zh-CN" sz="2400" dirty="0" smtClean="0">
                <a:solidFill>
                  <a:srgbClr val="0000FF"/>
                </a:solidFill>
                <a:highlight>
                  <a:srgbClr val="FFFF00"/>
                </a:highlight>
              </a:rPr>
              <a:t>Pareto</a:t>
            </a:r>
            <a:r>
              <a:rPr lang="zh-CN" altLang="en-US" sz="2400" dirty="0">
                <a:solidFill>
                  <a:srgbClr val="0000FF"/>
                </a:solidFill>
                <a:highlight>
                  <a:srgbClr val="FFFF00"/>
                </a:highlight>
              </a:rPr>
              <a:t>原理</a:t>
            </a:r>
            <a:r>
              <a:rPr lang="zh-CN" altLang="en-US" sz="2400" dirty="0" smtClean="0">
                <a:highlight>
                  <a:srgbClr val="FFFF00"/>
                </a:highlight>
              </a:rPr>
              <a:t>：测试发现的错误中的</a:t>
            </a:r>
            <a:r>
              <a:rPr lang="en-US" altLang="zh-CN" sz="2400" dirty="0" smtClean="0">
                <a:highlight>
                  <a:srgbClr val="FFFF00"/>
                </a:highlight>
              </a:rPr>
              <a:t>80%  </a:t>
            </a:r>
            <a:r>
              <a:rPr lang="zh-CN" altLang="en-US" sz="2400" dirty="0" smtClean="0">
                <a:highlight>
                  <a:srgbClr val="FFFF00"/>
                </a:highlight>
              </a:rPr>
              <a:t>很可能是由程序中</a:t>
            </a:r>
            <a:r>
              <a:rPr lang="en-US" altLang="zh-CN" sz="2400" dirty="0" smtClean="0">
                <a:highlight>
                  <a:srgbClr val="FFFF00"/>
                </a:highlight>
              </a:rPr>
              <a:t>20%</a:t>
            </a:r>
            <a:r>
              <a:rPr lang="zh-CN" altLang="en-US" sz="2400" dirty="0" smtClean="0">
                <a:highlight>
                  <a:srgbClr val="FFFF00"/>
                </a:highlight>
              </a:rPr>
              <a:t>的模块造成的。</a:t>
            </a:r>
            <a:endParaRPr lang="en-US" altLang="zh-CN" sz="2400" dirty="0" smtClean="0"/>
          </a:p>
          <a:p>
            <a:pPr marL="0" indent="0">
              <a:buNone/>
            </a:pPr>
            <a:r>
              <a:rPr lang="zh-CN" altLang="en-US" sz="2400" dirty="0" smtClean="0"/>
              <a:t>       问题是怎样找出这些</a:t>
            </a:r>
            <a:r>
              <a:rPr lang="zh-CN" altLang="en-US" sz="2400" dirty="0" smtClean="0">
                <a:solidFill>
                  <a:srgbClr val="FF0000"/>
                </a:solidFill>
              </a:rPr>
              <a:t>可疑且关键的模块</a:t>
            </a:r>
            <a:r>
              <a:rPr lang="zh-CN" altLang="en-US" sz="2400" dirty="0" smtClean="0"/>
              <a:t>并彻底地测试它们。</a:t>
            </a:r>
            <a:endParaRPr lang="en-US" altLang="zh-CN" sz="2400" dirty="0" smtClean="0"/>
          </a:p>
          <a:p>
            <a:pPr marL="0" indent="0">
              <a:buNone/>
            </a:pPr>
            <a:endParaRPr lang="en-US" altLang="zh-CN" sz="2400" dirty="0"/>
          </a:p>
          <a:p>
            <a:pPr marL="0" indent="0">
              <a:buNone/>
            </a:pPr>
            <a:r>
              <a:rPr lang="zh-CN" altLang="en-US" sz="2400" dirty="0" smtClean="0"/>
              <a:t>（</a:t>
            </a:r>
            <a:r>
              <a:rPr lang="en-US" altLang="zh-CN" sz="2400" dirty="0" smtClean="0"/>
              <a:t>4</a:t>
            </a:r>
            <a:r>
              <a:rPr lang="zh-CN" altLang="en-US" sz="2400" dirty="0" smtClean="0"/>
              <a:t>）应该从“</a:t>
            </a:r>
            <a:r>
              <a:rPr lang="zh-CN" altLang="en-US" sz="2400" dirty="0" smtClean="0">
                <a:solidFill>
                  <a:srgbClr val="0000FF"/>
                </a:solidFill>
              </a:rPr>
              <a:t>小模块</a:t>
            </a:r>
            <a:r>
              <a:rPr lang="zh-CN" altLang="en-US" sz="2400" dirty="0" smtClean="0"/>
              <a:t>”测试开始，并逐步进行“</a:t>
            </a:r>
            <a:r>
              <a:rPr lang="zh-CN" altLang="en-US" sz="2400" dirty="0">
                <a:solidFill>
                  <a:srgbClr val="0000FF"/>
                </a:solidFill>
              </a:rPr>
              <a:t>大</a:t>
            </a:r>
            <a:r>
              <a:rPr lang="zh-CN" altLang="en-US" sz="2400" dirty="0" smtClean="0">
                <a:solidFill>
                  <a:srgbClr val="0000FF"/>
                </a:solidFill>
              </a:rPr>
              <a:t>模块</a:t>
            </a:r>
            <a:r>
              <a:rPr lang="zh-CN" altLang="en-US" sz="2400" dirty="0" smtClean="0"/>
              <a:t>”</a:t>
            </a:r>
            <a:r>
              <a:rPr lang="zh-CN" altLang="en-US" sz="2400" dirty="0"/>
              <a:t>测试</a:t>
            </a:r>
            <a:r>
              <a:rPr lang="zh-CN" altLang="en-US" sz="2400" dirty="0" smtClean="0"/>
              <a:t>。</a:t>
            </a:r>
            <a:endParaRPr lang="en-US" altLang="zh-CN" sz="2400" dirty="0" smtClean="0"/>
          </a:p>
          <a:p>
            <a:pPr marL="0" indent="0">
              <a:buNone/>
            </a:pPr>
            <a:endParaRPr lang="en-US" altLang="zh-CN" sz="2400" dirty="0"/>
          </a:p>
          <a:p>
            <a:pPr marL="0" indent="0">
              <a:buNone/>
            </a:pPr>
            <a:r>
              <a:rPr lang="zh-CN" altLang="en-US" sz="2400" dirty="0" smtClean="0"/>
              <a:t>（</a:t>
            </a:r>
            <a:r>
              <a:rPr lang="en-US" altLang="zh-CN" sz="2400" dirty="0" smtClean="0"/>
              <a:t>5</a:t>
            </a:r>
            <a:r>
              <a:rPr lang="zh-CN" altLang="en-US" sz="2400" dirty="0" smtClean="0"/>
              <a:t>）穷举测试是不可能的。所谓</a:t>
            </a:r>
            <a:r>
              <a:rPr lang="zh-CN" altLang="en-US" sz="2400" dirty="0" smtClean="0">
                <a:solidFill>
                  <a:srgbClr val="0000FF"/>
                </a:solidFill>
              </a:rPr>
              <a:t>穷举测试</a:t>
            </a:r>
            <a:r>
              <a:rPr lang="zh-CN" altLang="en-US" sz="2400" dirty="0" smtClean="0"/>
              <a:t>就是把程序所有可能的执行路径都检查一遍的测试。</a:t>
            </a:r>
            <a:endParaRPr lang="en-US" altLang="zh-CN" sz="2400" dirty="0" smtClean="0"/>
          </a:p>
        </p:txBody>
      </p:sp>
      <p:sp>
        <p:nvSpPr>
          <p:cNvPr id="4" name="日期占位符 3"/>
          <p:cNvSpPr>
            <a:spLocks noGrp="1"/>
          </p:cNvSpPr>
          <p:nvPr>
            <p:ph type="dt" sz="half" idx="10"/>
          </p:nvPr>
        </p:nvSpPr>
        <p:spPr/>
        <p:txBody>
          <a:bodyPr/>
          <a:lstStyle/>
          <a:p>
            <a:fld id="{B1FBC0ED-4AD5-44BA-B9F3-B89499CA9E51}"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a:t>
            </a:r>
            <a:r>
              <a:rPr lang="zh-CN" altLang="en-US" dirty="0"/>
              <a:t>穷举测试</a:t>
            </a:r>
            <a:endParaRPr lang="zh-CN" altLang="en-US" dirty="0"/>
          </a:p>
        </p:txBody>
      </p:sp>
      <p:pic>
        <p:nvPicPr>
          <p:cNvPr id="2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619672" y="1700808"/>
            <a:ext cx="4680520" cy="3658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5D16127B-2BFD-458B-B656-5241528342B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smtClean="0"/>
              <a:t>（</a:t>
            </a:r>
            <a:r>
              <a:rPr lang="en-US" altLang="zh-CN" dirty="0" smtClean="0"/>
              <a:t>6</a:t>
            </a:r>
            <a:r>
              <a:rPr lang="zh-CN" altLang="en-US" dirty="0" smtClean="0"/>
              <a:t>）为了达到最佳的测试效果，应该由</a:t>
            </a:r>
            <a:r>
              <a:rPr lang="zh-CN" altLang="en-US" dirty="0" smtClean="0">
                <a:solidFill>
                  <a:srgbClr val="0000FF"/>
                </a:solidFill>
              </a:rPr>
              <a:t>独立的第三方从事测试</a:t>
            </a:r>
            <a:r>
              <a:rPr lang="zh-CN" altLang="en-US" dirty="0" smtClean="0"/>
              <a:t>工作。</a:t>
            </a:r>
            <a:endParaRPr lang="en-US" altLang="zh-CN" dirty="0" smtClean="0"/>
          </a:p>
          <a:p>
            <a:pPr marL="0" indent="0">
              <a:buNone/>
            </a:pPr>
            <a:endParaRPr lang="en-US" altLang="zh-CN" dirty="0"/>
          </a:p>
          <a:p>
            <a:pPr marL="0" indent="0">
              <a:buNone/>
            </a:pPr>
            <a:r>
              <a:rPr lang="zh-CN" altLang="en-US" dirty="0" smtClean="0"/>
              <a:t>“最佳效果”：最大可能性地发现错误。</a:t>
            </a:r>
            <a:endParaRPr lang="zh-CN" altLang="en-US" dirty="0"/>
          </a:p>
        </p:txBody>
      </p:sp>
      <p:sp>
        <p:nvSpPr>
          <p:cNvPr id="4" name="日期占位符 3"/>
          <p:cNvSpPr>
            <a:spLocks noGrp="1"/>
          </p:cNvSpPr>
          <p:nvPr>
            <p:ph type="dt" sz="half" idx="10"/>
          </p:nvPr>
        </p:nvSpPr>
        <p:spPr/>
        <p:txBody>
          <a:bodyPr/>
          <a:lstStyle/>
          <a:p>
            <a:fld id="{F84226C7-5EDD-45F5-808D-766460F63F51}"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7.2.3 </a:t>
            </a:r>
            <a:r>
              <a:rPr lang="zh-CN" altLang="en-US" dirty="0" smtClean="0"/>
              <a:t>测试方法</a:t>
            </a:r>
            <a:endParaRPr lang="zh-CN" altLang="en-US" dirty="0"/>
          </a:p>
        </p:txBody>
      </p:sp>
      <p:sp>
        <p:nvSpPr>
          <p:cNvPr id="3" name="内容占位符 2"/>
          <p:cNvSpPr>
            <a:spLocks noGrp="1"/>
          </p:cNvSpPr>
          <p:nvPr>
            <p:ph idx="1"/>
          </p:nvPr>
        </p:nvSpPr>
        <p:spPr>
          <a:xfrm>
            <a:off x="457200" y="1600200"/>
            <a:ext cx="8579296" cy="4997152"/>
          </a:xfrm>
        </p:spPr>
        <p:txBody>
          <a:bodyPr>
            <a:normAutofit/>
          </a:bodyPr>
          <a:lstStyle/>
          <a:p>
            <a:pPr marL="0" indent="0">
              <a:buNone/>
            </a:pPr>
            <a:r>
              <a:rPr lang="zh-CN" altLang="en-US" sz="2800" b="1" dirty="0">
                <a:solidFill>
                  <a:srgbClr val="FF0000"/>
                </a:solidFill>
              </a:rPr>
              <a:t>黑</a:t>
            </a:r>
            <a:r>
              <a:rPr lang="zh-CN" altLang="en-US" sz="2800" b="1" dirty="0" smtClean="0">
                <a:solidFill>
                  <a:srgbClr val="FF0000"/>
                </a:solidFill>
              </a:rPr>
              <a:t>盒</a:t>
            </a:r>
            <a:r>
              <a:rPr lang="zh-CN" altLang="en-US" sz="2800" b="1" dirty="0" smtClean="0"/>
              <a:t>测试（功能测试）：</a:t>
            </a:r>
            <a:endParaRPr lang="en-US" altLang="zh-CN" sz="2800" b="1" dirty="0" smtClean="0"/>
          </a:p>
          <a:p>
            <a:r>
              <a:rPr lang="zh-CN" altLang="en-US" sz="2800" dirty="0" smtClean="0"/>
              <a:t>把程序看作一个</a:t>
            </a:r>
            <a:r>
              <a:rPr lang="zh-CN" altLang="en-US" sz="2800" dirty="0" smtClean="0">
                <a:solidFill>
                  <a:srgbClr val="FF0000"/>
                </a:solidFill>
              </a:rPr>
              <a:t>黑盒子</a:t>
            </a:r>
            <a:r>
              <a:rPr lang="zh-CN" altLang="en-US" sz="2800" dirty="0" smtClean="0"/>
              <a:t>；</a:t>
            </a:r>
            <a:endParaRPr lang="en-US" altLang="zh-CN" sz="2800" dirty="0" smtClean="0"/>
          </a:p>
          <a:p>
            <a:r>
              <a:rPr lang="zh-CN" altLang="en-US" sz="2800" dirty="0" smtClean="0"/>
              <a:t>完全不考虑程序的内部结构和处理过程；</a:t>
            </a:r>
            <a:endParaRPr lang="en-US" altLang="zh-CN" sz="2800" dirty="0" smtClean="0"/>
          </a:p>
          <a:p>
            <a:r>
              <a:rPr lang="zh-CN" altLang="en-US" sz="2800" dirty="0" smtClean="0"/>
              <a:t>是</a:t>
            </a:r>
            <a:r>
              <a:rPr lang="zh-CN" altLang="en-US" sz="2800" u="sng" dirty="0" smtClean="0"/>
              <a:t>在程序接口（输入、输出）</a:t>
            </a:r>
            <a:r>
              <a:rPr lang="zh-CN" altLang="en-US" sz="2800" dirty="0" smtClean="0"/>
              <a:t>进行的测试。</a:t>
            </a:r>
            <a:endParaRPr lang="en-US" altLang="zh-CN" sz="2800" dirty="0" smtClean="0"/>
          </a:p>
          <a:p>
            <a:pPr marL="0" indent="0">
              <a:buNone/>
            </a:pPr>
            <a:r>
              <a:rPr lang="zh-CN" altLang="en-US" sz="2800" b="1" dirty="0" smtClean="0">
                <a:solidFill>
                  <a:srgbClr val="FF0000"/>
                </a:solidFill>
              </a:rPr>
              <a:t>白盒</a:t>
            </a:r>
            <a:r>
              <a:rPr lang="zh-CN" altLang="en-US" sz="2800" b="1" dirty="0"/>
              <a:t>测试</a:t>
            </a:r>
            <a:r>
              <a:rPr lang="zh-CN" altLang="en-US" sz="2800" b="1" dirty="0" smtClean="0"/>
              <a:t>（</a:t>
            </a:r>
            <a:r>
              <a:rPr lang="zh-CN" altLang="en-US" sz="2800" b="1" dirty="0"/>
              <a:t>结构</a:t>
            </a:r>
            <a:r>
              <a:rPr lang="zh-CN" altLang="en-US" sz="2800" b="1" dirty="0" smtClean="0"/>
              <a:t>测试</a:t>
            </a:r>
            <a:r>
              <a:rPr lang="zh-CN" altLang="en-US" sz="2800" b="1" dirty="0"/>
              <a:t>）：</a:t>
            </a:r>
            <a:endParaRPr lang="en-US" altLang="zh-CN" sz="2800" b="1" dirty="0"/>
          </a:p>
          <a:p>
            <a:r>
              <a:rPr lang="zh-CN" altLang="en-US" sz="2800" dirty="0" smtClean="0"/>
              <a:t>把程序看成装在</a:t>
            </a:r>
            <a:r>
              <a:rPr lang="zh-CN" altLang="en-US" sz="2800" dirty="0" smtClean="0">
                <a:solidFill>
                  <a:srgbClr val="FF0000"/>
                </a:solidFill>
              </a:rPr>
              <a:t>透明的盒子</a:t>
            </a:r>
            <a:r>
              <a:rPr lang="zh-CN" altLang="en-US" sz="2800" dirty="0" smtClean="0"/>
              <a:t>里；</a:t>
            </a:r>
            <a:endParaRPr lang="en-US" altLang="zh-CN" sz="2800" dirty="0" smtClean="0"/>
          </a:p>
          <a:p>
            <a:r>
              <a:rPr lang="zh-CN" altLang="en-US" sz="2800" dirty="0" smtClean="0"/>
              <a:t>测试者</a:t>
            </a:r>
            <a:r>
              <a:rPr lang="zh-CN" altLang="en-US" sz="2800" u="sng" dirty="0" smtClean="0"/>
              <a:t>完全知道程序的结构和处理算法</a:t>
            </a:r>
            <a:r>
              <a:rPr lang="zh-CN" altLang="en-US" sz="2800" dirty="0" smtClean="0"/>
              <a:t>；</a:t>
            </a:r>
            <a:endParaRPr lang="en-US" altLang="zh-CN" sz="2800" dirty="0" smtClean="0"/>
          </a:p>
          <a:p>
            <a:r>
              <a:rPr lang="zh-CN" altLang="en-US" sz="2800" dirty="0" smtClean="0"/>
              <a:t>检测程序中的</a:t>
            </a:r>
            <a:r>
              <a:rPr lang="zh-CN" altLang="en-US" sz="2800" dirty="0" smtClean="0">
                <a:solidFill>
                  <a:srgbClr val="0000FF"/>
                </a:solidFill>
              </a:rPr>
              <a:t>主要执行通路</a:t>
            </a:r>
            <a:r>
              <a:rPr lang="zh-CN" altLang="en-US" sz="2800" dirty="0" smtClean="0"/>
              <a:t>是否能按预定要求正确工作。</a:t>
            </a:r>
            <a:endParaRPr lang="en-US" altLang="zh-CN" sz="2800" dirty="0" smtClean="0"/>
          </a:p>
        </p:txBody>
      </p:sp>
      <p:sp>
        <p:nvSpPr>
          <p:cNvPr id="4" name="日期占位符 3"/>
          <p:cNvSpPr>
            <a:spLocks noGrp="1"/>
          </p:cNvSpPr>
          <p:nvPr>
            <p:ph type="dt" sz="half" idx="10"/>
          </p:nvPr>
        </p:nvSpPr>
        <p:spPr/>
        <p:txBody>
          <a:bodyPr/>
          <a:lstStyle/>
          <a:p>
            <a:fld id="{7FE08FF9-B965-4FBD-BD1C-9A0A4F69A15D}"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黑盒测试不可能实现穷举测试</a:t>
            </a: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1527938"/>
            <a:ext cx="6527433" cy="4277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23BBB9D6-25D1-4B1A-AE69-69F671D85C29}"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白盒测试也不可能</a:t>
            </a:r>
            <a:r>
              <a:rPr lang="zh-CN" altLang="en-US" dirty="0"/>
              <a:t>实现穷举测试</a:t>
            </a:r>
            <a:endParaRPr lang="zh-CN" alt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340768"/>
            <a:ext cx="6828040"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D5742544-4B7C-4764-B776-E47C4AA64FB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7.2.4 </a:t>
            </a:r>
            <a:r>
              <a:rPr lang="zh-CN" altLang="en-US" dirty="0" smtClean="0"/>
              <a:t>测试步骤</a:t>
            </a:r>
            <a:endParaRPr lang="zh-CN" altLang="en-US" dirty="0"/>
          </a:p>
        </p:txBody>
      </p:sp>
      <p:sp>
        <p:nvSpPr>
          <p:cNvPr id="3" name="内容占位符 2"/>
          <p:cNvSpPr>
            <a:spLocks noGrp="1"/>
          </p:cNvSpPr>
          <p:nvPr>
            <p:ph idx="1"/>
          </p:nvPr>
        </p:nvSpPr>
        <p:spPr>
          <a:xfrm>
            <a:off x="457200" y="1600200"/>
            <a:ext cx="8363272" cy="5069160"/>
          </a:xfrm>
        </p:spPr>
        <p:txBody>
          <a:bodyPr/>
          <a:lstStyle/>
          <a:p>
            <a:pPr marL="0" indent="0">
              <a:buNone/>
            </a:pPr>
            <a:r>
              <a:rPr lang="zh-CN" altLang="en-US" dirty="0" smtClean="0"/>
              <a:t>大型软件系统的测试过程以下步骤组成：</a:t>
            </a:r>
            <a:endParaRPr lang="en-US" altLang="zh-CN" dirty="0" smtClean="0"/>
          </a:p>
          <a:p>
            <a:pPr marL="0" indent="0">
              <a:buNone/>
            </a:pPr>
            <a:r>
              <a:rPr lang="zh-CN" altLang="en-US" dirty="0" smtClean="0"/>
              <a:t>（</a:t>
            </a:r>
            <a:r>
              <a:rPr lang="en-US" altLang="zh-CN" dirty="0" smtClean="0"/>
              <a:t>1</a:t>
            </a:r>
            <a:r>
              <a:rPr lang="zh-CN" altLang="en-US" dirty="0" smtClean="0"/>
              <a:t>）模块测试（单元测试）</a:t>
            </a:r>
            <a:endParaRPr lang="en-US" altLang="zh-CN" dirty="0" smtClean="0"/>
          </a:p>
          <a:p>
            <a:pPr>
              <a:buFont typeface="Wingdings" panose="05000000000000000000" pitchFamily="2" charset="2"/>
              <a:buChar char="ü"/>
            </a:pPr>
            <a:r>
              <a:rPr lang="zh-CN" altLang="en-US" dirty="0" smtClean="0"/>
              <a:t>保证每个模块作为一个单元能正确运行；</a:t>
            </a:r>
            <a:endParaRPr lang="en-US" altLang="zh-CN" dirty="0" smtClean="0"/>
          </a:p>
          <a:p>
            <a:pPr>
              <a:buFont typeface="Wingdings" panose="05000000000000000000" pitchFamily="2" charset="2"/>
              <a:buChar char="ü"/>
            </a:pPr>
            <a:r>
              <a:rPr lang="zh-CN" altLang="en-US" dirty="0" smtClean="0">
                <a:solidFill>
                  <a:srgbClr val="0000FF"/>
                </a:solidFill>
              </a:rPr>
              <a:t>模块测试</a:t>
            </a:r>
            <a:r>
              <a:rPr lang="zh-CN" altLang="en-US" dirty="0" smtClean="0"/>
              <a:t>涉及的</a:t>
            </a:r>
            <a:r>
              <a:rPr lang="zh-CN" altLang="en-US" dirty="0" smtClean="0">
                <a:solidFill>
                  <a:srgbClr val="0000FF"/>
                </a:solidFill>
              </a:rPr>
              <a:t>内容具体</a:t>
            </a:r>
            <a:r>
              <a:rPr lang="zh-CN" altLang="en-US" dirty="0" smtClean="0"/>
              <a:t>，因此，发现的往往是</a:t>
            </a:r>
            <a:r>
              <a:rPr lang="zh-CN" altLang="en-US" dirty="0" smtClean="0">
                <a:solidFill>
                  <a:srgbClr val="0000FF"/>
                </a:solidFill>
              </a:rPr>
              <a:t>编码和详细设计的错误</a:t>
            </a:r>
            <a:r>
              <a:rPr lang="zh-CN" altLang="en-US" dirty="0" smtClean="0"/>
              <a:t>。</a:t>
            </a:r>
            <a:endParaRPr lang="en-US" altLang="zh-CN" dirty="0"/>
          </a:p>
          <a:p>
            <a:pPr marL="0" indent="0">
              <a:buNone/>
            </a:pPr>
            <a:r>
              <a:rPr lang="en-US" altLang="zh-CN" dirty="0" smtClean="0"/>
              <a:t> </a:t>
            </a:r>
            <a:r>
              <a:rPr lang="zh-CN" altLang="en-US" dirty="0" smtClean="0"/>
              <a:t>（</a:t>
            </a:r>
            <a:r>
              <a:rPr lang="en-US" altLang="zh-CN" dirty="0" smtClean="0"/>
              <a:t>2</a:t>
            </a:r>
            <a:r>
              <a:rPr lang="zh-CN" altLang="en-US" dirty="0" smtClean="0"/>
              <a:t>）子系统测试</a:t>
            </a:r>
            <a:endParaRPr lang="en-US" altLang="zh-CN" dirty="0" smtClean="0"/>
          </a:p>
          <a:p>
            <a:pPr>
              <a:buFont typeface="Wingdings" panose="05000000000000000000" pitchFamily="2" charset="2"/>
              <a:buChar char="ü"/>
            </a:pPr>
            <a:r>
              <a:rPr lang="zh-CN" altLang="en-US" dirty="0" smtClean="0"/>
              <a:t>把经过单元测试的模块放在一起形成一个子系统来测试；</a:t>
            </a:r>
            <a:endParaRPr lang="en-US" altLang="zh-CN" dirty="0" smtClean="0"/>
          </a:p>
          <a:p>
            <a:pPr>
              <a:buFont typeface="Wingdings" panose="05000000000000000000" pitchFamily="2" charset="2"/>
              <a:buChar char="ü"/>
            </a:pPr>
            <a:r>
              <a:rPr lang="zh-CN" altLang="en-US" dirty="0" smtClean="0"/>
              <a:t>着重测试</a:t>
            </a:r>
            <a:r>
              <a:rPr lang="zh-CN" altLang="en-US" dirty="0" smtClean="0">
                <a:solidFill>
                  <a:srgbClr val="0000FF"/>
                </a:solidFill>
              </a:rPr>
              <a:t>模块的接口</a:t>
            </a:r>
            <a:r>
              <a:rPr lang="zh-CN" altLang="en-US" dirty="0" smtClean="0"/>
              <a:t>。</a:t>
            </a:r>
            <a:endParaRPr lang="en-US" altLang="zh-CN" dirty="0" smtClean="0"/>
          </a:p>
        </p:txBody>
      </p:sp>
      <p:sp>
        <p:nvSpPr>
          <p:cNvPr id="4" name="日期占位符 3"/>
          <p:cNvSpPr>
            <a:spLocks noGrp="1"/>
          </p:cNvSpPr>
          <p:nvPr>
            <p:ph type="dt" sz="half" idx="10"/>
          </p:nvPr>
        </p:nvSpPr>
        <p:spPr/>
        <p:txBody>
          <a:bodyPr/>
          <a:lstStyle/>
          <a:p>
            <a:fld id="{3859677F-18E5-4F30-B160-F0FE28696D66}"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a:t>
            </a:r>
            <a:r>
              <a:rPr lang="en-US" altLang="zh-CN" dirty="0"/>
              <a:t>3</a:t>
            </a:r>
            <a:r>
              <a:rPr lang="zh-CN" altLang="en-US" dirty="0"/>
              <a:t>）</a:t>
            </a:r>
            <a:r>
              <a:rPr lang="zh-CN" altLang="en-US" dirty="0" smtClean="0"/>
              <a:t>系统测试</a:t>
            </a:r>
            <a:endParaRPr lang="zh-CN" altLang="en-US" dirty="0"/>
          </a:p>
        </p:txBody>
      </p:sp>
      <p:sp>
        <p:nvSpPr>
          <p:cNvPr id="3" name="内容占位符 2"/>
          <p:cNvSpPr>
            <a:spLocks noGrp="1"/>
          </p:cNvSpPr>
          <p:nvPr>
            <p:ph idx="1"/>
          </p:nvPr>
        </p:nvSpPr>
        <p:spPr/>
        <p:txBody>
          <a:bodyPr/>
          <a:lstStyle/>
          <a:p>
            <a:r>
              <a:rPr lang="zh-CN" altLang="en-US" dirty="0" smtClean="0"/>
              <a:t>把经过测试的子系统装配成一个完整的系统来测试；</a:t>
            </a:r>
            <a:endParaRPr lang="en-US" altLang="zh-CN" dirty="0" smtClean="0"/>
          </a:p>
          <a:p>
            <a:r>
              <a:rPr lang="zh-CN" altLang="en-US" dirty="0" smtClean="0">
                <a:solidFill>
                  <a:srgbClr val="0000FF"/>
                </a:solidFill>
              </a:rPr>
              <a:t>发现的往往是软件设计中的错误</a:t>
            </a:r>
            <a:r>
              <a:rPr lang="zh-CN" altLang="en-US" dirty="0" smtClean="0"/>
              <a:t>，也可能发现需求说明中的错误；</a:t>
            </a:r>
            <a:endParaRPr lang="en-US" altLang="zh-CN" dirty="0" smtClean="0"/>
          </a:p>
          <a:p>
            <a:r>
              <a:rPr lang="zh-CN" altLang="en-US" dirty="0"/>
              <a:t>不论</a:t>
            </a:r>
            <a:r>
              <a:rPr lang="zh-CN" altLang="en-US" dirty="0" smtClean="0"/>
              <a:t>是子系统测试还是系统测试，都兼有</a:t>
            </a:r>
            <a:r>
              <a:rPr lang="zh-CN" altLang="en-US" u="sng" dirty="0" smtClean="0"/>
              <a:t>检测和组装</a:t>
            </a:r>
            <a:r>
              <a:rPr lang="zh-CN" altLang="en-US" dirty="0" smtClean="0"/>
              <a:t>（接口是否有问题？）两重含义，通常称为</a:t>
            </a:r>
            <a:r>
              <a:rPr lang="zh-CN" altLang="en-US" dirty="0" smtClean="0">
                <a:solidFill>
                  <a:srgbClr val="0000FF"/>
                </a:solidFill>
              </a:rPr>
              <a:t>集成测试</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DB282AE4-81A2-493B-9BFF-A8D76DC05F1C}"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4</a:t>
            </a:r>
            <a:r>
              <a:rPr lang="zh-CN" altLang="en-US" dirty="0" smtClean="0"/>
              <a:t>）</a:t>
            </a:r>
            <a:r>
              <a:rPr lang="zh-CN" altLang="en-US" dirty="0" smtClean="0">
                <a:solidFill>
                  <a:srgbClr val="FF0000"/>
                </a:solidFill>
              </a:rPr>
              <a:t>验收</a:t>
            </a:r>
            <a:r>
              <a:rPr lang="zh-CN" altLang="en-US" dirty="0" smtClean="0"/>
              <a:t>测试（确认测试）</a:t>
            </a:r>
            <a:endParaRPr lang="zh-CN" altLang="en-US" dirty="0"/>
          </a:p>
        </p:txBody>
      </p:sp>
      <p:sp>
        <p:nvSpPr>
          <p:cNvPr id="3" name="内容占位符 2"/>
          <p:cNvSpPr>
            <a:spLocks noGrp="1"/>
          </p:cNvSpPr>
          <p:nvPr>
            <p:ph idx="1"/>
          </p:nvPr>
        </p:nvSpPr>
        <p:spPr/>
        <p:txBody>
          <a:bodyPr/>
          <a:lstStyle/>
          <a:p>
            <a:r>
              <a:rPr lang="zh-CN" altLang="en-US" dirty="0" smtClean="0"/>
              <a:t>测试内容与系统测试差不多，但是它是在</a:t>
            </a:r>
            <a:r>
              <a:rPr lang="zh-CN" altLang="en-US" dirty="0" smtClean="0">
                <a:solidFill>
                  <a:srgbClr val="0000FF"/>
                </a:solidFill>
              </a:rPr>
              <a:t>用户积极参与</a:t>
            </a:r>
            <a:r>
              <a:rPr lang="zh-CN" altLang="en-US" dirty="0" smtClean="0"/>
              <a:t>下进行的，而且主要使用</a:t>
            </a:r>
            <a:r>
              <a:rPr lang="zh-CN" altLang="en-US" dirty="0" smtClean="0">
                <a:solidFill>
                  <a:srgbClr val="FF0000"/>
                </a:solidFill>
              </a:rPr>
              <a:t>实际数据</a:t>
            </a:r>
            <a:r>
              <a:rPr lang="zh-CN" altLang="en-US" dirty="0" smtClean="0"/>
              <a:t>进行测试；</a:t>
            </a:r>
            <a:endParaRPr lang="en-US" altLang="zh-CN" dirty="0" smtClean="0"/>
          </a:p>
          <a:p>
            <a:r>
              <a:rPr lang="zh-CN" altLang="en-US" dirty="0" smtClean="0"/>
              <a:t>发现的往往是</a:t>
            </a:r>
            <a:r>
              <a:rPr lang="zh-CN" altLang="en-US" dirty="0" smtClean="0">
                <a:solidFill>
                  <a:srgbClr val="0000FF"/>
                </a:solidFill>
              </a:rPr>
              <a:t>系统需求说明书中的错误</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4C8FE036-83D0-4078-9118-6322957C4201}"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5</a:t>
            </a:r>
            <a:r>
              <a:rPr lang="zh-CN" altLang="en-US" dirty="0" smtClean="0"/>
              <a:t>）平行运行</a:t>
            </a:r>
            <a:endParaRPr lang="zh-CN" altLang="en-US" dirty="0"/>
          </a:p>
        </p:txBody>
      </p:sp>
      <p:sp>
        <p:nvSpPr>
          <p:cNvPr id="3" name="内容占位符 2"/>
          <p:cNvSpPr>
            <a:spLocks noGrp="1"/>
          </p:cNvSpPr>
          <p:nvPr>
            <p:ph idx="1"/>
          </p:nvPr>
        </p:nvSpPr>
        <p:spPr>
          <a:xfrm>
            <a:off x="251520" y="1600200"/>
            <a:ext cx="8686800" cy="5069160"/>
          </a:xfrm>
        </p:spPr>
        <p:txBody>
          <a:bodyPr>
            <a:normAutofit/>
          </a:bodyPr>
          <a:lstStyle/>
          <a:p>
            <a:r>
              <a:rPr lang="zh-CN" altLang="en-US" sz="3000" b="1" dirty="0" smtClean="0"/>
              <a:t>平行运行</a:t>
            </a:r>
            <a:r>
              <a:rPr lang="zh-CN" altLang="en-US" sz="3000" dirty="0" smtClean="0"/>
              <a:t>：</a:t>
            </a:r>
            <a:r>
              <a:rPr lang="zh-CN" altLang="en-US" sz="3000" dirty="0" smtClean="0">
                <a:highlight>
                  <a:srgbClr val="FFFF00"/>
                </a:highlight>
              </a:rPr>
              <a:t>同时运行新开发出来的系统和将被取代的旧系统</a:t>
            </a:r>
            <a:r>
              <a:rPr lang="zh-CN" altLang="en-US" sz="3000" dirty="0" smtClean="0"/>
              <a:t>，比较新旧两个系统的处理结果。</a:t>
            </a:r>
            <a:endParaRPr lang="en-US" altLang="zh-CN" sz="3000" dirty="0" smtClean="0"/>
          </a:p>
          <a:p>
            <a:pPr marL="0" indent="0">
              <a:buNone/>
            </a:pPr>
            <a:r>
              <a:rPr lang="zh-CN" altLang="en-US" sz="3000" dirty="0" smtClean="0"/>
              <a:t>平行运行的目的：</a:t>
            </a:r>
            <a:endParaRPr lang="en-US" altLang="zh-CN" sz="3000" dirty="0" smtClean="0"/>
          </a:p>
          <a:p>
            <a:r>
              <a:rPr lang="zh-CN" altLang="en-US" sz="3000" dirty="0" smtClean="0"/>
              <a:t>可以在</a:t>
            </a:r>
            <a:r>
              <a:rPr lang="zh-CN" altLang="en-US" sz="3000" dirty="0" smtClean="0">
                <a:solidFill>
                  <a:srgbClr val="0000FF"/>
                </a:solidFill>
                <a:highlight>
                  <a:srgbClr val="FFFF00"/>
                </a:highlight>
              </a:rPr>
              <a:t>准生产环境</a:t>
            </a:r>
            <a:r>
              <a:rPr lang="zh-CN" altLang="en-US" sz="3000" dirty="0" smtClean="0"/>
              <a:t>中运行新系统而又不冒风险；</a:t>
            </a:r>
            <a:endParaRPr lang="en-US" altLang="zh-CN" sz="3000" dirty="0" smtClean="0"/>
          </a:p>
          <a:p>
            <a:r>
              <a:rPr lang="zh-CN" altLang="en-US" sz="3000" dirty="0" smtClean="0"/>
              <a:t>用户能有一段熟悉新系统的时间；</a:t>
            </a:r>
            <a:endParaRPr lang="en-US" altLang="zh-CN" sz="3000" dirty="0" smtClean="0"/>
          </a:p>
          <a:p>
            <a:r>
              <a:rPr lang="zh-CN" altLang="en-US" sz="3000" dirty="0" smtClean="0"/>
              <a:t>可以验证用户指南和使用手册之类的文档；</a:t>
            </a:r>
            <a:endParaRPr lang="en-US" altLang="zh-CN" sz="3000" dirty="0" smtClean="0"/>
          </a:p>
          <a:p>
            <a:r>
              <a:rPr lang="zh-CN" altLang="en-US" sz="3000" dirty="0" smtClean="0"/>
              <a:t>能够以</a:t>
            </a:r>
            <a:r>
              <a:rPr lang="zh-CN" altLang="en-US" sz="3000" dirty="0" smtClean="0">
                <a:solidFill>
                  <a:srgbClr val="0000FF"/>
                </a:solidFill>
              </a:rPr>
              <a:t>准生产模式</a:t>
            </a:r>
            <a:r>
              <a:rPr lang="zh-CN" altLang="en-US" sz="3000" dirty="0" smtClean="0"/>
              <a:t>对新系统进行</a:t>
            </a:r>
            <a:r>
              <a:rPr lang="zh-CN" altLang="en-US" sz="3000" dirty="0" smtClean="0">
                <a:solidFill>
                  <a:srgbClr val="0000FF"/>
                </a:solidFill>
              </a:rPr>
              <a:t>全负荷测试</a:t>
            </a:r>
            <a:r>
              <a:rPr lang="zh-CN" altLang="en-US" sz="3000" dirty="0" smtClean="0"/>
              <a:t>，可以用测试结果</a:t>
            </a:r>
            <a:r>
              <a:rPr lang="zh-CN" altLang="en-US" sz="3000" dirty="0" smtClean="0">
                <a:solidFill>
                  <a:srgbClr val="0000FF"/>
                </a:solidFill>
              </a:rPr>
              <a:t>验证性能指标</a:t>
            </a:r>
            <a:r>
              <a:rPr lang="zh-CN" altLang="en-US" sz="3000" dirty="0" smtClean="0"/>
              <a:t>。</a:t>
            </a:r>
            <a:endParaRPr lang="zh-CN" altLang="en-US" sz="3000" dirty="0"/>
          </a:p>
        </p:txBody>
      </p:sp>
      <p:sp>
        <p:nvSpPr>
          <p:cNvPr id="4" name="日期占位符 3"/>
          <p:cNvSpPr>
            <a:spLocks noGrp="1"/>
          </p:cNvSpPr>
          <p:nvPr>
            <p:ph type="dt" sz="half" idx="10"/>
          </p:nvPr>
        </p:nvSpPr>
        <p:spPr/>
        <p:txBody>
          <a:bodyPr/>
          <a:lstStyle/>
          <a:p>
            <a:fld id="{79748812-1862-48AA-8485-6165D563C1D7}"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7.2.5 </a:t>
            </a:r>
            <a:r>
              <a:rPr lang="zh-CN" altLang="en-US" dirty="0" smtClean="0"/>
              <a:t>测试阶段的信息流</a:t>
            </a:r>
            <a:endParaRPr lang="zh-CN" altLang="en-US" dirty="0"/>
          </a:p>
        </p:txBody>
      </p:sp>
      <p:sp>
        <p:nvSpPr>
          <p:cNvPr id="3" name="内容占位符 2"/>
          <p:cNvSpPr>
            <a:spLocks noGrp="1"/>
          </p:cNvSpPr>
          <p:nvPr>
            <p:ph idx="1"/>
          </p:nvPr>
        </p:nvSpPr>
        <p:spPr>
          <a:xfrm>
            <a:off x="457200" y="1600201"/>
            <a:ext cx="8229600" cy="2332856"/>
          </a:xfrm>
        </p:spPr>
        <p:txBody>
          <a:bodyPr/>
          <a:lstStyle/>
          <a:p>
            <a:pPr marL="0" indent="0">
              <a:buNone/>
            </a:pPr>
            <a:r>
              <a:rPr lang="zh-CN" altLang="en-US" dirty="0" smtClean="0"/>
              <a:t>输入信息有两类：</a:t>
            </a:r>
            <a:endParaRPr lang="en-US" altLang="zh-CN" dirty="0" smtClean="0"/>
          </a:p>
          <a:p>
            <a:r>
              <a:rPr lang="zh-CN" altLang="en-US" dirty="0" smtClean="0">
                <a:highlight>
                  <a:srgbClr val="FFFF00"/>
                </a:highlight>
              </a:rPr>
              <a:t>软件配置</a:t>
            </a:r>
            <a:r>
              <a:rPr lang="zh-CN" altLang="en-US" dirty="0" smtClean="0"/>
              <a:t>：需求说明书、设计说明书和源程序清单；</a:t>
            </a:r>
            <a:endParaRPr lang="en-US" altLang="zh-CN" dirty="0" smtClean="0"/>
          </a:p>
          <a:p>
            <a:r>
              <a:rPr lang="zh-CN" altLang="en-US" dirty="0" smtClean="0">
                <a:highlight>
                  <a:srgbClr val="FFFF00"/>
                </a:highlight>
              </a:rPr>
              <a:t>测试配置</a:t>
            </a:r>
            <a:r>
              <a:rPr lang="zh-CN" altLang="en-US" dirty="0" smtClean="0"/>
              <a:t>：测试计划和测试方案。</a:t>
            </a:r>
            <a:endParaRPr lang="zh-CN" alt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4005064"/>
            <a:ext cx="5476875"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822E48CB-3E4A-4E93-9E04-BAABE7412879}"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1009328-8A34-43DE-8F7E-BEA04E071E27}" type="datetime11">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503" y="2060848"/>
            <a:ext cx="8865985"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a:spLocks noGrp="1"/>
          </p:cNvSpPr>
          <p:nvPr>
            <p:ph type="title"/>
          </p:nvPr>
        </p:nvSpPr>
        <p:spPr>
          <a:xfrm>
            <a:off x="457200" y="274638"/>
            <a:ext cx="8229600" cy="1143000"/>
          </a:xfrm>
        </p:spPr>
        <p:txBody>
          <a:bodyPr/>
          <a:lstStyle/>
          <a:p>
            <a:r>
              <a:rPr lang="zh-CN" altLang="en-US" dirty="0" smtClean="0"/>
              <a:t>测试计划 </a:t>
            </a:r>
            <a:r>
              <a:rPr lang="en-US" altLang="zh-CN" dirty="0" err="1" smtClean="0"/>
              <a:t>vs</a:t>
            </a:r>
            <a:r>
              <a:rPr lang="en-US" altLang="zh-CN" dirty="0" smtClean="0"/>
              <a:t> </a:t>
            </a:r>
            <a:r>
              <a:rPr lang="zh-CN" altLang="en-US" dirty="0" smtClean="0"/>
              <a:t>测试方案</a:t>
            </a:r>
            <a:endParaRPr lang="zh-CN" altLang="en-US" dirty="0"/>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152640" y="2660760"/>
              <a:ext cx="8839440" cy="2762640"/>
            </p14:xfrm>
          </p:contentPart>
        </mc:Choice>
        <mc:Fallback xmlns="">
          <p:pic>
            <p:nvPicPr>
              <p:cNvPr id="6" name="墨迹 5"/>
            </p:nvPicPr>
            <p:blipFill>
              <a:blip r:embed="rId3"/>
            </p:blipFill>
            <p:spPr>
              <a:xfrm>
                <a:off x="152640" y="2660760"/>
                <a:ext cx="8839440" cy="276264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 name="墨迹 1"/>
              <p14:cNvContentPartPr/>
              <p14:nvPr/>
            </p14:nvContentPartPr>
            <p14:xfrm>
              <a:off x="171720" y="3994200"/>
              <a:ext cx="8668080" cy="286200"/>
            </p14:xfrm>
          </p:contentPart>
        </mc:Choice>
        <mc:Fallback xmlns="">
          <p:pic>
            <p:nvPicPr>
              <p:cNvPr id="2" name="墨迹 1"/>
            </p:nvPicPr>
            <p:blipFill>
              <a:blip r:embed="rId5"/>
            </p:blipFill>
            <p:spPr>
              <a:xfrm>
                <a:off x="171720" y="3994200"/>
                <a:ext cx="8668080" cy="286200"/>
              </a:xfrm>
              <a:prstGeom prst="rect"/>
            </p:spPr>
          </p:pic>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7.3 </a:t>
            </a:r>
            <a:r>
              <a:rPr lang="zh-CN" altLang="en-US" dirty="0" smtClean="0"/>
              <a:t>单元测试</a:t>
            </a:r>
            <a:endParaRPr lang="zh-CN" altLang="en-US" dirty="0"/>
          </a:p>
        </p:txBody>
      </p:sp>
      <p:sp>
        <p:nvSpPr>
          <p:cNvPr id="3" name="内容占位符 2"/>
          <p:cNvSpPr>
            <a:spLocks noGrp="1"/>
          </p:cNvSpPr>
          <p:nvPr>
            <p:ph idx="1"/>
          </p:nvPr>
        </p:nvSpPr>
        <p:spPr/>
        <p:txBody>
          <a:bodyPr/>
          <a:lstStyle/>
          <a:p>
            <a:r>
              <a:rPr lang="zh-CN" altLang="en-US" dirty="0" smtClean="0"/>
              <a:t>单元测试集中检测</a:t>
            </a:r>
            <a:r>
              <a:rPr lang="zh-CN" altLang="en-US" dirty="0" smtClean="0">
                <a:solidFill>
                  <a:srgbClr val="0000FF"/>
                </a:solidFill>
              </a:rPr>
              <a:t>模块</a:t>
            </a:r>
            <a:r>
              <a:rPr lang="zh-CN" altLang="en-US" dirty="0" smtClean="0"/>
              <a:t>（</a:t>
            </a:r>
            <a:r>
              <a:rPr lang="zh-CN" altLang="en-US" dirty="0"/>
              <a:t>软件设计中</a:t>
            </a:r>
            <a:r>
              <a:rPr lang="zh-CN" altLang="en-US" dirty="0" smtClean="0"/>
              <a:t>的最小单元）；</a:t>
            </a:r>
            <a:endParaRPr lang="en-US" altLang="zh-CN" dirty="0" smtClean="0"/>
          </a:p>
          <a:p>
            <a:r>
              <a:rPr lang="zh-CN" altLang="en-US" dirty="0" smtClean="0"/>
              <a:t>单元测试和编码属于软件过程（软件生命周期）的同一阶段；</a:t>
            </a:r>
            <a:endParaRPr lang="en-US" altLang="zh-CN" dirty="0" smtClean="0"/>
          </a:p>
          <a:p>
            <a:r>
              <a:rPr lang="zh-CN" altLang="en-US" dirty="0" smtClean="0"/>
              <a:t>可以应用人工测试和计算机测试两种不同类型的方法；</a:t>
            </a:r>
            <a:endParaRPr lang="en-US" altLang="zh-CN" dirty="0" smtClean="0"/>
          </a:p>
          <a:p>
            <a:r>
              <a:rPr lang="zh-CN" altLang="en-US" dirty="0" smtClean="0"/>
              <a:t>单元测试主要使用</a:t>
            </a:r>
            <a:r>
              <a:rPr lang="zh-CN" altLang="en-US" dirty="0" smtClean="0">
                <a:solidFill>
                  <a:srgbClr val="0000FF"/>
                </a:solidFill>
              </a:rPr>
              <a:t>白盒测试</a:t>
            </a:r>
            <a:r>
              <a:rPr lang="zh-CN" altLang="en-US" dirty="0" smtClean="0"/>
              <a:t>的技术，而且对多个模块的测试可以并行地进行。</a:t>
            </a:r>
            <a:endParaRPr lang="zh-CN" altLang="en-US" dirty="0"/>
          </a:p>
        </p:txBody>
      </p:sp>
      <p:sp>
        <p:nvSpPr>
          <p:cNvPr id="4" name="日期占位符 3"/>
          <p:cNvSpPr>
            <a:spLocks noGrp="1"/>
          </p:cNvSpPr>
          <p:nvPr>
            <p:ph type="dt" sz="half" idx="10"/>
          </p:nvPr>
        </p:nvSpPr>
        <p:spPr/>
        <p:txBody>
          <a:bodyPr/>
          <a:lstStyle/>
          <a:p>
            <a:fld id="{8F68F74E-57E8-4D92-8B8D-95ACB5391B0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7.3.1 </a:t>
            </a:r>
            <a:r>
              <a:rPr lang="zh-CN" altLang="en-US" dirty="0" smtClean="0"/>
              <a:t>测试重点</a:t>
            </a:r>
            <a:endParaRPr lang="zh-CN" altLang="en-US" dirty="0"/>
          </a:p>
        </p:txBody>
      </p:sp>
      <p:sp>
        <p:nvSpPr>
          <p:cNvPr id="3" name="内容占位符 2"/>
          <p:cNvSpPr>
            <a:spLocks noGrp="1"/>
          </p:cNvSpPr>
          <p:nvPr>
            <p:ph idx="1"/>
          </p:nvPr>
        </p:nvSpPr>
        <p:spPr/>
        <p:txBody>
          <a:bodyPr/>
          <a:lstStyle/>
          <a:p>
            <a:r>
              <a:rPr lang="zh-CN" altLang="en-US" dirty="0" smtClean="0"/>
              <a:t>模块接口（先保证模块的输入输出没问题，再测试模块内部）</a:t>
            </a:r>
            <a:endParaRPr lang="en-US" altLang="zh-CN" dirty="0" smtClean="0"/>
          </a:p>
          <a:p>
            <a:r>
              <a:rPr lang="zh-CN" altLang="en-US" dirty="0" smtClean="0"/>
              <a:t>局部数据结构</a:t>
            </a:r>
            <a:endParaRPr lang="en-US" altLang="zh-CN" dirty="0" smtClean="0"/>
          </a:p>
          <a:p>
            <a:r>
              <a:rPr lang="zh-CN" altLang="en-US" dirty="0" smtClean="0"/>
              <a:t>重要的执行通路</a:t>
            </a:r>
            <a:endParaRPr lang="en-US" altLang="zh-CN" dirty="0" smtClean="0"/>
          </a:p>
          <a:p>
            <a:r>
              <a:rPr lang="zh-CN" altLang="en-US" dirty="0" smtClean="0"/>
              <a:t>出错处理通路</a:t>
            </a:r>
            <a:endParaRPr lang="en-US" altLang="zh-CN" dirty="0" smtClean="0"/>
          </a:p>
          <a:p>
            <a:r>
              <a:rPr lang="zh-CN" altLang="en-US" dirty="0" smtClean="0"/>
              <a:t>边界条件 （如数据的边界、循环的边界等）</a:t>
            </a:r>
            <a:endParaRPr lang="zh-CN" altLang="en-US" dirty="0"/>
          </a:p>
        </p:txBody>
      </p:sp>
      <p:sp>
        <p:nvSpPr>
          <p:cNvPr id="4" name="日期占位符 3"/>
          <p:cNvSpPr>
            <a:spLocks noGrp="1"/>
          </p:cNvSpPr>
          <p:nvPr>
            <p:ph type="dt" sz="half" idx="10"/>
          </p:nvPr>
        </p:nvSpPr>
        <p:spPr/>
        <p:txBody>
          <a:bodyPr/>
          <a:lstStyle/>
          <a:p>
            <a:fld id="{74FE0709-8198-4D61-9D35-F2E90AFA759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7.3.2 </a:t>
            </a:r>
            <a:r>
              <a:rPr lang="zh-CN" altLang="en-US" dirty="0" smtClean="0"/>
              <a:t>代码审查</a:t>
            </a:r>
            <a:endParaRPr lang="zh-CN" altLang="en-US" dirty="0"/>
          </a:p>
        </p:txBody>
      </p:sp>
      <p:sp>
        <p:nvSpPr>
          <p:cNvPr id="3" name="内容占位符 2"/>
          <p:cNvSpPr>
            <a:spLocks noGrp="1"/>
          </p:cNvSpPr>
          <p:nvPr>
            <p:ph idx="1"/>
          </p:nvPr>
        </p:nvSpPr>
        <p:spPr>
          <a:xfrm>
            <a:off x="457200" y="1600200"/>
            <a:ext cx="8579296" cy="5069160"/>
          </a:xfrm>
        </p:spPr>
        <p:txBody>
          <a:bodyPr/>
          <a:lstStyle/>
          <a:p>
            <a:r>
              <a:rPr lang="zh-CN" altLang="en-US" dirty="0" smtClean="0"/>
              <a:t>代码审查：由审查小组正式进行测试。</a:t>
            </a:r>
            <a:endParaRPr lang="en-US" altLang="zh-CN" dirty="0" smtClean="0"/>
          </a:p>
          <a:p>
            <a:r>
              <a:rPr lang="zh-CN" altLang="en-US" dirty="0" smtClean="0"/>
              <a:t>可查出</a:t>
            </a:r>
            <a:r>
              <a:rPr lang="en-US" altLang="zh-CN" dirty="0" smtClean="0"/>
              <a:t>30%~70%</a:t>
            </a:r>
            <a:r>
              <a:rPr lang="zh-CN" altLang="en-US" dirty="0" smtClean="0"/>
              <a:t>的逻辑设计错误和编码错误；</a:t>
            </a:r>
            <a:endParaRPr lang="en-US" altLang="zh-CN" dirty="0" smtClean="0"/>
          </a:p>
          <a:p>
            <a:r>
              <a:rPr lang="zh-CN" altLang="en-US" dirty="0" smtClean="0"/>
              <a:t>审查小组组成：</a:t>
            </a:r>
            <a:endParaRPr lang="en-US" altLang="zh-CN" dirty="0" smtClean="0"/>
          </a:p>
          <a:p>
            <a:pPr lvl="1">
              <a:buFont typeface="Wingdings" panose="05000000000000000000" pitchFamily="2" charset="2"/>
              <a:buChar char="ü"/>
            </a:pPr>
            <a:r>
              <a:rPr lang="zh-CN" altLang="en-US" sz="2000" dirty="0" smtClean="0"/>
              <a:t>组长（没有直接参与</a:t>
            </a:r>
            <a:r>
              <a:rPr lang="zh-CN" altLang="en-US" sz="2000" dirty="0"/>
              <a:t>软件</a:t>
            </a:r>
            <a:r>
              <a:rPr lang="zh-CN" altLang="en-US" sz="2000" dirty="0" smtClean="0"/>
              <a:t>的开发）</a:t>
            </a:r>
            <a:endParaRPr lang="en-US" altLang="zh-CN" sz="2000" dirty="0" smtClean="0"/>
          </a:p>
          <a:p>
            <a:pPr lvl="1">
              <a:buFont typeface="Wingdings" panose="05000000000000000000" pitchFamily="2" charset="2"/>
              <a:buChar char="ü"/>
            </a:pPr>
            <a:r>
              <a:rPr lang="zh-CN" altLang="en-US" sz="2000" dirty="0" smtClean="0"/>
              <a:t>程序的设计者</a:t>
            </a:r>
            <a:endParaRPr lang="en-US" altLang="zh-CN" sz="2000" dirty="0" smtClean="0"/>
          </a:p>
          <a:p>
            <a:pPr lvl="1">
              <a:buFont typeface="Wingdings" panose="05000000000000000000" pitchFamily="2" charset="2"/>
              <a:buChar char="ü"/>
            </a:pPr>
            <a:r>
              <a:rPr lang="zh-CN" altLang="en-US" sz="2000" dirty="0" smtClean="0"/>
              <a:t>程序的编写者</a:t>
            </a:r>
            <a:endParaRPr lang="en-US" altLang="zh-CN" sz="2000" dirty="0" smtClean="0"/>
          </a:p>
          <a:p>
            <a:pPr lvl="1">
              <a:buFont typeface="Wingdings" panose="05000000000000000000" pitchFamily="2" charset="2"/>
              <a:buChar char="ü"/>
            </a:pPr>
            <a:r>
              <a:rPr lang="zh-CN" altLang="en-US" sz="2000" dirty="0" smtClean="0"/>
              <a:t>程序的测试者</a:t>
            </a:r>
            <a:endParaRPr lang="en-US" altLang="zh-CN" sz="2000" dirty="0" smtClean="0"/>
          </a:p>
          <a:p>
            <a:r>
              <a:rPr lang="zh-CN" altLang="en-US" dirty="0" smtClean="0"/>
              <a:t>可以发现许多错误，</a:t>
            </a:r>
            <a:r>
              <a:rPr lang="zh-CN" altLang="en-US" dirty="0"/>
              <a:t>从而</a:t>
            </a:r>
            <a:r>
              <a:rPr lang="zh-CN" altLang="en-US" dirty="0" smtClean="0"/>
              <a:t>减少系统验证（或测试）的总工作量。</a:t>
            </a:r>
            <a:endParaRPr lang="en-US" altLang="zh-CN" dirty="0" smtClean="0"/>
          </a:p>
          <a:p>
            <a:pPr marL="0" indent="0">
              <a:buNone/>
            </a:pPr>
            <a:endParaRPr lang="en-US" altLang="zh-CN" dirty="0" smtClean="0"/>
          </a:p>
          <a:p>
            <a:pPr>
              <a:buFont typeface="Wingdings" panose="05000000000000000000" pitchFamily="2" charset="2"/>
              <a:buChar char="ü"/>
            </a:pPr>
            <a:endParaRPr lang="en-US" altLang="zh-CN" dirty="0" smtClean="0"/>
          </a:p>
          <a:p>
            <a:endParaRPr lang="zh-CN" altLang="en-US" dirty="0"/>
          </a:p>
        </p:txBody>
      </p:sp>
      <p:sp>
        <p:nvSpPr>
          <p:cNvPr id="4" name="日期占位符 3"/>
          <p:cNvSpPr>
            <a:spLocks noGrp="1"/>
          </p:cNvSpPr>
          <p:nvPr>
            <p:ph type="dt" sz="half" idx="10"/>
          </p:nvPr>
        </p:nvSpPr>
        <p:spPr/>
        <p:txBody>
          <a:bodyPr/>
          <a:lstStyle/>
          <a:p>
            <a:fld id="{C2AC956B-E3B4-457B-B3F3-6B632DCC5F0D}"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7.3.3 </a:t>
            </a:r>
            <a:r>
              <a:rPr lang="zh-CN" altLang="en-US" dirty="0" smtClean="0"/>
              <a:t>计算机测试</a:t>
            </a:r>
            <a:endParaRPr lang="zh-CN" altLang="en-US" dirty="0"/>
          </a:p>
        </p:txBody>
      </p:sp>
      <p:sp>
        <p:nvSpPr>
          <p:cNvPr id="3" name="内容占位符 2"/>
          <p:cNvSpPr>
            <a:spLocks noGrp="1"/>
          </p:cNvSpPr>
          <p:nvPr>
            <p:ph idx="1"/>
          </p:nvPr>
        </p:nvSpPr>
        <p:spPr>
          <a:xfrm>
            <a:off x="457200" y="1412776"/>
            <a:ext cx="8435280" cy="5328592"/>
          </a:xfrm>
        </p:spPr>
        <p:txBody>
          <a:bodyPr/>
          <a:lstStyle/>
          <a:p>
            <a:r>
              <a:rPr lang="zh-CN" altLang="en-US" dirty="0" smtClean="0"/>
              <a:t>必须为每个单元测试开发</a:t>
            </a:r>
            <a:r>
              <a:rPr lang="zh-CN" altLang="en-US" dirty="0" smtClean="0">
                <a:solidFill>
                  <a:srgbClr val="0000FF"/>
                </a:solidFill>
              </a:rPr>
              <a:t>驱动程序</a:t>
            </a:r>
            <a:r>
              <a:rPr lang="zh-CN" altLang="en-US" dirty="0" smtClean="0"/>
              <a:t>和（或）</a:t>
            </a:r>
            <a:r>
              <a:rPr lang="zh-CN" altLang="en-US" dirty="0" smtClean="0">
                <a:solidFill>
                  <a:srgbClr val="0000FF"/>
                </a:solidFill>
              </a:rPr>
              <a:t>存根程序</a:t>
            </a:r>
            <a:endParaRPr lang="en-US" altLang="zh-CN" dirty="0" smtClean="0">
              <a:solidFill>
                <a:srgbClr val="0000FF"/>
              </a:solidFill>
            </a:endParaRPr>
          </a:p>
          <a:p>
            <a:pPr marL="0" indent="0">
              <a:buNone/>
            </a:pPr>
            <a:r>
              <a:rPr lang="en-US" altLang="zh-CN" dirty="0">
                <a:solidFill>
                  <a:srgbClr val="0000FF"/>
                </a:solidFill>
              </a:rPr>
              <a:t> </a:t>
            </a:r>
            <a:r>
              <a:rPr lang="en-US" altLang="zh-CN" dirty="0" smtClean="0">
                <a:solidFill>
                  <a:srgbClr val="0000FF"/>
                </a:solidFill>
              </a:rPr>
              <a:t>   </a:t>
            </a:r>
            <a:r>
              <a:rPr lang="zh-CN" altLang="en-US" sz="2400" dirty="0" smtClean="0"/>
              <a:t>可以把</a:t>
            </a:r>
            <a:r>
              <a:rPr lang="zh-CN" altLang="en-US" sz="2400" dirty="0" smtClean="0">
                <a:solidFill>
                  <a:srgbClr val="0000FF"/>
                </a:solidFill>
              </a:rPr>
              <a:t>驱动程序</a:t>
            </a:r>
            <a:r>
              <a:rPr lang="zh-CN" altLang="en-US" sz="2400" dirty="0" smtClean="0"/>
              <a:t>看作一个“</a:t>
            </a:r>
            <a:r>
              <a:rPr lang="zh-CN" altLang="en-US" sz="2400" dirty="0" smtClean="0">
                <a:solidFill>
                  <a:srgbClr val="0000FF"/>
                </a:solidFill>
              </a:rPr>
              <a:t>主程序</a:t>
            </a:r>
            <a:r>
              <a:rPr lang="zh-CN" altLang="en-US" sz="2400" dirty="0" smtClean="0"/>
              <a:t>”，接收测试数据，把这些数据传给被测试的模块，并且</a:t>
            </a:r>
            <a:r>
              <a:rPr lang="zh-CN" altLang="en-US" sz="2400" dirty="0"/>
              <a:t>输出</a:t>
            </a:r>
            <a:r>
              <a:rPr lang="zh-CN" altLang="en-US" sz="2400" dirty="0" smtClean="0"/>
              <a:t>有关的结果。</a:t>
            </a:r>
            <a:endParaRPr lang="en-US" altLang="zh-CN" sz="2400" dirty="0" smtClean="0"/>
          </a:p>
          <a:p>
            <a:pPr marL="0" indent="0">
              <a:buNone/>
            </a:pPr>
            <a:endParaRPr lang="en-US" altLang="zh-CN" sz="2400" dirty="0"/>
          </a:p>
          <a:p>
            <a:pPr marL="0" indent="0">
              <a:buNone/>
            </a:pPr>
            <a:r>
              <a:rPr lang="en-US" altLang="zh-CN" sz="2400" dirty="0" smtClean="0"/>
              <a:t>     </a:t>
            </a:r>
            <a:r>
              <a:rPr lang="zh-CN" altLang="en-US" sz="2400" dirty="0" smtClean="0">
                <a:solidFill>
                  <a:srgbClr val="0000FF"/>
                </a:solidFill>
              </a:rPr>
              <a:t>存根程序</a:t>
            </a:r>
            <a:r>
              <a:rPr lang="zh-CN" altLang="en-US" sz="2400" dirty="0" smtClean="0"/>
              <a:t>也称为“</a:t>
            </a:r>
            <a:r>
              <a:rPr lang="zh-CN" altLang="en-US" sz="2400" dirty="0" smtClean="0">
                <a:solidFill>
                  <a:srgbClr val="0000FF"/>
                </a:solidFill>
              </a:rPr>
              <a:t>虚拟子程序</a:t>
            </a:r>
            <a:r>
              <a:rPr lang="zh-CN" altLang="en-US" sz="2400" dirty="0" smtClean="0"/>
              <a:t>”，代替</a:t>
            </a:r>
            <a:r>
              <a:rPr lang="zh-CN" altLang="en-US" sz="2400" dirty="0" smtClean="0">
                <a:solidFill>
                  <a:srgbClr val="FF0000"/>
                </a:solidFill>
              </a:rPr>
              <a:t>被测试的模块所调用的模块</a:t>
            </a:r>
            <a:r>
              <a:rPr lang="zh-CN" altLang="en-US" sz="2400" dirty="0" smtClean="0"/>
              <a:t>，做最少量的数据操作，</a:t>
            </a:r>
            <a:r>
              <a:rPr lang="zh-CN" altLang="en-US" sz="2400" dirty="0"/>
              <a:t>最后</a:t>
            </a:r>
            <a:r>
              <a:rPr lang="zh-CN" altLang="en-US" sz="2400" dirty="0" smtClean="0"/>
              <a:t>把控制归还给调用它的模块。</a:t>
            </a:r>
            <a:endParaRPr lang="en-US" altLang="zh-CN" sz="2400" dirty="0" smtClean="0"/>
          </a:p>
          <a:p>
            <a:pPr marL="0" indent="0">
              <a:buNone/>
            </a:pPr>
            <a:endParaRPr lang="en-US" altLang="zh-CN" sz="2400" dirty="0"/>
          </a:p>
          <a:p>
            <a:r>
              <a:rPr lang="zh-CN" altLang="en-US" sz="2400" dirty="0" smtClean="0">
                <a:solidFill>
                  <a:srgbClr val="FF0000"/>
                </a:solidFill>
              </a:rPr>
              <a:t>注意</a:t>
            </a:r>
            <a:r>
              <a:rPr lang="zh-CN" altLang="en-US" sz="2400" dirty="0" smtClean="0"/>
              <a:t>：驱动程序和存根程序不是软件产品的一部分，不需交付给用户。（</a:t>
            </a:r>
            <a:r>
              <a:rPr lang="zh-CN" altLang="en-US" sz="2400" dirty="0" smtClean="0">
                <a:solidFill>
                  <a:srgbClr val="FF0000"/>
                </a:solidFill>
              </a:rPr>
              <a:t>测试专用</a:t>
            </a:r>
            <a:r>
              <a:rPr lang="zh-CN" altLang="en-US" sz="2400" dirty="0" smtClean="0"/>
              <a:t>）</a:t>
            </a:r>
            <a:endParaRPr lang="en-US" altLang="zh-CN" sz="2400" dirty="0"/>
          </a:p>
          <a:p>
            <a:endParaRPr lang="zh-CN" altLang="en-US" sz="2400" dirty="0"/>
          </a:p>
        </p:txBody>
      </p:sp>
      <p:sp>
        <p:nvSpPr>
          <p:cNvPr id="4" name="日期占位符 3"/>
          <p:cNvSpPr>
            <a:spLocks noGrp="1"/>
          </p:cNvSpPr>
          <p:nvPr>
            <p:ph type="dt" sz="half" idx="10"/>
          </p:nvPr>
        </p:nvSpPr>
        <p:spPr/>
        <p:txBody>
          <a:bodyPr/>
          <a:lstStyle/>
          <a:p>
            <a:fld id="{87E19C7C-B28B-4735-A2DA-EF2891F5C839}"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对计算机测试的理解</a:t>
            </a:r>
            <a:endParaRPr lang="zh-CN" altLang="en-US" dirty="0"/>
          </a:p>
        </p:txBody>
      </p:sp>
      <p:sp>
        <p:nvSpPr>
          <p:cNvPr id="3" name="内容占位符 2"/>
          <p:cNvSpPr>
            <a:spLocks noGrp="1"/>
          </p:cNvSpPr>
          <p:nvPr>
            <p:ph idx="1"/>
          </p:nvPr>
        </p:nvSpPr>
        <p:spPr/>
        <p:txBody>
          <a:bodyPr/>
          <a:lstStyle/>
          <a:p>
            <a:r>
              <a:rPr lang="zh-CN" altLang="en-US" dirty="0" smtClean="0"/>
              <a:t>计算机测试是自动化地对软件进行测试；</a:t>
            </a:r>
            <a:endParaRPr lang="en-US" altLang="zh-CN" dirty="0" smtClean="0"/>
          </a:p>
          <a:p>
            <a:r>
              <a:rPr lang="zh-CN" altLang="en-US" dirty="0" smtClean="0"/>
              <a:t>在按照一定顺序对模块进行测试时，需要</a:t>
            </a:r>
            <a:r>
              <a:rPr lang="zh-CN" altLang="en-US" dirty="0" smtClean="0">
                <a:solidFill>
                  <a:srgbClr val="FF0000"/>
                </a:solidFill>
              </a:rPr>
              <a:t>虚拟的</a:t>
            </a:r>
            <a:r>
              <a:rPr lang="zh-CN" altLang="en-US" dirty="0" smtClean="0"/>
              <a:t>程序（</a:t>
            </a:r>
            <a:r>
              <a:rPr lang="zh-CN" altLang="en-US" dirty="0" smtClean="0">
                <a:solidFill>
                  <a:srgbClr val="FF0000"/>
                </a:solidFill>
              </a:rPr>
              <a:t>驱动程序、存根程序</a:t>
            </a:r>
            <a:r>
              <a:rPr lang="zh-CN" altLang="en-US" dirty="0" smtClean="0"/>
              <a:t>）进行辅助。</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564448"/>
            <a:ext cx="8229600" cy="1143000"/>
          </a:xfrm>
        </p:spPr>
        <p:txBody>
          <a:bodyPr>
            <a:normAutofit fontScale="90000"/>
          </a:bodyPr>
          <a:p>
            <a:r>
              <a:rPr lang="en-US" altLang="zh-CN">
                <a:solidFill>
                  <a:srgbClr val="FF0000"/>
                </a:solidFill>
              </a:rPr>
              <a:t>2-3-5-6</a:t>
            </a:r>
            <a:r>
              <a:rPr lang="zh-CN" altLang="en-US">
                <a:solidFill>
                  <a:srgbClr val="FF0000"/>
                </a:solidFill>
              </a:rPr>
              <a:t>章学习的工具</a:t>
            </a:r>
            <a:br>
              <a:rPr lang="zh-CN" altLang="en-US">
                <a:solidFill>
                  <a:srgbClr val="FF0000"/>
                </a:solidFill>
              </a:rPr>
            </a:br>
            <a:r>
              <a:rPr lang="zh-CN" altLang="en-US">
                <a:solidFill>
                  <a:srgbClr val="FF0000"/>
                </a:solidFill>
              </a:rPr>
              <a:t>整理完了吗？</a:t>
            </a:r>
            <a:endParaRPr lang="zh-CN" altLang="en-US">
              <a:solidFill>
                <a:srgbClr val="FF0000"/>
              </a:solidFill>
            </a:endParaRPr>
          </a:p>
        </p:txBody>
      </p:sp>
      <p:sp>
        <p:nvSpPr>
          <p:cNvPr id="4" name="日期占位符 3"/>
          <p:cNvSpPr>
            <a:spLocks noGrp="1"/>
          </p:cNvSpPr>
          <p:nvPr>
            <p:ph type="dt" sz="half" idx="10"/>
          </p:nvPr>
        </p:nvSpPr>
        <p:spPr/>
        <p:txBody>
          <a:bodyPr/>
          <a:p>
            <a:fld id="{1E5C888E-D020-4FDB-A1E6-06CBCE604824}" type="datetime11">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Revisiting what have learned</a:t>
            </a:r>
            <a:endParaRPr lang="zh-CN" altLang="en-US" dirty="0"/>
          </a:p>
        </p:txBody>
      </p:sp>
      <p:sp>
        <p:nvSpPr>
          <p:cNvPr id="4" name="日期占位符 3"/>
          <p:cNvSpPr>
            <a:spLocks noGrp="1"/>
          </p:cNvSpPr>
          <p:nvPr>
            <p:ph type="dt" sz="half" idx="10"/>
          </p:nvPr>
        </p:nvSpPr>
        <p:spPr/>
        <p:txBody>
          <a:bodyPr/>
          <a:lstStyle/>
          <a:p>
            <a:fld id="{00EACE51-CE0E-45E3-90FA-8E55B79F0777}" type="datetime11">
              <a:rPr lang="zh-CN" altLang="en-US" smtClean="0"/>
            </a:fld>
            <a:endParaRPr lang="zh-CN" altLang="en-US"/>
          </a:p>
        </p:txBody>
      </p:sp>
      <p:sp>
        <p:nvSpPr>
          <p:cNvPr id="6" name="内容占位符 2"/>
          <p:cNvSpPr txBox="1">
            <a:spLocks noGrp="1"/>
          </p:cNvSpPr>
          <p:nvPr>
            <p:ph idx="1"/>
          </p:nvPr>
        </p:nvSpPr>
        <p:spPr>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panose="02020603050405020304" pitchFamily="18"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dirty="0" smtClean="0"/>
              <a:t>Q1: </a:t>
            </a:r>
            <a:r>
              <a:rPr lang="zh-CN" altLang="en-US" dirty="0"/>
              <a:t>程</a:t>
            </a:r>
            <a:r>
              <a:rPr lang="zh-CN" altLang="en-US" dirty="0" smtClean="0"/>
              <a:t>序复杂程度的定量度量的</a:t>
            </a:r>
            <a:r>
              <a:rPr lang="en-US" altLang="zh-CN" dirty="0" smtClean="0"/>
              <a:t>McCabe</a:t>
            </a:r>
            <a:r>
              <a:rPr lang="zh-CN" altLang="en-US" dirty="0" smtClean="0"/>
              <a:t>方法中，如何计算环形复杂度？</a:t>
            </a:r>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计算环形复杂度的例子</a:t>
            </a:r>
            <a:endParaRPr lang="zh-CN" altLang="en-US" dirty="0"/>
          </a:p>
        </p:txBody>
      </p:sp>
      <p:sp>
        <p:nvSpPr>
          <p:cNvPr id="4" name="日期占位符 3"/>
          <p:cNvSpPr>
            <a:spLocks noGrp="1"/>
          </p:cNvSpPr>
          <p:nvPr>
            <p:ph type="dt" sz="half" idx="10"/>
          </p:nvPr>
        </p:nvSpPr>
        <p:spPr/>
        <p:txBody>
          <a:bodyPr/>
          <a:lstStyle/>
          <a:p>
            <a:fld id="{346DD288-0BBA-47EE-BADA-EC38C450C248}" type="datetime11">
              <a:rPr lang="zh-CN" altLang="en-US" smtClean="0"/>
            </a:fld>
            <a:endParaRPr lang="zh-CN" altLang="en-US"/>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50" y="1656183"/>
            <a:ext cx="588645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7615" y="1656183"/>
            <a:ext cx="3032634" cy="3392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004048" y="1600200"/>
            <a:ext cx="3682752" cy="4525963"/>
          </a:xfrm>
        </p:spPr>
        <p:txBody>
          <a:bodyPr/>
          <a:lstStyle/>
          <a:p>
            <a:pPr marL="0" indent="0">
              <a:buNone/>
            </a:pPr>
            <a:r>
              <a:rPr lang="en-US" altLang="zh-CN" dirty="0">
                <a:solidFill>
                  <a:srgbClr val="FF0000"/>
                </a:solidFill>
              </a:rPr>
              <a:t>Q1</a:t>
            </a:r>
            <a:r>
              <a:rPr lang="zh-CN" altLang="en-US" dirty="0">
                <a:solidFill>
                  <a:srgbClr val="FF0000"/>
                </a:solidFill>
              </a:rPr>
              <a:t>：这是什么图？</a:t>
            </a:r>
            <a:endParaRPr lang="en-US" altLang="zh-CN" dirty="0">
              <a:solidFill>
                <a:srgbClr val="FF0000"/>
              </a:solidFill>
            </a:endParaRPr>
          </a:p>
          <a:p>
            <a:pPr marL="0" indent="0">
              <a:buNone/>
            </a:pPr>
            <a:r>
              <a:rPr lang="en-US" altLang="zh-CN" dirty="0">
                <a:solidFill>
                  <a:srgbClr val="FF0000"/>
                </a:solidFill>
              </a:rPr>
              <a:t>Q2</a:t>
            </a:r>
            <a:r>
              <a:rPr lang="zh-CN" altLang="en-US" dirty="0">
                <a:solidFill>
                  <a:srgbClr val="FF0000"/>
                </a:solidFill>
              </a:rPr>
              <a:t>：程序的环形复杂度是多少？</a:t>
            </a:r>
            <a:endParaRPr lang="zh-CN" altLang="en-US" dirty="0">
              <a:solidFill>
                <a:srgbClr val="FF0000"/>
              </a:solidFill>
            </a:endParaRPr>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3820" y="1556792"/>
            <a:ext cx="4037741" cy="4715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随堂练习（讲完本次课内容后进行）</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5" name="内容占位符 2"/>
          <p:cNvSpPr>
            <a:spLocks noGrp="1"/>
          </p:cNvSpPr>
          <p:nvPr>
            <p:ph idx="1"/>
          </p:nvPr>
        </p:nvSpPr>
        <p:spPr>
          <a:xfrm>
            <a:off x="457200" y="1600200"/>
            <a:ext cx="8229600" cy="4781128"/>
          </a:xfrm>
        </p:spPr>
        <p:txBody>
          <a:bodyPr>
            <a:normAutofit fontScale="55000" lnSpcReduction="20000"/>
          </a:bodyPr>
          <a:lstStyle/>
          <a:p>
            <a:pPr marL="0" indent="0">
              <a:buNone/>
            </a:pPr>
            <a:r>
              <a:rPr lang="zh-CN" altLang="zh-CN" dirty="0"/>
              <a:t>请画出下面代码的程序流程图及对应的流图，并计算环形复杂度。</a:t>
            </a:r>
            <a:endParaRPr lang="zh-CN" altLang="zh-CN" dirty="0"/>
          </a:p>
          <a:p>
            <a:pPr marL="0" indent="0">
              <a:buNone/>
            </a:pPr>
            <a:r>
              <a:rPr lang="en-US" altLang="zh-CN" dirty="0"/>
              <a:t>  </a:t>
            </a:r>
            <a:r>
              <a:rPr lang="en-US" altLang="zh-CN" dirty="0" smtClean="0"/>
              <a:t>void </a:t>
            </a:r>
            <a:r>
              <a:rPr lang="en-US" altLang="zh-CN" dirty="0" err="1"/>
              <a:t>func</a:t>
            </a:r>
            <a:r>
              <a:rPr lang="en-US" altLang="zh-CN" dirty="0"/>
              <a:t>(</a:t>
            </a:r>
            <a:r>
              <a:rPr lang="en-US" altLang="zh-CN" dirty="0" err="1"/>
              <a:t>int</a:t>
            </a:r>
            <a:r>
              <a:rPr lang="en-US" altLang="zh-CN" dirty="0"/>
              <a:t> x, </a:t>
            </a:r>
            <a:r>
              <a:rPr lang="en-US" altLang="zh-CN" dirty="0" err="1"/>
              <a:t>int</a:t>
            </a:r>
            <a:r>
              <a:rPr lang="en-US" altLang="zh-CN" dirty="0"/>
              <a:t> y</a:t>
            </a:r>
            <a:r>
              <a:rPr lang="en-US" altLang="zh-CN" dirty="0" smtClean="0"/>
              <a:t>)   // </a:t>
            </a:r>
            <a:r>
              <a:rPr lang="zh-CN" altLang="en-US" dirty="0" smtClean="0">
                <a:solidFill>
                  <a:srgbClr val="FF0000"/>
                </a:solidFill>
              </a:rPr>
              <a:t>画图时，不需考虑此行。</a:t>
            </a:r>
            <a:endParaRPr lang="zh-CN" altLang="zh-CN" dirty="0">
              <a:solidFill>
                <a:srgbClr val="FF0000"/>
              </a:solidFill>
            </a:endParaRPr>
          </a:p>
          <a:p>
            <a:pPr marL="0" indent="0">
              <a:buNone/>
            </a:pPr>
            <a:r>
              <a:rPr lang="en-US" altLang="zh-CN" dirty="0"/>
              <a:t>  </a:t>
            </a:r>
            <a:r>
              <a:rPr lang="en-US" altLang="zh-CN" dirty="0" smtClean="0"/>
              <a:t>{</a:t>
            </a:r>
            <a:endParaRPr lang="zh-CN" altLang="zh-CN" dirty="0"/>
          </a:p>
          <a:p>
            <a:pPr marL="0" indent="0">
              <a:buNone/>
            </a:pPr>
            <a:r>
              <a:rPr lang="en-US" altLang="zh-CN" dirty="0"/>
              <a:t>           while(x&gt;0)</a:t>
            </a:r>
            <a:endParaRPr lang="zh-CN" altLang="zh-CN" dirty="0"/>
          </a:p>
          <a:p>
            <a:pPr marL="0" indent="0">
              <a:buNone/>
            </a:pPr>
            <a:r>
              <a:rPr lang="en-US" altLang="zh-CN" dirty="0"/>
              <a:t>           {</a:t>
            </a:r>
            <a:endParaRPr lang="zh-CN" altLang="zh-CN" dirty="0"/>
          </a:p>
          <a:p>
            <a:pPr marL="0" indent="0">
              <a:buNone/>
            </a:pPr>
            <a:r>
              <a:rPr lang="en-US" altLang="zh-CN" dirty="0"/>
              <a:t>            </a:t>
            </a:r>
            <a:r>
              <a:rPr lang="en-US" altLang="zh-CN" dirty="0" err="1"/>
              <a:t>int</a:t>
            </a:r>
            <a:r>
              <a:rPr lang="en-US" altLang="zh-CN" dirty="0"/>
              <a:t> sum=</a:t>
            </a:r>
            <a:r>
              <a:rPr lang="en-US" altLang="zh-CN" dirty="0" err="1"/>
              <a:t>x+y</a:t>
            </a:r>
            <a:r>
              <a:rPr lang="en-US" altLang="zh-CN" dirty="0"/>
              <a:t>;</a:t>
            </a:r>
            <a:endParaRPr lang="zh-CN" altLang="zh-CN" dirty="0"/>
          </a:p>
          <a:p>
            <a:pPr marL="0" indent="0">
              <a:buNone/>
            </a:pPr>
            <a:r>
              <a:rPr lang="en-US" altLang="zh-CN" dirty="0"/>
              <a:t>            if(sum&gt;1)</a:t>
            </a:r>
            <a:endParaRPr lang="zh-CN" altLang="zh-CN" dirty="0"/>
          </a:p>
          <a:p>
            <a:pPr marL="0" indent="0">
              <a:buNone/>
            </a:pPr>
            <a:r>
              <a:rPr lang="en-US" altLang="zh-CN" dirty="0"/>
              <a:t>           {x--; y--;}</a:t>
            </a:r>
            <a:endParaRPr lang="zh-CN" altLang="zh-CN" dirty="0"/>
          </a:p>
          <a:p>
            <a:pPr marL="0" indent="0">
              <a:buNone/>
            </a:pPr>
            <a:r>
              <a:rPr lang="en-US" altLang="zh-CN" dirty="0"/>
              <a:t>           else</a:t>
            </a:r>
            <a:endParaRPr lang="zh-CN" altLang="zh-CN" dirty="0"/>
          </a:p>
          <a:p>
            <a:pPr marL="0" indent="0">
              <a:buNone/>
            </a:pPr>
            <a:r>
              <a:rPr lang="en-US" altLang="zh-CN" dirty="0"/>
              <a:t>           {</a:t>
            </a:r>
            <a:endParaRPr lang="zh-CN" altLang="zh-CN" dirty="0"/>
          </a:p>
          <a:p>
            <a:pPr marL="0" indent="0">
              <a:buNone/>
            </a:pPr>
            <a:r>
              <a:rPr lang="en-US" altLang="zh-CN" dirty="0"/>
              <a:t>            if(sum&lt;-1) a-=2;</a:t>
            </a:r>
            <a:endParaRPr lang="zh-CN" altLang="zh-CN" dirty="0"/>
          </a:p>
          <a:p>
            <a:pPr marL="0" indent="0">
              <a:buNone/>
            </a:pPr>
            <a:r>
              <a:rPr lang="en-US" altLang="zh-CN" dirty="0"/>
              <a:t>            else a-=4;</a:t>
            </a:r>
            <a:endParaRPr lang="zh-CN" altLang="zh-CN" dirty="0"/>
          </a:p>
          <a:p>
            <a:pPr marL="0" indent="0">
              <a:buNone/>
            </a:pPr>
            <a:r>
              <a:rPr lang="en-US" altLang="zh-CN" dirty="0" smtClean="0"/>
              <a:t>          }   </a:t>
            </a:r>
            <a:r>
              <a:rPr lang="en-US" altLang="zh-CN" dirty="0"/>
              <a:t>// end of if(sum&gt;1)</a:t>
            </a:r>
            <a:endParaRPr lang="zh-CN" altLang="zh-CN" dirty="0"/>
          </a:p>
          <a:p>
            <a:pPr marL="0" indent="0">
              <a:buNone/>
            </a:pPr>
            <a:r>
              <a:rPr lang="en-US" altLang="zh-CN" dirty="0" smtClean="0"/>
              <a:t>          }   </a:t>
            </a:r>
            <a:r>
              <a:rPr lang="en-US" altLang="zh-CN" dirty="0"/>
              <a:t>// end of while</a:t>
            </a:r>
            <a:endParaRPr lang="zh-CN" altLang="zh-CN" dirty="0"/>
          </a:p>
          <a:p>
            <a:pPr marL="0" indent="0">
              <a:buNone/>
            </a:pPr>
            <a:r>
              <a:rPr lang="en-US" altLang="zh-CN" dirty="0" smtClean="0"/>
              <a:t>          x=</a:t>
            </a:r>
            <a:r>
              <a:rPr lang="en-US" altLang="zh-CN" dirty="0" err="1" smtClean="0"/>
              <a:t>x+y</a:t>
            </a:r>
            <a:r>
              <a:rPr lang="en-US" altLang="zh-CN" dirty="0" smtClean="0"/>
              <a:t>;</a:t>
            </a:r>
            <a:endParaRPr lang="en-US" altLang="zh-CN" dirty="0" smtClean="0"/>
          </a:p>
          <a:p>
            <a:pPr marL="0" indent="0">
              <a:buNone/>
            </a:pPr>
            <a:r>
              <a:rPr lang="en-US" altLang="zh-CN" dirty="0" smtClean="0"/>
              <a:t>}    </a:t>
            </a:r>
            <a:r>
              <a:rPr lang="en-US" altLang="zh-CN" dirty="0"/>
              <a:t>// end of </a:t>
            </a:r>
            <a:r>
              <a:rPr lang="en-US" altLang="zh-CN" dirty="0" err="1" smtClean="0"/>
              <a:t>func</a:t>
            </a:r>
            <a:r>
              <a:rPr lang="en-US" altLang="zh-CN" dirty="0" smtClean="0"/>
              <a:t>   </a:t>
            </a:r>
            <a:r>
              <a:rPr lang="en-US" altLang="zh-CN" dirty="0"/>
              <a:t> // </a:t>
            </a:r>
            <a:r>
              <a:rPr lang="zh-CN" altLang="en-US" dirty="0">
                <a:solidFill>
                  <a:srgbClr val="FF0000"/>
                </a:solidFill>
              </a:rPr>
              <a:t>画图时，不需考虑此行</a:t>
            </a:r>
            <a:r>
              <a:rPr lang="zh-CN" altLang="en-US" dirty="0" smtClean="0">
                <a:solidFill>
                  <a:srgbClr val="FF0000"/>
                </a:solidFill>
              </a:rPr>
              <a:t>。</a:t>
            </a:r>
            <a:endParaRPr lang="zh-CN" altLang="zh-CN" dirty="0">
              <a:solidFill>
                <a:srgbClr val="FF0000"/>
              </a:solidFill>
            </a:endParaRPr>
          </a:p>
          <a:p>
            <a:pPr marL="0" indent="0">
              <a:buNone/>
            </a:pPr>
            <a:endParaRPr lang="zh-CN" altLang="en-US" dirty="0"/>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971640" y="2457360"/>
              <a:ext cx="2629440" cy="3321360"/>
            </p14:xfrm>
          </p:contentPart>
        </mc:Choice>
        <mc:Fallback xmlns="">
          <p:pic>
            <p:nvPicPr>
              <p:cNvPr id="3" name="墨迹 2"/>
            </p:nvPicPr>
            <p:blipFill>
              <a:blip r:embed="rId2"/>
            </p:blipFill>
            <p:spPr>
              <a:xfrm>
                <a:off x="971640" y="2457360"/>
                <a:ext cx="2629440" cy="3321360"/>
              </a:xfrm>
              <a:prstGeom prst="rect"/>
            </p:spPr>
          </p:pic>
        </mc:Fallback>
      </mc:AlternateContent>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参考答案</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9" name="TextBox 8"/>
          <p:cNvSpPr txBox="1"/>
          <p:nvPr/>
        </p:nvSpPr>
        <p:spPr>
          <a:xfrm>
            <a:off x="1403648" y="5635606"/>
            <a:ext cx="1728192" cy="369332"/>
          </a:xfrm>
          <a:prstGeom prst="rect">
            <a:avLst/>
          </a:prstGeom>
          <a:noFill/>
        </p:spPr>
        <p:txBody>
          <a:bodyPr wrap="square" rtlCol="0">
            <a:spAutoFit/>
          </a:bodyPr>
          <a:lstStyle/>
          <a:p>
            <a:r>
              <a:rPr lang="zh-CN" altLang="en-US" dirty="0" smtClean="0"/>
              <a:t>程序流程图</a:t>
            </a:r>
            <a:endParaRPr lang="zh-CN" altLang="en-US" dirty="0"/>
          </a:p>
        </p:txBody>
      </p:sp>
      <p:sp>
        <p:nvSpPr>
          <p:cNvPr id="10" name="TextBox 9"/>
          <p:cNvSpPr txBox="1"/>
          <p:nvPr/>
        </p:nvSpPr>
        <p:spPr>
          <a:xfrm>
            <a:off x="6300192" y="5438635"/>
            <a:ext cx="1440160" cy="369332"/>
          </a:xfrm>
          <a:prstGeom prst="rect">
            <a:avLst/>
          </a:prstGeom>
          <a:noFill/>
        </p:spPr>
        <p:txBody>
          <a:bodyPr wrap="square" rtlCol="0">
            <a:spAutoFit/>
          </a:bodyPr>
          <a:lstStyle/>
          <a:p>
            <a:r>
              <a:rPr lang="zh-CN" altLang="en-US" dirty="0"/>
              <a:t> </a:t>
            </a:r>
            <a:r>
              <a:rPr lang="zh-CN" altLang="en-US" dirty="0" smtClean="0"/>
              <a:t>   流图</a:t>
            </a:r>
            <a:endParaRPr lang="zh-CN" altLang="en-US" dirty="0"/>
          </a:p>
        </p:txBody>
      </p:sp>
      <p:pic>
        <p:nvPicPr>
          <p:cNvPr id="1101" name="Picture 7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528" y="1196752"/>
            <a:ext cx="4665363" cy="406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9" name="Picture 1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1015" y="1412776"/>
            <a:ext cx="3448201"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1187624" y="6004938"/>
            <a:ext cx="6048672" cy="830997"/>
          </a:xfrm>
          <a:prstGeom prst="rect">
            <a:avLst/>
          </a:prstGeom>
          <a:noFill/>
        </p:spPr>
        <p:txBody>
          <a:bodyPr wrap="square" rtlCol="0">
            <a:spAutoFit/>
          </a:bodyPr>
          <a:lstStyle/>
          <a:p>
            <a:r>
              <a:rPr lang="zh-CN" altLang="en-US" sz="2400" dirty="0" smtClean="0">
                <a:solidFill>
                  <a:srgbClr val="0000FF"/>
                </a:solidFill>
              </a:rPr>
              <a:t>考试时若碰到类似题目，需要在程序上给出语句的编号。</a:t>
            </a:r>
            <a:endParaRPr lang="zh-CN" altLang="en-US" sz="2400" dirty="0">
              <a:solidFill>
                <a:srgbClr val="0000FF"/>
              </a:solidFill>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955880" y="1962000"/>
              <a:ext cx="2775240" cy="2591280"/>
            </p14:xfrm>
          </p:contentPart>
        </mc:Choice>
        <mc:Fallback xmlns="">
          <p:pic>
            <p:nvPicPr>
              <p:cNvPr id="3" name="墨迹 2"/>
            </p:nvPicPr>
            <p:blipFill>
              <a:blip r:embed="rId4"/>
            </p:blipFill>
            <p:spPr>
              <a:xfrm>
                <a:off x="1955880" y="1962000"/>
                <a:ext cx="2775240" cy="2591280"/>
              </a:xfrm>
              <a:prstGeom prst="rect"/>
            </p:spPr>
          </p:pic>
        </mc:Fallback>
      </mc:AlternateContent>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环形复杂度</a:t>
            </a:r>
            <a:r>
              <a:rPr lang="en-US" altLang="zh-CN" dirty="0" smtClean="0"/>
              <a:t>V(G)</a:t>
            </a:r>
            <a:r>
              <a:rPr lang="zh-CN" altLang="en-US" dirty="0" smtClean="0"/>
              <a:t>：</a:t>
            </a:r>
            <a:endParaRPr lang="en-US" altLang="zh-CN" dirty="0" smtClean="0"/>
          </a:p>
          <a:p>
            <a:pPr marL="514350" indent="-514350">
              <a:buAutoNum type="arabicParenR"/>
            </a:pPr>
            <a:r>
              <a:rPr lang="en-US" altLang="zh-CN" dirty="0" smtClean="0"/>
              <a:t>V(G) = </a:t>
            </a:r>
            <a:r>
              <a:rPr lang="zh-CN" altLang="en-US" dirty="0" smtClean="0"/>
              <a:t>区域数</a:t>
            </a:r>
            <a:r>
              <a:rPr lang="en-US" altLang="zh-CN" dirty="0"/>
              <a:t> </a:t>
            </a:r>
            <a:r>
              <a:rPr lang="en-US" altLang="zh-CN" dirty="0" smtClean="0"/>
              <a:t>= 4</a:t>
            </a:r>
            <a:endParaRPr lang="en-US" altLang="zh-CN" dirty="0" smtClean="0"/>
          </a:p>
          <a:p>
            <a:pPr marL="514350" indent="-514350">
              <a:buAutoNum type="arabicParenR"/>
            </a:pPr>
            <a:r>
              <a:rPr lang="en-US" altLang="zh-CN" dirty="0" smtClean="0"/>
              <a:t>V(G) =</a:t>
            </a:r>
            <a:r>
              <a:rPr lang="zh-CN" altLang="en-US" dirty="0" smtClean="0"/>
              <a:t>边数</a:t>
            </a:r>
            <a:r>
              <a:rPr lang="en-US" altLang="zh-CN" dirty="0" smtClean="0"/>
              <a:t>-</a:t>
            </a:r>
            <a:r>
              <a:rPr lang="zh-CN" altLang="en-US" dirty="0" smtClean="0"/>
              <a:t>结点数</a:t>
            </a:r>
            <a:r>
              <a:rPr lang="en-US" altLang="zh-CN" dirty="0" smtClean="0"/>
              <a:t>+2 = 11-9+2 = 4</a:t>
            </a:r>
            <a:endParaRPr lang="en-US" altLang="zh-CN" dirty="0" smtClean="0"/>
          </a:p>
          <a:p>
            <a:pPr marL="514350" indent="-514350">
              <a:buAutoNum type="arabicParenR"/>
            </a:pPr>
            <a:r>
              <a:rPr lang="en-US" altLang="zh-CN" dirty="0" smtClean="0"/>
              <a:t>V(G) = </a:t>
            </a:r>
            <a:r>
              <a:rPr lang="zh-CN" altLang="en-US" dirty="0" smtClean="0"/>
              <a:t>判定结点数</a:t>
            </a:r>
            <a:r>
              <a:rPr lang="en-US" altLang="zh-CN" dirty="0" smtClean="0"/>
              <a:t>+1= 3+1 = 4</a:t>
            </a:r>
            <a:endParaRPr lang="en-US" altLang="zh-CN" dirty="0" smtClean="0"/>
          </a:p>
          <a:p>
            <a:pPr marL="0" indent="0">
              <a:buNone/>
            </a:pPr>
            <a:r>
              <a:rPr lang="en-US" altLang="zh-CN" dirty="0"/>
              <a:t> </a:t>
            </a:r>
            <a:r>
              <a:rPr lang="en-US" altLang="zh-CN" dirty="0" smtClean="0"/>
              <a:t> </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smtClean="0"/>
              <a:t>Q2: ______</a:t>
            </a:r>
            <a:r>
              <a:rPr lang="zh-CN" altLang="en-US" dirty="0" smtClean="0"/>
              <a:t>和</a:t>
            </a:r>
            <a:r>
              <a:rPr lang="en-US" altLang="zh-CN" dirty="0" smtClean="0"/>
              <a:t>______</a:t>
            </a:r>
            <a:r>
              <a:rPr lang="zh-CN" altLang="en-US" dirty="0" smtClean="0"/>
              <a:t>统称为实现。</a:t>
            </a:r>
            <a:endParaRPr lang="zh-CN" altLang="en-US" dirty="0"/>
          </a:p>
        </p:txBody>
      </p:sp>
      <p:sp>
        <p:nvSpPr>
          <p:cNvPr id="4" name="日期占位符 3"/>
          <p:cNvSpPr>
            <a:spLocks noGrp="1"/>
          </p:cNvSpPr>
          <p:nvPr>
            <p:ph type="dt" sz="half" idx="10"/>
          </p:nvPr>
        </p:nvSpPr>
        <p:spPr/>
        <p:txBody>
          <a:bodyPr/>
          <a:lstStyle/>
          <a:p>
            <a:fld id="{4F58E5D7-BD15-4AB9-AAB4-AC86316C5C1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smtClean="0"/>
              <a:t>Q3</a:t>
            </a:r>
            <a:r>
              <a:rPr lang="zh-CN" altLang="en-US" dirty="0" smtClean="0"/>
              <a:t>：黑盒测试也称为</a:t>
            </a:r>
            <a:r>
              <a:rPr lang="en-US" altLang="zh-CN" dirty="0" smtClean="0"/>
              <a:t>______</a:t>
            </a:r>
            <a:r>
              <a:rPr lang="zh-CN" altLang="en-US" dirty="0" smtClean="0"/>
              <a:t>测试，白盒测试</a:t>
            </a:r>
            <a:r>
              <a:rPr lang="zh-CN" altLang="en-US" dirty="0"/>
              <a:t>也称为</a:t>
            </a:r>
            <a:r>
              <a:rPr lang="en-US" altLang="zh-CN" dirty="0"/>
              <a:t>______</a:t>
            </a:r>
            <a:r>
              <a:rPr lang="zh-CN" altLang="en-US" dirty="0"/>
              <a:t>测试</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 of this chapter</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5" name="内容占位符 2"/>
          <p:cNvSpPr>
            <a:spLocks noGrp="1"/>
          </p:cNvSpPr>
          <p:nvPr>
            <p:ph idx="1"/>
          </p:nvPr>
        </p:nvSpPr>
        <p:spPr/>
        <p:txBody>
          <a:bodyPr>
            <a:normAutofit fontScale="92500" lnSpcReduction="20000"/>
          </a:bodyPr>
          <a:lstStyle/>
          <a:p>
            <a:r>
              <a:rPr lang="zh-CN" altLang="en-US" dirty="0" smtClean="0"/>
              <a:t>编码</a:t>
            </a:r>
            <a:endParaRPr lang="en-US" altLang="zh-CN" dirty="0" smtClean="0"/>
          </a:p>
          <a:p>
            <a:r>
              <a:rPr lang="zh-CN" altLang="en-US" dirty="0" smtClean="0"/>
              <a:t>软件测试基础</a:t>
            </a:r>
            <a:endParaRPr lang="en-US" altLang="zh-CN" dirty="0" smtClean="0"/>
          </a:p>
          <a:p>
            <a:r>
              <a:rPr lang="zh-CN" altLang="en-US" dirty="0" smtClean="0"/>
              <a:t>单元测试</a:t>
            </a:r>
            <a:endParaRPr lang="en-US" altLang="zh-CN" dirty="0" smtClean="0"/>
          </a:p>
          <a:p>
            <a:r>
              <a:rPr lang="zh-CN" altLang="en-US" dirty="0" smtClean="0">
                <a:solidFill>
                  <a:srgbClr val="0000FF"/>
                </a:solidFill>
              </a:rPr>
              <a:t>集成测试</a:t>
            </a:r>
            <a:endParaRPr lang="en-US" altLang="zh-CN" dirty="0" smtClean="0">
              <a:solidFill>
                <a:srgbClr val="0000FF"/>
              </a:solidFill>
            </a:endParaRPr>
          </a:p>
          <a:p>
            <a:r>
              <a:rPr lang="zh-CN" altLang="en-US" dirty="0" smtClean="0">
                <a:solidFill>
                  <a:srgbClr val="0000FF"/>
                </a:solidFill>
              </a:rPr>
              <a:t>确认测试</a:t>
            </a:r>
            <a:endParaRPr lang="en-US" altLang="zh-CN" dirty="0" smtClean="0">
              <a:solidFill>
                <a:srgbClr val="0000FF"/>
              </a:solidFill>
            </a:endParaRPr>
          </a:p>
          <a:p>
            <a:r>
              <a:rPr lang="zh-CN" altLang="en-US" dirty="0">
                <a:solidFill>
                  <a:srgbClr val="0000FF"/>
                </a:solidFill>
              </a:rPr>
              <a:t>白盒</a:t>
            </a:r>
            <a:r>
              <a:rPr lang="zh-CN" altLang="en-US" dirty="0" smtClean="0">
                <a:solidFill>
                  <a:srgbClr val="0000FF"/>
                </a:solidFill>
              </a:rPr>
              <a:t>测试技术</a:t>
            </a:r>
            <a:endParaRPr lang="en-US" altLang="zh-CN" dirty="0" smtClean="0">
              <a:solidFill>
                <a:srgbClr val="0000FF"/>
              </a:solidFill>
            </a:endParaRPr>
          </a:p>
          <a:p>
            <a:r>
              <a:rPr lang="zh-CN" altLang="en-US" dirty="0" smtClean="0"/>
              <a:t>黑盒</a:t>
            </a:r>
            <a:r>
              <a:rPr lang="zh-CN" altLang="en-US" dirty="0"/>
              <a:t>测试技术</a:t>
            </a:r>
            <a:endParaRPr lang="zh-CN" altLang="en-US" dirty="0"/>
          </a:p>
          <a:p>
            <a:r>
              <a:rPr lang="zh-CN" altLang="en-US" dirty="0" smtClean="0"/>
              <a:t>调试</a:t>
            </a:r>
            <a:endParaRPr lang="en-US" altLang="zh-CN" dirty="0" smtClean="0"/>
          </a:p>
          <a:p>
            <a:r>
              <a:rPr lang="zh-CN" altLang="en-US" dirty="0" smtClean="0"/>
              <a:t>软件可靠性</a:t>
            </a: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 </a:t>
            </a:r>
            <a:r>
              <a:rPr lang="zh-CN" altLang="en-US" dirty="0" smtClean="0">
                <a:highlight>
                  <a:srgbClr val="FFFF00"/>
                </a:highlight>
              </a:rPr>
              <a:t>集成</a:t>
            </a:r>
            <a:r>
              <a:rPr lang="zh-CN" altLang="en-US" dirty="0" smtClean="0"/>
              <a:t>测试</a:t>
            </a:r>
            <a:endParaRPr lang="zh-CN" altLang="en-US" dirty="0"/>
          </a:p>
        </p:txBody>
      </p:sp>
      <p:sp>
        <p:nvSpPr>
          <p:cNvPr id="3" name="内容占位符 2"/>
          <p:cNvSpPr>
            <a:spLocks noGrp="1"/>
          </p:cNvSpPr>
          <p:nvPr>
            <p:ph idx="1"/>
          </p:nvPr>
        </p:nvSpPr>
        <p:spPr>
          <a:xfrm>
            <a:off x="107504" y="1412776"/>
            <a:ext cx="8892480" cy="5040560"/>
          </a:xfrm>
        </p:spPr>
        <p:txBody>
          <a:bodyPr>
            <a:normAutofit lnSpcReduction="10000"/>
          </a:bodyPr>
          <a:lstStyle/>
          <a:p>
            <a:r>
              <a:rPr lang="zh-CN" altLang="en-US" sz="2400" dirty="0" smtClean="0"/>
              <a:t>什么是集成测试？</a:t>
            </a:r>
            <a:endParaRPr lang="en-US" altLang="zh-CN" sz="2400" dirty="0" smtClean="0"/>
          </a:p>
          <a:p>
            <a:pPr marL="0" indent="0">
              <a:buNone/>
            </a:pPr>
            <a:r>
              <a:rPr lang="en-US" altLang="zh-CN" sz="2400" dirty="0"/>
              <a:t> </a:t>
            </a:r>
            <a:r>
              <a:rPr lang="en-US" altLang="zh-CN" sz="2400" dirty="0" smtClean="0"/>
              <a:t>   </a:t>
            </a:r>
            <a:r>
              <a:rPr lang="zh-CN" altLang="en-US" sz="2400" dirty="0" smtClean="0"/>
              <a:t>把经过单元测试的模块放在一起形成一个子系统来测试，</a:t>
            </a:r>
            <a:r>
              <a:rPr lang="zh-CN" altLang="en-US" sz="2400" dirty="0" smtClean="0">
                <a:solidFill>
                  <a:srgbClr val="0000FF"/>
                </a:solidFill>
              </a:rPr>
              <a:t>着重  测试模块的接口</a:t>
            </a:r>
            <a:r>
              <a:rPr lang="zh-CN" altLang="en-US" sz="2400" dirty="0" smtClean="0"/>
              <a:t>（集成测试包括子系统测试和系统测试，这里主要讨论子系统测试）。</a:t>
            </a:r>
            <a:endParaRPr lang="en-US" altLang="zh-CN" sz="2400" dirty="0" smtClean="0"/>
          </a:p>
          <a:p>
            <a:pPr marL="0" indent="0">
              <a:buNone/>
            </a:pPr>
            <a:endParaRPr lang="en-US" altLang="zh-CN" sz="2400" dirty="0" smtClean="0"/>
          </a:p>
          <a:p>
            <a:r>
              <a:rPr lang="zh-CN" altLang="en-US" sz="2400" dirty="0" smtClean="0"/>
              <a:t>集成测试主要考虑的问题：</a:t>
            </a:r>
            <a:endParaRPr lang="en-US" altLang="zh-CN" sz="2400" dirty="0" smtClean="0"/>
          </a:p>
          <a:p>
            <a:pPr marL="457200" indent="-457200">
              <a:buFont typeface="+mj-lt"/>
              <a:buAutoNum type="alphaLcParenR"/>
            </a:pPr>
            <a:r>
              <a:rPr lang="zh-CN" altLang="en-US" sz="2400" dirty="0" smtClean="0"/>
              <a:t>把各个模块连接起来的时候，</a:t>
            </a:r>
            <a:r>
              <a:rPr lang="zh-CN" altLang="en-US" sz="2400" dirty="0" smtClean="0">
                <a:solidFill>
                  <a:srgbClr val="0000FF"/>
                </a:solidFill>
              </a:rPr>
              <a:t>穿越模块接口的数据</a:t>
            </a:r>
            <a:r>
              <a:rPr lang="zh-CN" altLang="en-US" sz="2400" dirty="0" smtClean="0"/>
              <a:t>是否会丢失？</a:t>
            </a:r>
            <a:endParaRPr lang="en-US" altLang="zh-CN" sz="2400" dirty="0" smtClean="0"/>
          </a:p>
          <a:p>
            <a:pPr marL="457200" indent="-457200">
              <a:buFont typeface="+mj-lt"/>
              <a:buAutoNum type="alphaLcParenR"/>
            </a:pPr>
            <a:r>
              <a:rPr lang="zh-CN" altLang="en-US" sz="2400" dirty="0" smtClean="0"/>
              <a:t>一个模块的功能是否会对另一个模块的功能产生不利的影响？</a:t>
            </a:r>
            <a:endParaRPr lang="en-US" altLang="zh-CN" sz="2400" dirty="0" smtClean="0"/>
          </a:p>
          <a:p>
            <a:pPr marL="457200" indent="-457200">
              <a:buFont typeface="+mj-lt"/>
              <a:buAutoNum type="alphaLcParenR"/>
            </a:pPr>
            <a:r>
              <a:rPr lang="zh-CN" altLang="en-US" sz="2400" dirty="0" smtClean="0"/>
              <a:t>各个</a:t>
            </a:r>
            <a:r>
              <a:rPr lang="zh-CN" altLang="en-US" sz="2400" dirty="0" smtClean="0">
                <a:solidFill>
                  <a:srgbClr val="0000FF"/>
                </a:solidFill>
              </a:rPr>
              <a:t>子功能组合</a:t>
            </a:r>
            <a:r>
              <a:rPr lang="zh-CN" altLang="en-US" sz="2400" dirty="0" smtClean="0"/>
              <a:t>起来，能否达到</a:t>
            </a:r>
            <a:r>
              <a:rPr lang="zh-CN" altLang="en-US" sz="2400" dirty="0" smtClean="0">
                <a:solidFill>
                  <a:srgbClr val="0000FF"/>
                </a:solidFill>
              </a:rPr>
              <a:t>预期要求的父功能</a:t>
            </a:r>
            <a:r>
              <a:rPr lang="zh-CN" altLang="en-US" sz="2400" dirty="0" smtClean="0"/>
              <a:t>？</a:t>
            </a:r>
            <a:endParaRPr lang="en-US" altLang="zh-CN" sz="2400" dirty="0" smtClean="0"/>
          </a:p>
          <a:p>
            <a:pPr marL="457200" indent="-457200">
              <a:buFont typeface="+mj-lt"/>
              <a:buAutoNum type="alphaLcParenR"/>
            </a:pPr>
            <a:r>
              <a:rPr lang="zh-CN" altLang="en-US" sz="2400" dirty="0" smtClean="0">
                <a:solidFill>
                  <a:srgbClr val="0000FF"/>
                </a:solidFill>
                <a:highlight>
                  <a:srgbClr val="FFFF00"/>
                </a:highlight>
              </a:rPr>
              <a:t>全局</a:t>
            </a:r>
            <a:r>
              <a:rPr lang="zh-CN" altLang="en-US" sz="2400" dirty="0" smtClean="0">
                <a:solidFill>
                  <a:srgbClr val="0000FF"/>
                </a:solidFill>
              </a:rPr>
              <a:t>数据结构</a:t>
            </a:r>
            <a:r>
              <a:rPr lang="zh-CN" altLang="en-US" sz="2400" dirty="0" smtClean="0"/>
              <a:t>是否有问题？</a:t>
            </a:r>
            <a:endParaRPr lang="en-US" altLang="zh-CN" sz="2400" dirty="0" smtClean="0"/>
          </a:p>
          <a:p>
            <a:pPr marL="457200" indent="-457200">
              <a:buFont typeface="+mj-lt"/>
              <a:buAutoNum type="alphaLcParenR"/>
            </a:pPr>
            <a:r>
              <a:rPr lang="zh-CN" altLang="en-US" sz="2400" dirty="0" smtClean="0"/>
              <a:t>单个模块的</a:t>
            </a:r>
            <a:r>
              <a:rPr lang="zh-CN" altLang="en-US" sz="2400" dirty="0" smtClean="0">
                <a:solidFill>
                  <a:srgbClr val="0000FF"/>
                </a:solidFill>
              </a:rPr>
              <a:t>误差累积</a:t>
            </a:r>
            <a:r>
              <a:rPr lang="zh-CN" altLang="en-US" sz="2400" dirty="0" smtClean="0"/>
              <a:t>起来，是否会放大，从而达到不能接受的程度？</a:t>
            </a:r>
            <a:r>
              <a:rPr lang="en-US" altLang="zh-CN" sz="2400" dirty="0" smtClean="0"/>
              <a:t> </a:t>
            </a:r>
            <a:endParaRPr lang="en-US" altLang="zh-CN" sz="2400" dirty="0" smtClean="0"/>
          </a:p>
          <a:p>
            <a:pPr marL="0" indent="0">
              <a:buNone/>
            </a:pPr>
            <a:endParaRPr lang="zh-CN" altLang="en-US" dirty="0"/>
          </a:p>
        </p:txBody>
      </p:sp>
      <p:sp>
        <p:nvSpPr>
          <p:cNvPr id="4" name="日期占位符 3"/>
          <p:cNvSpPr>
            <a:spLocks noGrp="1"/>
          </p:cNvSpPr>
          <p:nvPr>
            <p:ph type="dt" sz="half" idx="10"/>
          </p:nvPr>
        </p:nvSpPr>
        <p:spPr/>
        <p:txBody>
          <a:bodyPr/>
          <a:lstStyle/>
          <a:p>
            <a:fld id="{846BC1D9-0329-455C-83E8-90E55C233EB2}"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集成测试的实施策略</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非渐增式测试</a:t>
            </a:r>
            <a:endParaRPr lang="en-US" altLang="zh-CN" dirty="0" smtClean="0">
              <a:solidFill>
                <a:srgbClr val="FF0000"/>
              </a:solidFill>
            </a:endParaRPr>
          </a:p>
          <a:p>
            <a:pPr marL="0" indent="0">
              <a:buNone/>
            </a:pPr>
            <a:r>
              <a:rPr lang="en-US" altLang="zh-CN" dirty="0" smtClean="0"/>
              <a:t>    </a:t>
            </a:r>
            <a:r>
              <a:rPr lang="zh-CN" altLang="en-US" dirty="0" smtClean="0"/>
              <a:t>一次就把所有通过了单元测试的模块组合在一起进行</a:t>
            </a:r>
            <a:r>
              <a:rPr lang="zh-CN" altLang="en-US" dirty="0" smtClean="0">
                <a:solidFill>
                  <a:srgbClr val="0000FF"/>
                </a:solidFill>
              </a:rPr>
              <a:t>全程序</a:t>
            </a:r>
            <a:r>
              <a:rPr lang="zh-CN" altLang="en-US" dirty="0" smtClean="0"/>
              <a:t>的测试。</a:t>
            </a:r>
            <a:r>
              <a:rPr lang="en-US" altLang="zh-CN" dirty="0" smtClean="0"/>
              <a:t>    </a:t>
            </a:r>
            <a:endParaRPr lang="en-US" altLang="zh-CN" dirty="0" smtClean="0"/>
          </a:p>
          <a:p>
            <a:pPr marL="0" indent="0">
              <a:buNone/>
            </a:pPr>
            <a:endParaRPr lang="en-US" altLang="zh-CN" dirty="0"/>
          </a:p>
          <a:p>
            <a:r>
              <a:rPr lang="zh-CN" altLang="en-US" dirty="0" smtClean="0">
                <a:solidFill>
                  <a:srgbClr val="FF0000"/>
                </a:solidFill>
              </a:rPr>
              <a:t>渐增式测试</a:t>
            </a:r>
            <a:endParaRPr lang="en-US" altLang="zh-CN" dirty="0" smtClean="0">
              <a:solidFill>
                <a:srgbClr val="FF0000"/>
              </a:solidFill>
            </a:endParaRPr>
          </a:p>
          <a:p>
            <a:pPr marL="0" indent="0">
              <a:buNone/>
            </a:pPr>
            <a:r>
              <a:rPr lang="en-US" altLang="zh-CN" dirty="0"/>
              <a:t> </a:t>
            </a:r>
            <a:r>
              <a:rPr lang="en-US" altLang="zh-CN" dirty="0" smtClean="0"/>
              <a:t>   </a:t>
            </a:r>
            <a:r>
              <a:rPr lang="zh-CN" altLang="en-US" dirty="0" smtClean="0"/>
              <a:t>把</a:t>
            </a:r>
            <a:r>
              <a:rPr lang="zh-CN" altLang="en-US" dirty="0" smtClean="0">
                <a:solidFill>
                  <a:srgbClr val="0000FF"/>
                </a:solidFill>
              </a:rPr>
              <a:t>下一个要测试的模块</a:t>
            </a:r>
            <a:r>
              <a:rPr lang="zh-CN" altLang="en-US" dirty="0" smtClean="0"/>
              <a:t>同已经测试好的那些模块结合起来进行测试。</a:t>
            </a:r>
            <a:endParaRPr lang="zh-CN" altLang="en-US" dirty="0"/>
          </a:p>
        </p:txBody>
      </p:sp>
      <p:sp>
        <p:nvSpPr>
          <p:cNvPr id="4" name="日期占位符 3"/>
          <p:cNvSpPr>
            <a:spLocks noGrp="1"/>
          </p:cNvSpPr>
          <p:nvPr>
            <p:ph type="dt" sz="half" idx="10"/>
          </p:nvPr>
        </p:nvSpPr>
        <p:spPr/>
        <p:txBody>
          <a:bodyPr/>
          <a:lstStyle/>
          <a:p>
            <a:fld id="{F5AF2921-86D6-4C04-B18F-B55E38394493}"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非渐增式测试 </a:t>
            </a:r>
            <a:r>
              <a:rPr lang="en-US" altLang="zh-CN" dirty="0" smtClean="0"/>
              <a:t>vs </a:t>
            </a:r>
            <a:r>
              <a:rPr lang="zh-CN" altLang="en-US" dirty="0"/>
              <a:t>渐增式测试</a:t>
            </a:r>
            <a:endParaRPr lang="zh-CN" altLang="en-US" dirty="0"/>
          </a:p>
        </p:txBody>
      </p:sp>
      <p:sp>
        <p:nvSpPr>
          <p:cNvPr id="3" name="内容占位符 2"/>
          <p:cNvSpPr>
            <a:spLocks noGrp="1"/>
          </p:cNvSpPr>
          <p:nvPr>
            <p:ph idx="1"/>
          </p:nvPr>
        </p:nvSpPr>
        <p:spPr>
          <a:xfrm>
            <a:off x="457200" y="1340768"/>
            <a:ext cx="8147248" cy="5400600"/>
          </a:xfrm>
        </p:spPr>
        <p:txBody>
          <a:bodyPr>
            <a:normAutofit/>
          </a:bodyPr>
          <a:lstStyle/>
          <a:p>
            <a:pPr marL="0" indent="0">
              <a:buNone/>
            </a:pPr>
            <a:r>
              <a:rPr lang="zh-CN" altLang="en-US" sz="2400" dirty="0" smtClean="0">
                <a:solidFill>
                  <a:srgbClr val="FF0000"/>
                </a:solidFill>
              </a:rPr>
              <a:t>非渐增式测试</a:t>
            </a:r>
            <a:r>
              <a:rPr lang="en-US" altLang="zh-CN" sz="2400" dirty="0" smtClean="0"/>
              <a:t>:</a:t>
            </a:r>
            <a:endParaRPr lang="en-US" altLang="zh-CN" sz="2400" dirty="0" smtClean="0"/>
          </a:p>
          <a:p>
            <a:r>
              <a:rPr lang="zh-CN" altLang="en-US" sz="2400" dirty="0" smtClean="0"/>
              <a:t>错误发现得晚；</a:t>
            </a:r>
            <a:endParaRPr lang="en-US" altLang="zh-CN" sz="2400" dirty="0" smtClean="0"/>
          </a:p>
          <a:p>
            <a:r>
              <a:rPr lang="zh-CN" altLang="en-US" sz="2400" dirty="0" smtClean="0"/>
              <a:t>发现错误后，难以诊断定位；</a:t>
            </a:r>
            <a:endParaRPr lang="en-US" altLang="zh-CN" sz="2400" dirty="0" smtClean="0"/>
          </a:p>
          <a:p>
            <a:r>
              <a:rPr lang="zh-CN" altLang="en-US" sz="2400" dirty="0" smtClean="0"/>
              <a:t>可以同时并行测试所有模块，能充分利用人力。</a:t>
            </a:r>
            <a:endParaRPr lang="en-US" altLang="zh-CN" sz="2400" dirty="0"/>
          </a:p>
          <a:p>
            <a:pPr marL="0" indent="0">
              <a:buNone/>
            </a:pPr>
            <a:r>
              <a:rPr lang="zh-CN" altLang="en-US" sz="2400" dirty="0">
                <a:solidFill>
                  <a:srgbClr val="0000FF"/>
                </a:solidFill>
              </a:rPr>
              <a:t>渐增</a:t>
            </a:r>
            <a:r>
              <a:rPr lang="zh-CN" altLang="en-US" sz="2400" dirty="0" smtClean="0">
                <a:solidFill>
                  <a:srgbClr val="0000FF"/>
                </a:solidFill>
              </a:rPr>
              <a:t>式测试</a:t>
            </a:r>
            <a:r>
              <a:rPr lang="zh-CN" altLang="en-US" sz="2400" dirty="0" smtClean="0"/>
              <a:t>：</a:t>
            </a:r>
            <a:endParaRPr lang="en-US" altLang="zh-CN" sz="2400" dirty="0" smtClean="0"/>
          </a:p>
          <a:p>
            <a:r>
              <a:rPr lang="zh-CN" altLang="en-US" sz="2400" dirty="0" smtClean="0"/>
              <a:t>可以较早发现模块间的接口错误；</a:t>
            </a:r>
            <a:endParaRPr lang="en-US" altLang="zh-CN" sz="2400" dirty="0" smtClean="0"/>
          </a:p>
          <a:p>
            <a:r>
              <a:rPr lang="zh-CN" altLang="en-US" sz="2400" dirty="0" smtClean="0"/>
              <a:t>出现的错误往往跟最新加入的模块有关；</a:t>
            </a:r>
            <a:endParaRPr lang="en-US" altLang="zh-CN" sz="2400" dirty="0" smtClean="0"/>
          </a:p>
          <a:p>
            <a:r>
              <a:rPr lang="zh-CN" altLang="en-US" sz="2400" dirty="0" smtClean="0"/>
              <a:t>在不断集成的过程中，使模块</a:t>
            </a:r>
            <a:r>
              <a:rPr lang="zh-CN" altLang="en-US" sz="2400" u="sng" dirty="0" smtClean="0"/>
              <a:t>不断在新的条件下</a:t>
            </a:r>
            <a:r>
              <a:rPr lang="zh-CN" altLang="en-US" sz="2400" dirty="0" smtClean="0"/>
              <a:t>被检测，测试更彻底；</a:t>
            </a:r>
            <a:endParaRPr lang="en-US" altLang="zh-CN" sz="2400" dirty="0" smtClean="0"/>
          </a:p>
          <a:p>
            <a:r>
              <a:rPr lang="zh-CN" altLang="en-US" sz="2400" dirty="0"/>
              <a:t>比</a:t>
            </a:r>
            <a:r>
              <a:rPr lang="zh-CN" altLang="en-US" sz="2400" dirty="0" smtClean="0"/>
              <a:t>非渐增式测试费时。</a:t>
            </a:r>
            <a:endParaRPr lang="en-US" altLang="zh-CN" sz="2400" dirty="0" smtClean="0"/>
          </a:p>
          <a:p>
            <a:pPr marL="0" indent="0">
              <a:buNone/>
            </a:pPr>
            <a:r>
              <a:rPr lang="zh-CN" altLang="en-US" sz="2400" dirty="0" smtClean="0"/>
              <a:t>目前，在进行集成测试时</a:t>
            </a:r>
            <a:r>
              <a:rPr lang="zh-CN" altLang="en-US" sz="2400" dirty="0" smtClean="0">
                <a:solidFill>
                  <a:srgbClr val="0000FF"/>
                </a:solidFill>
              </a:rPr>
              <a:t>普遍采用渐增式测试方法</a:t>
            </a:r>
            <a:r>
              <a:rPr lang="zh-CN" altLang="en-US" sz="2400" dirty="0" smtClean="0"/>
              <a:t>。</a:t>
            </a:r>
            <a:endParaRPr lang="en-US" altLang="zh-CN" sz="2400" dirty="0" smtClean="0"/>
          </a:p>
        </p:txBody>
      </p:sp>
      <p:sp>
        <p:nvSpPr>
          <p:cNvPr id="4" name="日期占位符 3"/>
          <p:cNvSpPr>
            <a:spLocks noGrp="1"/>
          </p:cNvSpPr>
          <p:nvPr>
            <p:ph type="dt" sz="half" idx="10"/>
          </p:nvPr>
        </p:nvSpPr>
        <p:spPr/>
        <p:txBody>
          <a:bodyPr/>
          <a:lstStyle/>
          <a:p>
            <a:fld id="{5DC163DB-DDB8-4E70-AD9F-D0E8F281EBF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7.4.1 </a:t>
            </a:r>
            <a:r>
              <a:rPr lang="zh-CN" altLang="en-US" dirty="0" smtClean="0"/>
              <a:t>自顶向下集成</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自顶向下集成是一种递增的测试和装配</a:t>
            </a:r>
            <a:r>
              <a:rPr lang="zh-CN" altLang="en-US" dirty="0"/>
              <a:t>软件</a:t>
            </a:r>
            <a:r>
              <a:rPr lang="zh-CN" altLang="en-US" dirty="0" smtClean="0"/>
              <a:t>的方法，应用非常广泛。</a:t>
            </a:r>
            <a:endParaRPr lang="en-US" altLang="zh-CN" dirty="0" smtClean="0"/>
          </a:p>
          <a:p>
            <a:endParaRPr lang="en-US" altLang="zh-CN" dirty="0" smtClean="0"/>
          </a:p>
          <a:p>
            <a:r>
              <a:rPr lang="zh-CN" altLang="en-US" dirty="0" smtClean="0">
                <a:solidFill>
                  <a:srgbClr val="0000FF"/>
                </a:solidFill>
              </a:rPr>
              <a:t>需要存根程序</a:t>
            </a:r>
            <a:r>
              <a:rPr lang="zh-CN" altLang="en-US" dirty="0" smtClean="0"/>
              <a:t> （虚拟子程序），不需要驱动程序（主程序）。</a:t>
            </a:r>
            <a:endParaRPr lang="en-US" altLang="zh-CN" dirty="0" smtClean="0"/>
          </a:p>
          <a:p>
            <a:endParaRPr lang="en-US" altLang="zh-CN" dirty="0" smtClean="0"/>
          </a:p>
          <a:p>
            <a:r>
              <a:rPr lang="zh-CN" altLang="en-US" dirty="0" smtClean="0"/>
              <a:t>自顶向下集成的思想：从主控模块开始，沿软件的控制层次向下移动，逐渐把各个模块结合起来。</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2F147781-EFD3-4BEA-A819-EA2865C5A278}"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关于驱动程序与存根程序</a:t>
            </a:r>
            <a:endParaRPr lang="zh-CN" altLang="en-US" dirty="0"/>
          </a:p>
        </p:txBody>
      </p:sp>
      <p:sp>
        <p:nvSpPr>
          <p:cNvPr id="3" name="内容占位符 2"/>
          <p:cNvSpPr>
            <a:spLocks noGrp="1"/>
          </p:cNvSpPr>
          <p:nvPr>
            <p:ph idx="1"/>
          </p:nvPr>
        </p:nvSpPr>
        <p:spPr/>
        <p:txBody>
          <a:bodyPr/>
          <a:lstStyle/>
          <a:p>
            <a:pPr marL="0" indent="0">
              <a:buNone/>
            </a:pPr>
            <a:r>
              <a:rPr lang="zh-CN" altLang="en-US" dirty="0"/>
              <a:t>可以把</a:t>
            </a:r>
            <a:r>
              <a:rPr lang="zh-CN" altLang="en-US" dirty="0">
                <a:solidFill>
                  <a:srgbClr val="0000FF"/>
                </a:solidFill>
              </a:rPr>
              <a:t>驱动程序</a:t>
            </a:r>
            <a:r>
              <a:rPr lang="zh-CN" altLang="en-US" dirty="0"/>
              <a:t>看作一个“</a:t>
            </a:r>
            <a:r>
              <a:rPr lang="zh-CN" altLang="en-US" dirty="0">
                <a:solidFill>
                  <a:srgbClr val="0000FF"/>
                </a:solidFill>
              </a:rPr>
              <a:t>主程序</a:t>
            </a:r>
            <a:r>
              <a:rPr lang="zh-CN" altLang="en-US" dirty="0"/>
              <a:t>”，接收测试数据，把这些数据传给被测试的模块，并且输出有关的结果。</a:t>
            </a:r>
            <a:endParaRPr lang="en-US" altLang="zh-CN" dirty="0"/>
          </a:p>
          <a:p>
            <a:pPr marL="0" indent="0">
              <a:buNone/>
            </a:pPr>
            <a:endParaRPr lang="en-US" altLang="zh-CN" dirty="0"/>
          </a:p>
          <a:p>
            <a:pPr marL="0" indent="0">
              <a:buNone/>
            </a:pPr>
            <a:r>
              <a:rPr lang="en-US" altLang="zh-CN" dirty="0"/>
              <a:t>     </a:t>
            </a:r>
            <a:r>
              <a:rPr lang="zh-CN" altLang="en-US" dirty="0">
                <a:solidFill>
                  <a:srgbClr val="0000FF"/>
                </a:solidFill>
              </a:rPr>
              <a:t>存根程序</a:t>
            </a:r>
            <a:r>
              <a:rPr lang="zh-CN" altLang="en-US" dirty="0"/>
              <a:t>也称为“</a:t>
            </a:r>
            <a:r>
              <a:rPr lang="zh-CN" altLang="en-US" dirty="0">
                <a:solidFill>
                  <a:srgbClr val="0000FF"/>
                </a:solidFill>
              </a:rPr>
              <a:t>虚拟子程序</a:t>
            </a:r>
            <a:r>
              <a:rPr lang="zh-CN" altLang="en-US" dirty="0"/>
              <a:t>”，代替</a:t>
            </a:r>
            <a:r>
              <a:rPr lang="zh-CN" altLang="en-US" dirty="0">
                <a:solidFill>
                  <a:srgbClr val="FF0000"/>
                </a:solidFill>
              </a:rPr>
              <a:t>被测试的模块所调用的模块</a:t>
            </a:r>
            <a:r>
              <a:rPr lang="zh-CN" altLang="en-US" dirty="0"/>
              <a:t>，做最少量的数据操作，最后把控制归还给调用它的模块。</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模块测试结合顺序</a:t>
            </a:r>
            <a:endParaRPr lang="zh-CN" altLang="en-US" dirty="0"/>
          </a:p>
        </p:txBody>
      </p:sp>
      <p:sp>
        <p:nvSpPr>
          <p:cNvPr id="3" name="内容占位符 2"/>
          <p:cNvSpPr>
            <a:spLocks noGrp="1"/>
          </p:cNvSpPr>
          <p:nvPr>
            <p:ph idx="1"/>
          </p:nvPr>
        </p:nvSpPr>
        <p:spPr>
          <a:xfrm>
            <a:off x="457200" y="1600200"/>
            <a:ext cx="8229600" cy="5257800"/>
          </a:xfrm>
        </p:spPr>
        <p:txBody>
          <a:bodyPr/>
          <a:lstStyle/>
          <a:p>
            <a:pPr marL="0" indent="0">
              <a:buNone/>
            </a:pPr>
            <a:r>
              <a:rPr lang="zh-CN" altLang="en-US" dirty="0" smtClean="0"/>
              <a:t>在自顶向下结合方法中，如何将所有模块组装到软件结构中，有两种方法：</a:t>
            </a: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r>
              <a:rPr lang="zh-CN" altLang="en-US" dirty="0" smtClean="0"/>
              <a:t>广度优先，也可称为宽度优先</a:t>
            </a:r>
            <a:endParaRPr lang="en-US" altLang="zh-CN" dirty="0"/>
          </a:p>
          <a:p>
            <a:pPr marL="0" indent="0">
              <a:buNone/>
            </a:pP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96386" y="2708919"/>
            <a:ext cx="5091838" cy="28896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038614AC-7E17-45C1-BB15-64041CE5243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自顶向下集成的基本过程</a:t>
            </a:r>
            <a:endParaRPr lang="zh-CN" altLang="en-US" dirty="0"/>
          </a:p>
        </p:txBody>
      </p:sp>
      <p:sp>
        <p:nvSpPr>
          <p:cNvPr id="3" name="内容占位符 2"/>
          <p:cNvSpPr>
            <a:spLocks noGrp="1"/>
          </p:cNvSpPr>
          <p:nvPr>
            <p:ph idx="1"/>
          </p:nvPr>
        </p:nvSpPr>
        <p:spPr>
          <a:xfrm>
            <a:off x="457200" y="1600200"/>
            <a:ext cx="8507288" cy="5069160"/>
          </a:xfrm>
        </p:spPr>
        <p:txBody>
          <a:bodyPr>
            <a:normAutofit/>
          </a:bodyPr>
          <a:lstStyle/>
          <a:p>
            <a:pPr marL="514350" indent="-514350">
              <a:buFont typeface="+mj-lt"/>
              <a:buAutoNum type="alphaLcParenR"/>
            </a:pPr>
            <a:r>
              <a:rPr lang="zh-CN" altLang="en-US" sz="2800" dirty="0" smtClean="0"/>
              <a:t>对主控模块进行测试，测试时</a:t>
            </a:r>
            <a:r>
              <a:rPr lang="zh-CN" altLang="en-US" sz="2800" dirty="0" smtClean="0">
                <a:solidFill>
                  <a:srgbClr val="0000FF"/>
                </a:solidFill>
              </a:rPr>
              <a:t>用存根程序代替所有直接被主控模块调用的模块</a:t>
            </a:r>
            <a:r>
              <a:rPr lang="zh-CN" altLang="en-US" sz="2800" dirty="0" smtClean="0"/>
              <a:t>；</a:t>
            </a:r>
            <a:endParaRPr lang="en-US" altLang="zh-CN" sz="2800" dirty="0" smtClean="0"/>
          </a:p>
          <a:p>
            <a:pPr marL="514350" indent="-514350">
              <a:buFont typeface="+mj-lt"/>
              <a:buAutoNum type="alphaLcParenR"/>
            </a:pPr>
            <a:r>
              <a:rPr lang="zh-CN" altLang="en-US" sz="2800" dirty="0" smtClean="0"/>
              <a:t>根据选定的模块结合策略（深度或广度优先），每次用一个实际模块代替一个存根程序；</a:t>
            </a:r>
            <a:endParaRPr lang="en-US" altLang="zh-CN" sz="2800" dirty="0" smtClean="0"/>
          </a:p>
          <a:p>
            <a:pPr marL="514350" indent="-514350">
              <a:buFont typeface="+mj-lt"/>
              <a:buAutoNum type="alphaLcParenR"/>
            </a:pPr>
            <a:r>
              <a:rPr lang="zh-CN" altLang="en-US" sz="2800" dirty="0" smtClean="0"/>
              <a:t>每结合一个模块，就测试一个；</a:t>
            </a:r>
            <a:endParaRPr lang="en-US" altLang="zh-CN" sz="2800" dirty="0" smtClean="0"/>
          </a:p>
          <a:p>
            <a:pPr marL="514350" indent="-514350">
              <a:buFont typeface="+mj-lt"/>
              <a:buAutoNum type="alphaLcParenR"/>
            </a:pPr>
            <a:r>
              <a:rPr lang="zh-CN" altLang="en-US" sz="2800" dirty="0" smtClean="0"/>
              <a:t>为保证不引入新的错误，需要进行</a:t>
            </a:r>
            <a:r>
              <a:rPr lang="zh-CN" altLang="en-US" sz="2800" dirty="0" smtClean="0">
                <a:solidFill>
                  <a:srgbClr val="FF0000"/>
                </a:solidFill>
              </a:rPr>
              <a:t>回归测试</a:t>
            </a:r>
            <a:r>
              <a:rPr lang="zh-CN" altLang="en-US" sz="2800" dirty="0" smtClean="0"/>
              <a:t>，即重复以前进行过的部分或全部测试；</a:t>
            </a:r>
            <a:endParaRPr lang="en-US" altLang="zh-CN" sz="2800" dirty="0" smtClean="0"/>
          </a:p>
          <a:p>
            <a:pPr marL="514350" indent="-514350">
              <a:buFont typeface="+mj-lt"/>
              <a:buAutoNum type="alphaLcParenR"/>
            </a:pPr>
            <a:r>
              <a:rPr lang="zh-CN" altLang="en-US" sz="2800" dirty="0" smtClean="0"/>
              <a:t>重复步骤</a:t>
            </a:r>
            <a:r>
              <a:rPr lang="en-US" altLang="zh-CN" sz="2800" dirty="0" smtClean="0"/>
              <a:t>b)~d)</a:t>
            </a:r>
            <a:r>
              <a:rPr lang="zh-CN" altLang="en-US" sz="2800" dirty="0" smtClean="0"/>
              <a:t>，直到构成整个软件结构或测试完所有模块。</a:t>
            </a:r>
            <a:endParaRPr lang="zh-CN" altLang="en-US" sz="2800" dirty="0"/>
          </a:p>
        </p:txBody>
      </p:sp>
      <p:sp>
        <p:nvSpPr>
          <p:cNvPr id="4" name="日期占位符 3"/>
          <p:cNvSpPr>
            <a:spLocks noGrp="1"/>
          </p:cNvSpPr>
          <p:nvPr>
            <p:ph type="dt" sz="half" idx="10"/>
          </p:nvPr>
        </p:nvSpPr>
        <p:spPr/>
        <p:txBody>
          <a:bodyPr/>
          <a:lstStyle/>
          <a:p>
            <a:fld id="{C867F414-CC72-4BA9-A083-69199F0497E2}"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7.4.2 </a:t>
            </a:r>
            <a:r>
              <a:rPr lang="zh-CN" altLang="en-US" dirty="0" smtClean="0"/>
              <a:t>自底向上集成</a:t>
            </a:r>
            <a:endParaRPr lang="zh-CN" altLang="en-US" dirty="0"/>
          </a:p>
        </p:txBody>
      </p:sp>
      <p:sp>
        <p:nvSpPr>
          <p:cNvPr id="3" name="内容占位符 2"/>
          <p:cNvSpPr>
            <a:spLocks noGrp="1"/>
          </p:cNvSpPr>
          <p:nvPr>
            <p:ph idx="1"/>
          </p:nvPr>
        </p:nvSpPr>
        <p:spPr/>
        <p:txBody>
          <a:bodyPr/>
          <a:lstStyle/>
          <a:p>
            <a:r>
              <a:rPr lang="zh-CN" altLang="en-US" dirty="0" smtClean="0"/>
              <a:t>自底向上集成方法是</a:t>
            </a:r>
            <a:r>
              <a:rPr lang="zh-CN" altLang="en-US" u="sng" dirty="0" smtClean="0"/>
              <a:t>从软件结构最底层模块开始</a:t>
            </a:r>
            <a:r>
              <a:rPr lang="zh-CN" altLang="en-US" dirty="0" smtClean="0"/>
              <a:t>进行组装和测试，与自顶向下结合方法相反。</a:t>
            </a:r>
            <a:endParaRPr lang="en-US" altLang="zh-CN" dirty="0" smtClean="0"/>
          </a:p>
          <a:p>
            <a:r>
              <a:rPr lang="zh-CN" altLang="en-US" dirty="0" smtClean="0">
                <a:solidFill>
                  <a:srgbClr val="0000FF"/>
                </a:solidFill>
              </a:rPr>
              <a:t>需要驱动程序</a:t>
            </a:r>
            <a:r>
              <a:rPr lang="zh-CN" altLang="en-US" dirty="0" smtClean="0"/>
              <a:t>，不要存根程序。</a:t>
            </a:r>
            <a:endParaRPr lang="en-US" altLang="zh-CN" dirty="0" smtClean="0"/>
          </a:p>
          <a:p>
            <a:endParaRPr lang="en-US" altLang="zh-CN" dirty="0"/>
          </a:p>
          <a:p>
            <a:pPr marL="0" indent="0">
              <a:buNone/>
            </a:pPr>
            <a:r>
              <a:rPr lang="zh-CN" altLang="en-US" i="1" dirty="0"/>
              <a:t>可以把</a:t>
            </a:r>
            <a:r>
              <a:rPr lang="zh-CN" altLang="en-US" i="1" dirty="0">
                <a:solidFill>
                  <a:srgbClr val="0000FF"/>
                </a:solidFill>
              </a:rPr>
              <a:t>驱动程序</a:t>
            </a:r>
            <a:r>
              <a:rPr lang="zh-CN" altLang="en-US" i="1" dirty="0"/>
              <a:t>看作一个“</a:t>
            </a:r>
            <a:r>
              <a:rPr lang="zh-CN" altLang="en-US" i="1" dirty="0">
                <a:solidFill>
                  <a:srgbClr val="0000FF"/>
                </a:solidFill>
              </a:rPr>
              <a:t>主程序</a:t>
            </a:r>
            <a:r>
              <a:rPr lang="zh-CN" altLang="en-US" i="1" dirty="0"/>
              <a:t>”，接收测试数据，把这些数据传给被测试的模块，并且输出</a:t>
            </a:r>
            <a:r>
              <a:rPr lang="zh-CN" altLang="en-US" i="1" dirty="0" smtClean="0"/>
              <a:t>有关结果</a:t>
            </a:r>
            <a:r>
              <a:rPr lang="zh-CN" altLang="en-US" i="1" dirty="0"/>
              <a:t>。</a:t>
            </a:r>
            <a:endParaRPr lang="en-US" altLang="zh-CN" i="1" dirty="0"/>
          </a:p>
          <a:p>
            <a:pPr marL="0" indent="0">
              <a:buNone/>
            </a:pPr>
            <a:endParaRPr lang="zh-CN" altLang="en-US" dirty="0"/>
          </a:p>
        </p:txBody>
      </p:sp>
      <p:sp>
        <p:nvSpPr>
          <p:cNvPr id="4" name="日期占位符 3"/>
          <p:cNvSpPr>
            <a:spLocks noGrp="1"/>
          </p:cNvSpPr>
          <p:nvPr>
            <p:ph type="dt" sz="half" idx="10"/>
          </p:nvPr>
        </p:nvSpPr>
        <p:spPr/>
        <p:txBody>
          <a:bodyPr/>
          <a:lstStyle/>
          <a:p>
            <a:fld id="{105B46D9-AC36-4820-8FE5-16FAA5951FAD}"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自底向上</a:t>
            </a:r>
            <a:r>
              <a:rPr lang="zh-CN" altLang="en-US" dirty="0" smtClean="0"/>
              <a:t>集成</a:t>
            </a:r>
            <a:r>
              <a:rPr lang="zh-CN" altLang="en-US" dirty="0"/>
              <a:t>的基本过程</a:t>
            </a:r>
            <a:endParaRPr lang="zh-CN" altLang="en-US" dirty="0"/>
          </a:p>
        </p:txBody>
      </p:sp>
      <p:sp>
        <p:nvSpPr>
          <p:cNvPr id="3" name="内容占位符 2"/>
          <p:cNvSpPr>
            <a:spLocks noGrp="1"/>
          </p:cNvSpPr>
          <p:nvPr>
            <p:ph idx="1"/>
          </p:nvPr>
        </p:nvSpPr>
        <p:spPr>
          <a:xfrm>
            <a:off x="457200" y="1600200"/>
            <a:ext cx="4762872" cy="4525963"/>
          </a:xfrm>
        </p:spPr>
        <p:txBody>
          <a:bodyPr>
            <a:normAutofit lnSpcReduction="10000"/>
          </a:bodyPr>
          <a:lstStyle/>
          <a:p>
            <a:pPr marL="0" indent="0">
              <a:buNone/>
            </a:pPr>
            <a:r>
              <a:rPr lang="en-US" altLang="zh-CN" dirty="0" smtClean="0"/>
              <a:t>1</a:t>
            </a:r>
            <a:r>
              <a:rPr lang="zh-CN" altLang="en-US" dirty="0" smtClean="0"/>
              <a:t>）把底层模块组合成实现一个特定软件子功能的</a:t>
            </a:r>
            <a:r>
              <a:rPr lang="zh-CN" altLang="en-US" dirty="0" smtClean="0">
                <a:solidFill>
                  <a:srgbClr val="0000FF"/>
                </a:solidFill>
              </a:rPr>
              <a:t>族</a:t>
            </a:r>
            <a:r>
              <a:rPr lang="zh-CN" altLang="en-US" dirty="0" smtClean="0"/>
              <a:t>，如图族</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a:t>
            </a:r>
            <a:endParaRPr lang="en-US" altLang="zh-CN" dirty="0" smtClean="0"/>
          </a:p>
          <a:p>
            <a:pPr marL="0" indent="0">
              <a:buNone/>
            </a:pPr>
            <a:r>
              <a:rPr lang="en-US" altLang="zh-CN" dirty="0" smtClean="0"/>
              <a:t>2</a:t>
            </a:r>
            <a:r>
              <a:rPr lang="zh-CN" altLang="en-US" dirty="0" smtClean="0"/>
              <a:t>）为每个族设计一个</a:t>
            </a:r>
            <a:r>
              <a:rPr lang="zh-CN" altLang="en-US" dirty="0" smtClean="0">
                <a:solidFill>
                  <a:srgbClr val="0000FF"/>
                </a:solidFill>
              </a:rPr>
              <a:t>驱动程序，作为测试的控制程序，以协调测试数据的输入和输出</a:t>
            </a:r>
            <a:r>
              <a:rPr lang="zh-CN" altLang="en-US" dirty="0" smtClean="0"/>
              <a:t>。图中</a:t>
            </a:r>
            <a:r>
              <a:rPr lang="en-US" altLang="zh-CN" dirty="0" smtClean="0"/>
              <a:t>D1</a:t>
            </a:r>
            <a:r>
              <a:rPr lang="zh-CN" altLang="en-US" dirty="0" smtClean="0"/>
              <a:t>、</a:t>
            </a:r>
            <a:r>
              <a:rPr lang="en-US" altLang="zh-CN" dirty="0" smtClean="0"/>
              <a:t>D2</a:t>
            </a:r>
            <a:r>
              <a:rPr lang="zh-CN" altLang="en-US" dirty="0" smtClean="0"/>
              <a:t>、</a:t>
            </a:r>
            <a:r>
              <a:rPr lang="en-US" altLang="zh-CN" dirty="0" smtClean="0"/>
              <a:t>D3</a:t>
            </a:r>
            <a:r>
              <a:rPr lang="zh-CN" altLang="en-US" dirty="0" smtClean="0"/>
              <a:t>分别是族</a:t>
            </a:r>
            <a:r>
              <a:rPr lang="en-US" altLang="zh-CN" dirty="0"/>
              <a:t>1</a:t>
            </a:r>
            <a:r>
              <a:rPr lang="zh-CN" altLang="en-US" dirty="0"/>
              <a:t>、</a:t>
            </a:r>
            <a:r>
              <a:rPr lang="en-US" altLang="zh-CN" dirty="0"/>
              <a:t>2</a:t>
            </a:r>
            <a:r>
              <a:rPr lang="zh-CN" altLang="en-US" dirty="0"/>
              <a:t>、</a:t>
            </a:r>
            <a:r>
              <a:rPr lang="en-US" altLang="zh-CN" dirty="0" smtClean="0"/>
              <a:t>3</a:t>
            </a:r>
            <a:r>
              <a:rPr lang="zh-CN" altLang="en-US" dirty="0" smtClean="0"/>
              <a:t>的驱动程序。</a:t>
            </a: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36096" y="1772816"/>
            <a:ext cx="351472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A302C8B2-4221-4356-9E89-F13619875FEB}"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36712"/>
            <a:ext cx="4906888" cy="5289451"/>
          </a:xfrm>
        </p:spPr>
        <p:txBody>
          <a:bodyPr>
            <a:normAutofit lnSpcReduction="10000"/>
          </a:bodyPr>
          <a:lstStyle/>
          <a:p>
            <a:pPr marL="0" indent="0">
              <a:buNone/>
            </a:pPr>
            <a:r>
              <a:rPr lang="en-US" altLang="zh-CN" dirty="0" smtClean="0"/>
              <a:t>3</a:t>
            </a:r>
            <a:r>
              <a:rPr lang="zh-CN" altLang="en-US" dirty="0" smtClean="0"/>
              <a:t>）对由模块组成的子功能族进行测试；</a:t>
            </a:r>
            <a:endParaRPr lang="en-US" altLang="zh-CN" dirty="0" smtClean="0"/>
          </a:p>
          <a:p>
            <a:pPr marL="0" indent="0">
              <a:buNone/>
            </a:pPr>
            <a:endParaRPr lang="en-US" altLang="zh-CN" dirty="0"/>
          </a:p>
          <a:p>
            <a:pPr marL="0" indent="0">
              <a:buNone/>
            </a:pPr>
            <a:r>
              <a:rPr lang="en-US" altLang="zh-CN" dirty="0" smtClean="0"/>
              <a:t>4</a:t>
            </a:r>
            <a:r>
              <a:rPr lang="zh-CN" altLang="en-US" dirty="0" smtClean="0"/>
              <a:t>）用实际模块代替驱动程序，组装成更大的子功能族。</a:t>
            </a:r>
            <a:endParaRPr lang="en-US" altLang="zh-CN" dirty="0" smtClean="0"/>
          </a:p>
          <a:p>
            <a:pPr marL="0" indent="0">
              <a:buNone/>
            </a:pPr>
            <a:endParaRPr lang="en-US" altLang="zh-CN" dirty="0"/>
          </a:p>
          <a:p>
            <a:pPr marL="0" indent="0">
              <a:buNone/>
            </a:pPr>
            <a:r>
              <a:rPr lang="en-US" altLang="zh-CN" dirty="0" smtClean="0"/>
              <a:t>5</a:t>
            </a:r>
            <a:r>
              <a:rPr lang="zh-CN" altLang="en-US" dirty="0" smtClean="0"/>
              <a:t>）重复步骤</a:t>
            </a:r>
            <a:r>
              <a:rPr lang="en-US" altLang="zh-CN" dirty="0" smtClean="0"/>
              <a:t>2</a:t>
            </a:r>
            <a:r>
              <a:rPr lang="zh-CN" altLang="en-US" dirty="0" smtClean="0"/>
              <a:t>）</a:t>
            </a:r>
            <a:r>
              <a:rPr lang="en-US" altLang="zh-CN" dirty="0" smtClean="0"/>
              <a:t>~ 4</a:t>
            </a:r>
            <a:r>
              <a:rPr lang="zh-CN" altLang="en-US" dirty="0" smtClean="0"/>
              <a:t>），逐步向上加入实际模块，直至构造出整个软件结构。</a:t>
            </a:r>
            <a:endParaRPr lang="en-US" altLang="zh-CN" dirty="0" smtClean="0"/>
          </a:p>
          <a:p>
            <a:pPr marL="0" indent="0">
              <a:buNone/>
            </a:pPr>
            <a:endParaRPr lang="zh-CN"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36096" y="1340768"/>
            <a:ext cx="351472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7532707D-2388-4343-930C-07665E56DB3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7.4.3 </a:t>
            </a:r>
            <a:r>
              <a:rPr lang="zh-CN" altLang="en-US" dirty="0" smtClean="0"/>
              <a:t>不同集成测试策略的比较</a:t>
            </a: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5" y="1827264"/>
            <a:ext cx="7136720" cy="3573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998077" y="1365599"/>
            <a:ext cx="5544616" cy="461665"/>
          </a:xfrm>
          <a:prstGeom prst="rect">
            <a:avLst/>
          </a:prstGeom>
          <a:noFill/>
        </p:spPr>
        <p:txBody>
          <a:bodyPr wrap="square" rtlCol="0">
            <a:spAutoFit/>
          </a:bodyPr>
          <a:lstStyle/>
          <a:p>
            <a:r>
              <a:rPr lang="zh-CN" altLang="en-US" sz="2400" dirty="0" smtClean="0">
                <a:latin typeface="Times New Roman" panose="02020603050405020304" pitchFamily="18" charset="0"/>
              </a:rPr>
              <a:t>自顶向下集成   </a:t>
            </a:r>
            <a:r>
              <a:rPr lang="en-US" altLang="zh-CN" sz="2400" dirty="0" smtClean="0">
                <a:latin typeface="Times New Roman" panose="02020603050405020304" pitchFamily="18" charset="0"/>
              </a:rPr>
              <a:t>vs   </a:t>
            </a:r>
            <a:r>
              <a:rPr lang="zh-CN" altLang="en-US" sz="2400" dirty="0" smtClean="0">
                <a:latin typeface="Times New Roman" panose="02020603050405020304" pitchFamily="18" charset="0"/>
              </a:rPr>
              <a:t>自底向上集成</a:t>
            </a:r>
            <a:endParaRPr lang="zh-CN" altLang="en-US" sz="2400" dirty="0">
              <a:latin typeface="Times New Roman" panose="02020603050405020304" pitchFamily="18" charset="0"/>
            </a:endParaRPr>
          </a:p>
        </p:txBody>
      </p:sp>
      <p:sp>
        <p:nvSpPr>
          <p:cNvPr id="6" name="TextBox 5"/>
          <p:cNvSpPr txBox="1"/>
          <p:nvPr/>
        </p:nvSpPr>
        <p:spPr>
          <a:xfrm>
            <a:off x="971600" y="5404155"/>
            <a:ext cx="7344816" cy="830997"/>
          </a:xfrm>
          <a:prstGeom prst="rect">
            <a:avLst/>
          </a:prstGeom>
          <a:noFill/>
        </p:spPr>
        <p:txBody>
          <a:bodyPr wrap="square" rtlCol="0">
            <a:spAutoFit/>
          </a:bodyPr>
          <a:lstStyle/>
          <a:p>
            <a:r>
              <a:rPr lang="zh-CN" altLang="en-US" sz="2400" dirty="0" smtClean="0">
                <a:solidFill>
                  <a:srgbClr val="FF0000"/>
                </a:solidFill>
                <a:latin typeface="Times New Roman" panose="02020603050405020304" pitchFamily="18" charset="0"/>
              </a:rPr>
              <a:t>注意：两种策略的优缺点刚好互补，但单用两者之一都不实际，通常根据软件的特点将两种策略混合使用。</a:t>
            </a:r>
            <a:endParaRPr lang="zh-CN" altLang="en-US" sz="2400" dirty="0">
              <a:solidFill>
                <a:srgbClr val="FF0000"/>
              </a:solidFill>
              <a:latin typeface="Times New Roman" panose="02020603050405020304" pitchFamily="18" charset="0"/>
            </a:endParaRPr>
          </a:p>
        </p:txBody>
      </p:sp>
      <p:sp>
        <p:nvSpPr>
          <p:cNvPr id="3" name="日期占位符 2"/>
          <p:cNvSpPr>
            <a:spLocks noGrp="1"/>
          </p:cNvSpPr>
          <p:nvPr>
            <p:ph type="dt" sz="half" idx="10"/>
          </p:nvPr>
        </p:nvSpPr>
        <p:spPr/>
        <p:txBody>
          <a:bodyPr/>
          <a:lstStyle/>
          <a:p>
            <a:fld id="{D2F29F7F-9FBC-408C-A9AD-FFEF8B204071}"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1594080" y="2565360"/>
              <a:ext cx="3626280" cy="1518120"/>
            </p14:xfrm>
          </p:contentPart>
        </mc:Choice>
        <mc:Fallback xmlns="">
          <p:pic>
            <p:nvPicPr>
              <p:cNvPr id="5" name="墨迹 4"/>
            </p:nvPicPr>
            <p:blipFill>
              <a:blip r:embed="rId3"/>
            </p:blipFill>
            <p:spPr>
              <a:xfrm>
                <a:off x="1594080" y="2565360"/>
                <a:ext cx="3626280" cy="1518120"/>
              </a:xfrm>
              <a:prstGeom prst="rect"/>
            </p:spPr>
          </p:pic>
        </mc:Fallback>
      </mc:AlternateContent>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混合集成测试方法</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1</a:t>
            </a:r>
            <a:r>
              <a:rPr lang="zh-CN" altLang="en-US" dirty="0" smtClean="0"/>
              <a:t>）改进的自顶向下测试方法</a:t>
            </a:r>
            <a:endParaRPr lang="en-US" altLang="zh-CN" dirty="0"/>
          </a:p>
          <a:p>
            <a:pPr marL="0" indent="0">
              <a:buNone/>
            </a:pPr>
            <a:endParaRPr lang="en-US" altLang="zh-CN" dirty="0" smtClean="0"/>
          </a:p>
          <a:p>
            <a:r>
              <a:rPr lang="en-US" altLang="zh-CN" dirty="0" smtClean="0"/>
              <a:t> </a:t>
            </a:r>
            <a:r>
              <a:rPr lang="zh-CN" altLang="en-US" sz="2800" dirty="0" smtClean="0"/>
              <a:t>基本上使用自顶向下的测试方法，但在</a:t>
            </a:r>
            <a:r>
              <a:rPr lang="zh-CN" altLang="en-US" sz="2800" dirty="0" smtClean="0">
                <a:solidFill>
                  <a:srgbClr val="0000FF"/>
                </a:solidFill>
              </a:rPr>
              <a:t>早期</a:t>
            </a:r>
            <a:r>
              <a:rPr lang="zh-CN" altLang="en-US" sz="2800" dirty="0" smtClean="0"/>
              <a:t>使用</a:t>
            </a:r>
            <a:r>
              <a:rPr lang="zh-CN" altLang="en-US" sz="2800" dirty="0" smtClean="0">
                <a:solidFill>
                  <a:srgbClr val="0000FF"/>
                </a:solidFill>
              </a:rPr>
              <a:t>自底向上</a:t>
            </a:r>
            <a:r>
              <a:rPr lang="zh-CN" altLang="en-US" sz="2800" dirty="0" smtClean="0"/>
              <a:t>的方法测试软件中的</a:t>
            </a:r>
            <a:r>
              <a:rPr lang="zh-CN" altLang="en-US" sz="2800" dirty="0" smtClean="0">
                <a:solidFill>
                  <a:srgbClr val="0000FF"/>
                </a:solidFill>
              </a:rPr>
              <a:t>少数关键模块</a:t>
            </a:r>
            <a:r>
              <a:rPr lang="zh-CN" altLang="en-US" sz="2800" dirty="0" smtClean="0"/>
              <a:t>；</a:t>
            </a:r>
            <a:endParaRPr lang="en-US" altLang="zh-CN" sz="2800" dirty="0" smtClean="0"/>
          </a:p>
          <a:p>
            <a:r>
              <a:rPr lang="zh-CN" altLang="en-US" dirty="0" smtClean="0"/>
              <a:t>具有自顶向下方法的优点；</a:t>
            </a:r>
            <a:endParaRPr lang="en-US" altLang="zh-CN" dirty="0" smtClean="0"/>
          </a:p>
          <a:p>
            <a:r>
              <a:rPr lang="zh-CN" altLang="en-US" dirty="0" smtClean="0">
                <a:solidFill>
                  <a:srgbClr val="FF0000"/>
                </a:solidFill>
              </a:rPr>
              <a:t>比自顶向下方法多一条缺点：测试底层的关键模块时需要驱动程序。</a:t>
            </a:r>
            <a:endParaRPr lang="en-US" altLang="zh-CN" dirty="0">
              <a:solidFill>
                <a:srgbClr val="FF0000"/>
              </a:solidFill>
            </a:endParaRPr>
          </a:p>
        </p:txBody>
      </p:sp>
      <p:sp>
        <p:nvSpPr>
          <p:cNvPr id="4" name="日期占位符 3"/>
          <p:cNvSpPr>
            <a:spLocks noGrp="1"/>
          </p:cNvSpPr>
          <p:nvPr>
            <p:ph type="dt" sz="half" idx="10"/>
          </p:nvPr>
        </p:nvSpPr>
        <p:spPr/>
        <p:txBody>
          <a:bodyPr/>
          <a:lstStyle/>
          <a:p>
            <a:fld id="{B5E6A064-E4AD-4ED0-91ED-5D9619D5FCF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pPr marL="0" indent="0">
              <a:buNone/>
            </a:pPr>
            <a:r>
              <a:rPr lang="en-US" altLang="zh-CN" dirty="0" smtClean="0"/>
              <a:t>2</a:t>
            </a:r>
            <a:r>
              <a:rPr lang="zh-CN" altLang="en-US" dirty="0" smtClean="0"/>
              <a:t>）混合法</a:t>
            </a:r>
            <a:endParaRPr lang="en-US" altLang="zh-CN" dirty="0" smtClean="0"/>
          </a:p>
          <a:p>
            <a:pPr marL="0" indent="0">
              <a:buNone/>
            </a:pPr>
            <a:endParaRPr lang="en-US" altLang="zh-CN" dirty="0"/>
          </a:p>
          <a:p>
            <a:r>
              <a:rPr lang="zh-CN" altLang="en-US" dirty="0" smtClean="0"/>
              <a:t>对软件结构中</a:t>
            </a:r>
            <a:r>
              <a:rPr lang="zh-CN" altLang="en-US" dirty="0" smtClean="0">
                <a:solidFill>
                  <a:srgbClr val="0000FF"/>
                </a:solidFill>
              </a:rPr>
              <a:t>较上层（或上半层）</a:t>
            </a:r>
            <a:r>
              <a:rPr lang="zh-CN" altLang="en-US" dirty="0" smtClean="0"/>
              <a:t>使用</a:t>
            </a:r>
            <a:r>
              <a:rPr lang="zh-CN" altLang="en-US" dirty="0" smtClean="0">
                <a:solidFill>
                  <a:srgbClr val="0000FF"/>
                </a:solidFill>
              </a:rPr>
              <a:t>自顶向下</a:t>
            </a:r>
            <a:r>
              <a:rPr lang="zh-CN" altLang="en-US" dirty="0" smtClean="0"/>
              <a:t>方法，</a:t>
            </a:r>
            <a:r>
              <a:rPr lang="zh-CN" altLang="en-US" dirty="0" smtClean="0">
                <a:solidFill>
                  <a:srgbClr val="0000FF"/>
                </a:solidFill>
              </a:rPr>
              <a:t>较</a:t>
            </a:r>
            <a:r>
              <a:rPr lang="zh-CN" altLang="en-US" dirty="0">
                <a:solidFill>
                  <a:srgbClr val="0000FF"/>
                </a:solidFill>
              </a:rPr>
              <a:t>下层（</a:t>
            </a:r>
            <a:r>
              <a:rPr lang="zh-CN" altLang="en-US" dirty="0" smtClean="0">
                <a:solidFill>
                  <a:srgbClr val="0000FF"/>
                </a:solidFill>
              </a:rPr>
              <a:t>或下半</a:t>
            </a:r>
            <a:r>
              <a:rPr lang="zh-CN" altLang="en-US" dirty="0">
                <a:solidFill>
                  <a:srgbClr val="0000FF"/>
                </a:solidFill>
              </a:rPr>
              <a:t>层）</a:t>
            </a:r>
            <a:r>
              <a:rPr lang="zh-CN" altLang="en-US" dirty="0" smtClean="0"/>
              <a:t>使用</a:t>
            </a:r>
            <a:r>
              <a:rPr lang="zh-CN" altLang="en-US" dirty="0" smtClean="0">
                <a:solidFill>
                  <a:srgbClr val="0000FF"/>
                </a:solidFill>
              </a:rPr>
              <a:t>自底向上</a:t>
            </a:r>
            <a:r>
              <a:rPr lang="zh-CN" altLang="en-US" dirty="0" smtClean="0"/>
              <a:t>方法，两者相结合。</a:t>
            </a:r>
            <a:endParaRPr lang="en-US" altLang="zh-CN" dirty="0" smtClean="0"/>
          </a:p>
          <a:p>
            <a:endParaRPr lang="en-US" altLang="zh-CN" dirty="0"/>
          </a:p>
          <a:p>
            <a:r>
              <a:rPr lang="zh-CN" altLang="en-US" dirty="0" smtClean="0"/>
              <a:t>这种方法兼有两种方法的优点和缺点，当</a:t>
            </a:r>
            <a:r>
              <a:rPr lang="zh-CN" altLang="en-US" dirty="0" smtClean="0">
                <a:solidFill>
                  <a:srgbClr val="0000FF"/>
                </a:solidFill>
              </a:rPr>
              <a:t>被测试的软件中关键模块比较多时</a:t>
            </a:r>
            <a:r>
              <a:rPr lang="zh-CN" altLang="en-US" dirty="0" smtClean="0"/>
              <a:t>，这种混合法可能是最好的折衷方法。</a:t>
            </a:r>
            <a:endParaRPr lang="zh-CN" altLang="en-US" dirty="0"/>
          </a:p>
        </p:txBody>
      </p:sp>
      <p:sp>
        <p:nvSpPr>
          <p:cNvPr id="2" name="日期占位符 1"/>
          <p:cNvSpPr>
            <a:spLocks noGrp="1"/>
          </p:cNvSpPr>
          <p:nvPr>
            <p:ph type="dt" sz="half" idx="10"/>
          </p:nvPr>
        </p:nvSpPr>
        <p:spPr/>
        <p:txBody>
          <a:bodyPr/>
          <a:lstStyle/>
          <a:p>
            <a:fld id="{8E77863E-46B6-4D22-A154-0C07EA688C0D}"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7.4.4 </a:t>
            </a:r>
            <a:r>
              <a:rPr lang="zh-CN" altLang="en-US" dirty="0" smtClean="0"/>
              <a:t>回归测试</a:t>
            </a:r>
            <a:endParaRPr lang="zh-CN" altLang="en-US" dirty="0"/>
          </a:p>
        </p:txBody>
      </p:sp>
      <p:sp>
        <p:nvSpPr>
          <p:cNvPr id="3" name="内容占位符 2"/>
          <p:cNvSpPr>
            <a:spLocks noGrp="1"/>
          </p:cNvSpPr>
          <p:nvPr>
            <p:ph idx="1"/>
          </p:nvPr>
        </p:nvSpPr>
        <p:spPr>
          <a:xfrm>
            <a:off x="457200" y="1412776"/>
            <a:ext cx="8229600" cy="4713387"/>
          </a:xfrm>
        </p:spPr>
        <p:txBody>
          <a:bodyPr>
            <a:normAutofit/>
          </a:bodyPr>
          <a:lstStyle/>
          <a:p>
            <a:r>
              <a:rPr lang="zh-CN" altLang="en-US" sz="2800" dirty="0" smtClean="0"/>
              <a:t>定义：回归测试是指</a:t>
            </a:r>
            <a:r>
              <a:rPr lang="zh-CN" altLang="en-US" sz="2800" dirty="0" smtClean="0">
                <a:solidFill>
                  <a:srgbClr val="0000FF"/>
                </a:solidFill>
              </a:rPr>
              <a:t>重新执行已经做过的测试的某个子集</a:t>
            </a:r>
            <a:r>
              <a:rPr lang="zh-CN" altLang="en-US" sz="2800" dirty="0" smtClean="0"/>
              <a:t>，以保证测试过程中加入新模块时不会带来非预期的副作用。</a:t>
            </a:r>
            <a:endParaRPr lang="en-US" altLang="zh-CN" sz="2800" dirty="0" smtClean="0"/>
          </a:p>
          <a:p>
            <a:endParaRPr lang="en-US" altLang="zh-CN" sz="2800" dirty="0"/>
          </a:p>
          <a:p>
            <a:r>
              <a:rPr lang="zh-CN" altLang="en-US" sz="2800" dirty="0" smtClean="0"/>
              <a:t>注意：在集成测试过程中，回归测试用例的数量可能变得非常大。因此，应该把</a:t>
            </a:r>
            <a:r>
              <a:rPr lang="zh-CN" altLang="en-US" sz="2800" dirty="0" smtClean="0">
                <a:solidFill>
                  <a:srgbClr val="0000FF"/>
                </a:solidFill>
              </a:rPr>
              <a:t>回归测试集</a:t>
            </a:r>
            <a:r>
              <a:rPr lang="zh-CN" altLang="en-US" sz="2800" dirty="0" smtClean="0"/>
              <a:t>设计成只包括检测程序每个</a:t>
            </a:r>
            <a:r>
              <a:rPr lang="zh-CN" altLang="en-US" sz="2800" dirty="0" smtClean="0">
                <a:solidFill>
                  <a:srgbClr val="0000FF"/>
                </a:solidFill>
              </a:rPr>
              <a:t>主要功能中的一类或多类错误</a:t>
            </a:r>
            <a:r>
              <a:rPr lang="zh-CN" altLang="en-US" sz="2800" dirty="0" smtClean="0"/>
              <a:t>的一些测试用例。</a:t>
            </a:r>
            <a:endParaRPr lang="en-US" altLang="zh-CN" sz="2800" dirty="0" smtClean="0"/>
          </a:p>
          <a:p>
            <a:endParaRPr lang="en-US" altLang="zh-CN" sz="2400" dirty="0"/>
          </a:p>
          <a:p>
            <a:endParaRPr lang="en-US" altLang="zh-CN" sz="2400" dirty="0" smtClean="0"/>
          </a:p>
          <a:p>
            <a:endParaRPr lang="en-US" altLang="zh-CN" sz="2400" dirty="0"/>
          </a:p>
        </p:txBody>
      </p:sp>
      <p:sp>
        <p:nvSpPr>
          <p:cNvPr id="4" name="日期占位符 3"/>
          <p:cNvSpPr>
            <a:spLocks noGrp="1"/>
          </p:cNvSpPr>
          <p:nvPr>
            <p:ph type="dt" sz="half" idx="10"/>
          </p:nvPr>
        </p:nvSpPr>
        <p:spPr/>
        <p:txBody>
          <a:bodyPr/>
          <a:lstStyle/>
          <a:p>
            <a:fld id="{5FFBBCB3-0996-4C4E-8EFC-A0A3866887E7}"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7.5 </a:t>
            </a:r>
            <a:r>
              <a:rPr lang="zh-CN" altLang="en-US" dirty="0" smtClean="0">
                <a:solidFill>
                  <a:srgbClr val="FF0000"/>
                </a:solidFill>
                <a:highlight>
                  <a:srgbClr val="FFFF00"/>
                </a:highlight>
              </a:rPr>
              <a:t>确认</a:t>
            </a:r>
            <a:r>
              <a:rPr lang="zh-CN" altLang="en-US" dirty="0" smtClean="0"/>
              <a:t>测试（</a:t>
            </a:r>
            <a:r>
              <a:rPr lang="zh-CN" altLang="en-US" dirty="0" smtClean="0">
                <a:solidFill>
                  <a:srgbClr val="FF0000"/>
                </a:solidFill>
                <a:highlight>
                  <a:srgbClr val="FFFF00"/>
                </a:highlight>
              </a:rPr>
              <a:t>验收</a:t>
            </a:r>
            <a:r>
              <a:rPr lang="zh-CN" altLang="en-US" dirty="0" smtClean="0"/>
              <a:t>测试）</a:t>
            </a:r>
            <a:endParaRPr lang="zh-CN" altLang="en-US" dirty="0"/>
          </a:p>
        </p:txBody>
      </p:sp>
      <p:sp>
        <p:nvSpPr>
          <p:cNvPr id="3" name="内容占位符 2"/>
          <p:cNvSpPr>
            <a:spLocks noGrp="1"/>
          </p:cNvSpPr>
          <p:nvPr>
            <p:ph idx="1"/>
          </p:nvPr>
        </p:nvSpPr>
        <p:spPr>
          <a:xfrm>
            <a:off x="457200" y="1484784"/>
            <a:ext cx="8229600" cy="5373216"/>
          </a:xfrm>
        </p:spPr>
        <p:txBody>
          <a:bodyPr>
            <a:normAutofit lnSpcReduction="10000"/>
          </a:bodyPr>
          <a:lstStyle/>
          <a:p>
            <a:r>
              <a:rPr lang="zh-CN" altLang="en-US" dirty="0" smtClean="0"/>
              <a:t>确认测试的目标：验证软件的有效性（功能和性能两方面）。</a:t>
            </a:r>
            <a:endParaRPr lang="en-US" altLang="zh-CN" dirty="0" smtClean="0"/>
          </a:p>
          <a:p>
            <a:r>
              <a:rPr lang="zh-CN" altLang="en-US" dirty="0"/>
              <a:t>验证</a:t>
            </a:r>
            <a:r>
              <a:rPr lang="en-US" altLang="zh-CN" dirty="0"/>
              <a:t>(</a:t>
            </a:r>
            <a:r>
              <a:rPr lang="en-US" altLang="zh-CN" dirty="0" smtClean="0"/>
              <a:t>verification)</a:t>
            </a:r>
            <a:r>
              <a:rPr lang="zh-CN" altLang="en-US" dirty="0" smtClean="0"/>
              <a:t>和确认</a:t>
            </a:r>
            <a:r>
              <a:rPr lang="en-US" altLang="zh-CN" dirty="0" smtClean="0"/>
              <a:t>(validation)</a:t>
            </a:r>
            <a:r>
              <a:rPr lang="zh-CN" altLang="en-US" dirty="0" smtClean="0"/>
              <a:t>的区别：</a:t>
            </a:r>
            <a:endParaRPr lang="en-US" altLang="zh-CN" dirty="0" smtClean="0"/>
          </a:p>
          <a:p>
            <a:pPr lvl="1">
              <a:buFont typeface="Wingdings" panose="05000000000000000000" pitchFamily="2" charset="2"/>
              <a:buChar char="ü"/>
            </a:pPr>
            <a:r>
              <a:rPr lang="en-US" altLang="zh-CN" dirty="0"/>
              <a:t> </a:t>
            </a:r>
            <a:r>
              <a:rPr lang="zh-CN" altLang="en-US" dirty="0" smtClean="0"/>
              <a:t>验证：保证软件</a:t>
            </a:r>
            <a:r>
              <a:rPr lang="zh-CN" altLang="en-US" dirty="0" smtClean="0">
                <a:solidFill>
                  <a:srgbClr val="0000FF"/>
                </a:solidFill>
              </a:rPr>
              <a:t>正确地实现了某个特定要求（或功能）</a:t>
            </a:r>
            <a:r>
              <a:rPr lang="zh-CN" altLang="en-US" dirty="0" smtClean="0"/>
              <a:t>的一系列活动；</a:t>
            </a:r>
            <a:endParaRPr lang="en-US" altLang="zh-CN" dirty="0" smtClean="0"/>
          </a:p>
          <a:p>
            <a:pPr lvl="1">
              <a:buFont typeface="Wingdings" panose="05000000000000000000" pitchFamily="2" charset="2"/>
              <a:buChar char="ü"/>
            </a:pPr>
            <a:r>
              <a:rPr lang="en-US" altLang="zh-CN" dirty="0"/>
              <a:t> </a:t>
            </a:r>
            <a:r>
              <a:rPr lang="zh-CN" altLang="en-US" dirty="0" smtClean="0"/>
              <a:t>确认：为了保证软件确实</a:t>
            </a:r>
            <a:r>
              <a:rPr lang="zh-CN" altLang="en-US" dirty="0" smtClean="0">
                <a:solidFill>
                  <a:srgbClr val="0000FF"/>
                </a:solidFill>
              </a:rPr>
              <a:t>满足了用户需求</a:t>
            </a:r>
            <a:r>
              <a:rPr lang="zh-CN" altLang="en-US" dirty="0" smtClean="0"/>
              <a:t>而进行的一系列活动（强调</a:t>
            </a:r>
            <a:r>
              <a:rPr lang="zh-CN" altLang="en-US" dirty="0" smtClean="0">
                <a:solidFill>
                  <a:srgbClr val="0000FF"/>
                </a:solidFill>
              </a:rPr>
              <a:t>用户的参与</a:t>
            </a:r>
            <a:r>
              <a:rPr lang="zh-CN" altLang="en-US" dirty="0" smtClean="0"/>
              <a:t>）。</a:t>
            </a:r>
            <a:endParaRPr lang="en-US" altLang="zh-CN" dirty="0"/>
          </a:p>
          <a:p>
            <a:r>
              <a:rPr lang="zh-CN" altLang="en-US" dirty="0" smtClean="0"/>
              <a:t>有效性：如果软件的功能和性能</a:t>
            </a:r>
            <a:r>
              <a:rPr lang="zh-CN" altLang="en-US" dirty="0" smtClean="0">
                <a:solidFill>
                  <a:srgbClr val="0000FF"/>
                </a:solidFill>
              </a:rPr>
              <a:t>如同用户所期待的那样</a:t>
            </a:r>
            <a:r>
              <a:rPr lang="zh-CN" altLang="en-US" dirty="0" smtClean="0"/>
              <a:t>，软件就是有效的。</a:t>
            </a:r>
            <a:r>
              <a:rPr lang="en-US" altLang="zh-CN" dirty="0" smtClean="0"/>
              <a:t> </a:t>
            </a:r>
            <a:endParaRPr lang="en-US" altLang="zh-CN" dirty="0" smtClean="0"/>
          </a:p>
          <a:p>
            <a:r>
              <a:rPr lang="en-US" altLang="zh-CN" dirty="0" smtClean="0"/>
              <a:t> </a:t>
            </a:r>
            <a:r>
              <a:rPr lang="zh-CN" altLang="en-US" u="sng" dirty="0" smtClean="0"/>
              <a:t>软件需求规格说明书</a:t>
            </a:r>
            <a:r>
              <a:rPr lang="zh-CN" altLang="en-US" dirty="0" smtClean="0"/>
              <a:t>是进行</a:t>
            </a:r>
            <a:r>
              <a:rPr lang="zh-CN" altLang="en-US" dirty="0"/>
              <a:t>确认</a:t>
            </a:r>
            <a:r>
              <a:rPr lang="zh-CN" altLang="en-US" dirty="0" smtClean="0"/>
              <a:t>测试的基础。</a:t>
            </a:r>
            <a:r>
              <a:rPr lang="en-US" altLang="zh-CN" dirty="0" smtClean="0"/>
              <a:t> </a:t>
            </a:r>
            <a:endParaRPr lang="zh-CN" altLang="en-US" dirty="0"/>
          </a:p>
        </p:txBody>
      </p:sp>
      <p:sp>
        <p:nvSpPr>
          <p:cNvPr id="4" name="日期占位符 3"/>
          <p:cNvSpPr>
            <a:spLocks noGrp="1"/>
          </p:cNvSpPr>
          <p:nvPr>
            <p:ph type="dt" sz="half" idx="10"/>
          </p:nvPr>
        </p:nvSpPr>
        <p:spPr/>
        <p:txBody>
          <a:bodyPr/>
          <a:lstStyle/>
          <a:p>
            <a:fld id="{ACDBDF12-8EB0-4630-A75A-ED0DA82A38F8}"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确认测试的主要特点及内容</a:t>
            </a:r>
            <a:endParaRPr lang="zh-CN" altLang="en-US" dirty="0"/>
          </a:p>
        </p:txBody>
      </p:sp>
      <p:sp>
        <p:nvSpPr>
          <p:cNvPr id="3" name="内容占位符 2"/>
          <p:cNvSpPr>
            <a:spLocks noGrp="1"/>
          </p:cNvSpPr>
          <p:nvPr>
            <p:ph idx="1"/>
          </p:nvPr>
        </p:nvSpPr>
        <p:spPr>
          <a:xfrm>
            <a:off x="457200" y="1340768"/>
            <a:ext cx="8435280" cy="5328592"/>
          </a:xfrm>
        </p:spPr>
        <p:txBody>
          <a:bodyPr>
            <a:normAutofit lnSpcReduction="10000"/>
          </a:bodyPr>
          <a:lstStyle/>
          <a:p>
            <a:pPr marL="514350" indent="-514350">
              <a:buFont typeface="+mj-lt"/>
              <a:buAutoNum type="alphaLcParenR"/>
            </a:pPr>
            <a:r>
              <a:rPr lang="zh-CN" altLang="en-US" dirty="0" smtClean="0"/>
              <a:t>某些已经测试过的纯粹技术性的测试项可能不需要再次测试，而针对</a:t>
            </a:r>
            <a:r>
              <a:rPr lang="zh-CN" altLang="en-US" dirty="0" smtClean="0">
                <a:solidFill>
                  <a:srgbClr val="0000FF"/>
                </a:solidFill>
              </a:rPr>
              <a:t>用户特别感兴趣的功能或性能</a:t>
            </a:r>
            <a:r>
              <a:rPr lang="zh-CN" altLang="en-US" dirty="0" smtClean="0"/>
              <a:t>，可能需要增加一些测试；</a:t>
            </a:r>
            <a:endParaRPr lang="en-US" altLang="zh-CN" dirty="0" smtClean="0"/>
          </a:p>
          <a:p>
            <a:pPr marL="514350" indent="-514350">
              <a:buFont typeface="+mj-lt"/>
              <a:buAutoNum type="alphaLcParenR"/>
            </a:pPr>
            <a:r>
              <a:rPr lang="zh-CN" altLang="en-US" dirty="0" smtClean="0"/>
              <a:t>通常使用</a:t>
            </a:r>
            <a:r>
              <a:rPr lang="zh-CN" altLang="en-US" dirty="0" smtClean="0">
                <a:solidFill>
                  <a:srgbClr val="0000FF"/>
                </a:solidFill>
                <a:highlight>
                  <a:srgbClr val="FFFF00"/>
                </a:highlight>
              </a:rPr>
              <a:t>实际数据</a:t>
            </a:r>
            <a:r>
              <a:rPr lang="zh-CN" altLang="en-US" dirty="0" smtClean="0"/>
              <a:t>；</a:t>
            </a:r>
            <a:endParaRPr lang="en-US" altLang="zh-CN" dirty="0" smtClean="0"/>
          </a:p>
          <a:p>
            <a:pPr marL="514350" indent="-514350">
              <a:buFont typeface="+mj-lt"/>
              <a:buAutoNum type="alphaLcParenR"/>
            </a:pPr>
            <a:r>
              <a:rPr lang="zh-CN" altLang="en-US" dirty="0" smtClean="0"/>
              <a:t>必须有</a:t>
            </a:r>
            <a:r>
              <a:rPr lang="zh-CN" altLang="en-US" dirty="0" smtClean="0">
                <a:solidFill>
                  <a:srgbClr val="0000FF"/>
                </a:solidFill>
              </a:rPr>
              <a:t>用户的积极参与</a:t>
            </a:r>
            <a:r>
              <a:rPr lang="zh-CN" altLang="en-US" dirty="0" smtClean="0"/>
              <a:t>，</a:t>
            </a:r>
            <a:r>
              <a:rPr lang="zh-CN" altLang="en-US" dirty="0" smtClean="0">
                <a:solidFill>
                  <a:srgbClr val="0000FF"/>
                </a:solidFill>
              </a:rPr>
              <a:t>甚至以用户为主</a:t>
            </a:r>
            <a:r>
              <a:rPr lang="zh-CN" altLang="en-US" dirty="0" smtClean="0"/>
              <a:t>，可能需要进行一些与用户使用步骤有关的测试（不同用户的操作步骤或许不同）。</a:t>
            </a:r>
            <a:endParaRPr lang="en-US" altLang="zh-CN" dirty="0"/>
          </a:p>
          <a:p>
            <a:pPr marL="514350" indent="-514350">
              <a:buFont typeface="+mj-lt"/>
              <a:buAutoNum type="alphaLcParenR"/>
            </a:pPr>
            <a:endParaRPr lang="en-US" altLang="zh-CN" dirty="0" smtClean="0"/>
          </a:p>
          <a:p>
            <a:pPr marL="0" indent="0">
              <a:buNone/>
            </a:pPr>
            <a:r>
              <a:rPr lang="zh-CN" altLang="en-US" dirty="0" smtClean="0">
                <a:solidFill>
                  <a:srgbClr val="0000FF"/>
                </a:solidFill>
              </a:rPr>
              <a:t>确认测试一般使用黑盒测试法。</a:t>
            </a:r>
            <a:r>
              <a:rPr lang="zh-CN" altLang="en-US" dirty="0" smtClean="0"/>
              <a:t>（关注点在于软件的有效性，不用考虑细节）</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18032C71-B001-4740-BA89-62B88E1B0BB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软件配置复查</a:t>
            </a:r>
            <a:endParaRPr lang="zh-CN" altLang="en-US" dirty="0"/>
          </a:p>
        </p:txBody>
      </p:sp>
      <p:sp>
        <p:nvSpPr>
          <p:cNvPr id="3" name="内容占位符 2"/>
          <p:cNvSpPr>
            <a:spLocks noGrp="1"/>
          </p:cNvSpPr>
          <p:nvPr>
            <p:ph idx="1"/>
          </p:nvPr>
        </p:nvSpPr>
        <p:spPr/>
        <p:txBody>
          <a:bodyPr/>
          <a:lstStyle/>
          <a:p>
            <a:r>
              <a:rPr lang="zh-CN" altLang="en-US" dirty="0" smtClean="0"/>
              <a:t>软件配置复查</a:t>
            </a:r>
            <a:r>
              <a:rPr lang="zh-CN" altLang="en-US" dirty="0"/>
              <a:t>是</a:t>
            </a:r>
            <a:r>
              <a:rPr lang="zh-CN" altLang="en-US" dirty="0" smtClean="0"/>
              <a:t>确认测试的一个重要内容。</a:t>
            </a:r>
            <a:endParaRPr lang="en-US" altLang="zh-CN" dirty="0" smtClean="0"/>
          </a:p>
          <a:p>
            <a:pPr marL="0" indent="0">
              <a:buNone/>
            </a:pPr>
            <a:r>
              <a:rPr lang="en-US" altLang="zh-CN" dirty="0"/>
              <a:t> </a:t>
            </a:r>
            <a:r>
              <a:rPr lang="en-US" altLang="zh-CN" dirty="0" smtClean="0"/>
              <a:t>  (</a:t>
            </a:r>
            <a:r>
              <a:rPr lang="zh-CN" altLang="en-US" dirty="0" smtClean="0"/>
              <a:t>软件配置：需求</a:t>
            </a:r>
            <a:r>
              <a:rPr lang="zh-CN" altLang="en-US" dirty="0"/>
              <a:t>说明书、设计说明书和源程序清单</a:t>
            </a:r>
            <a:r>
              <a:rPr lang="en-US" altLang="zh-CN" dirty="0" smtClean="0"/>
              <a:t>)</a:t>
            </a:r>
            <a:endParaRPr lang="en-US" altLang="zh-CN" dirty="0" smtClean="0"/>
          </a:p>
          <a:p>
            <a:endParaRPr lang="en-US" altLang="zh-CN" dirty="0"/>
          </a:p>
          <a:p>
            <a:r>
              <a:rPr lang="zh-CN" altLang="en-US" dirty="0" smtClean="0"/>
              <a:t>目的：</a:t>
            </a:r>
            <a:r>
              <a:rPr lang="zh-CN" altLang="en-US" dirty="0" smtClean="0">
                <a:solidFill>
                  <a:srgbClr val="0000FF"/>
                </a:solidFill>
              </a:rPr>
              <a:t>保证软件配置的所有成分都齐全</a:t>
            </a:r>
            <a:r>
              <a:rPr lang="zh-CN" altLang="en-US" dirty="0" smtClean="0"/>
              <a:t>，质量符合要求，文档与程序完全一致，而且已经编好目录。</a:t>
            </a:r>
            <a:endParaRPr lang="zh-CN" altLang="en-US" dirty="0"/>
          </a:p>
        </p:txBody>
      </p:sp>
      <p:sp>
        <p:nvSpPr>
          <p:cNvPr id="4" name="日期占位符 3"/>
          <p:cNvSpPr>
            <a:spLocks noGrp="1"/>
          </p:cNvSpPr>
          <p:nvPr>
            <p:ph type="dt" sz="half" idx="10"/>
          </p:nvPr>
        </p:nvSpPr>
        <p:spPr/>
        <p:txBody>
          <a:bodyPr/>
          <a:lstStyle/>
          <a:p>
            <a:fld id="{E839C16C-AAC0-4E7F-A9CC-5E842F986285}"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Alpha</a:t>
            </a:r>
            <a:r>
              <a:rPr lang="zh-CN" altLang="en-US" dirty="0" smtClean="0"/>
              <a:t>和</a:t>
            </a:r>
            <a:r>
              <a:rPr lang="en-US" altLang="zh-CN" dirty="0" smtClean="0"/>
              <a:t>Beta</a:t>
            </a:r>
            <a:r>
              <a:rPr lang="zh-CN" altLang="en-US" dirty="0" smtClean="0"/>
              <a:t>测试 （</a:t>
            </a:r>
            <a:r>
              <a:rPr lang="zh-CN" altLang="en-US" dirty="0" smtClean="0">
                <a:solidFill>
                  <a:srgbClr val="FF0000"/>
                </a:solidFill>
              </a:rPr>
              <a:t>了解</a:t>
            </a:r>
            <a:r>
              <a:rPr lang="zh-CN" altLang="en-US" dirty="0" smtClean="0"/>
              <a:t>）</a:t>
            </a:r>
            <a:endParaRPr lang="zh-CN" altLang="en-US" dirty="0"/>
          </a:p>
        </p:txBody>
      </p:sp>
      <p:sp>
        <p:nvSpPr>
          <p:cNvPr id="3" name="内容占位符 2"/>
          <p:cNvSpPr>
            <a:spLocks noGrp="1"/>
          </p:cNvSpPr>
          <p:nvPr>
            <p:ph idx="1"/>
          </p:nvPr>
        </p:nvSpPr>
        <p:spPr>
          <a:xfrm>
            <a:off x="457200" y="1412776"/>
            <a:ext cx="8229600" cy="4713387"/>
          </a:xfrm>
        </p:spPr>
        <p:txBody>
          <a:bodyPr/>
          <a:lstStyle/>
          <a:p>
            <a:r>
              <a:rPr lang="en-US" altLang="zh-CN" dirty="0" smtClean="0"/>
              <a:t>Alpha</a:t>
            </a:r>
            <a:r>
              <a:rPr lang="zh-CN" altLang="en-US" dirty="0" smtClean="0"/>
              <a:t>测试：用户在</a:t>
            </a:r>
            <a:r>
              <a:rPr lang="zh-CN" altLang="en-US" dirty="0" smtClean="0">
                <a:solidFill>
                  <a:srgbClr val="0000FF"/>
                </a:solidFill>
              </a:rPr>
              <a:t>开发者的场所</a:t>
            </a:r>
            <a:r>
              <a:rPr lang="zh-CN" altLang="en-US" dirty="0" smtClean="0"/>
              <a:t>进行测试，并且在开发者的指导下进行，</a:t>
            </a:r>
            <a:r>
              <a:rPr lang="zh-CN" altLang="en-US" dirty="0" smtClean="0">
                <a:solidFill>
                  <a:srgbClr val="0000FF"/>
                </a:solidFill>
              </a:rPr>
              <a:t>开发者记录</a:t>
            </a:r>
            <a:r>
              <a:rPr lang="zh-CN" altLang="en-US" dirty="0" smtClean="0"/>
              <a:t>发现的错误和问题。</a:t>
            </a:r>
            <a:endParaRPr lang="en-US" altLang="zh-CN" dirty="0" smtClean="0"/>
          </a:p>
          <a:p>
            <a:endParaRPr lang="en-US" altLang="zh-CN" dirty="0"/>
          </a:p>
          <a:p>
            <a:r>
              <a:rPr lang="en-US" altLang="zh-CN" dirty="0" smtClean="0"/>
              <a:t>Beta</a:t>
            </a:r>
            <a:r>
              <a:rPr lang="zh-CN" altLang="en-US" dirty="0" smtClean="0"/>
              <a:t>测试：用户在一个或多个</a:t>
            </a:r>
            <a:r>
              <a:rPr lang="zh-CN" altLang="en-US" dirty="0" smtClean="0">
                <a:solidFill>
                  <a:srgbClr val="FF0000"/>
                </a:solidFill>
              </a:rPr>
              <a:t>客户场所</a:t>
            </a:r>
            <a:r>
              <a:rPr lang="zh-CN" altLang="en-US" dirty="0" smtClean="0"/>
              <a:t>进行测试，不受开发者控制，</a:t>
            </a:r>
            <a:r>
              <a:rPr lang="zh-CN" altLang="en-US" dirty="0" smtClean="0">
                <a:solidFill>
                  <a:srgbClr val="FF0000"/>
                </a:solidFill>
              </a:rPr>
              <a:t>测试者记录</a:t>
            </a:r>
            <a:r>
              <a:rPr lang="zh-CN" altLang="en-US" dirty="0" smtClean="0"/>
              <a:t>发现的问题和错误，定期将问题报告发送给</a:t>
            </a:r>
            <a:r>
              <a:rPr lang="zh-CN" altLang="en-US" dirty="0" smtClean="0">
                <a:solidFill>
                  <a:srgbClr val="FF0000"/>
                </a:solidFill>
              </a:rPr>
              <a:t>开发者</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3E22CA87-C4BA-4E2F-8FBB-198449BE935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7.6 </a:t>
            </a:r>
            <a:r>
              <a:rPr lang="zh-CN" altLang="en-US" dirty="0"/>
              <a:t>白</a:t>
            </a:r>
            <a:r>
              <a:rPr lang="zh-CN" altLang="en-US" dirty="0" smtClean="0"/>
              <a:t>盒测试技术</a:t>
            </a:r>
            <a:endParaRPr lang="zh-CN" altLang="en-US" dirty="0"/>
          </a:p>
        </p:txBody>
      </p:sp>
      <p:sp>
        <p:nvSpPr>
          <p:cNvPr id="4" name="内容占位符 3"/>
          <p:cNvSpPr>
            <a:spLocks noGrp="1"/>
          </p:cNvSpPr>
          <p:nvPr>
            <p:ph idx="1"/>
          </p:nvPr>
        </p:nvSpPr>
        <p:spPr>
          <a:xfrm>
            <a:off x="457200" y="1600201"/>
            <a:ext cx="8229600" cy="1180728"/>
          </a:xfrm>
        </p:spPr>
        <p:txBody>
          <a:bodyPr/>
          <a:lstStyle/>
          <a:p>
            <a:pPr marL="0" indent="0">
              <a:buNone/>
            </a:pPr>
            <a:r>
              <a:rPr lang="zh-CN" altLang="en-US" dirty="0" smtClean="0"/>
              <a:t>白盒测试是根据</a:t>
            </a:r>
            <a:r>
              <a:rPr lang="zh-CN" altLang="en-US" dirty="0" smtClean="0">
                <a:solidFill>
                  <a:srgbClr val="0000FF"/>
                </a:solidFill>
              </a:rPr>
              <a:t>程序内部逻辑结构</a:t>
            </a:r>
            <a:r>
              <a:rPr lang="zh-CN" altLang="en-US" dirty="0" smtClean="0"/>
              <a:t>进行的测试，也称为</a:t>
            </a:r>
            <a:r>
              <a:rPr lang="zh-CN" altLang="en-US" dirty="0" smtClean="0">
                <a:solidFill>
                  <a:srgbClr val="0000FF"/>
                </a:solidFill>
              </a:rPr>
              <a:t>结构测试</a:t>
            </a:r>
            <a:r>
              <a:rPr lang="zh-CN" altLang="en-US" dirty="0" smtClean="0"/>
              <a:t>。</a:t>
            </a:r>
            <a:endParaRPr lang="zh-CN" alt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07176" y="2636912"/>
            <a:ext cx="3060968" cy="3313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BC02B93-FEA9-4B54-8CC1-8376D0D30E5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7.6.1 </a:t>
            </a:r>
            <a:r>
              <a:rPr lang="zh-CN" altLang="en-US" dirty="0" smtClean="0"/>
              <a:t>逻辑覆盖</a:t>
            </a:r>
            <a:endParaRPr lang="zh-CN" altLang="en-US" dirty="0"/>
          </a:p>
        </p:txBody>
      </p:sp>
      <p:sp>
        <p:nvSpPr>
          <p:cNvPr id="3" name="内容占位符 2"/>
          <p:cNvSpPr>
            <a:spLocks noGrp="1"/>
          </p:cNvSpPr>
          <p:nvPr>
            <p:ph idx="1"/>
          </p:nvPr>
        </p:nvSpPr>
        <p:spPr>
          <a:xfrm>
            <a:off x="457200" y="1268760"/>
            <a:ext cx="8579296" cy="5257800"/>
          </a:xfrm>
        </p:spPr>
        <p:txBody>
          <a:bodyPr>
            <a:normAutofit/>
          </a:bodyPr>
          <a:lstStyle/>
          <a:p>
            <a:r>
              <a:rPr lang="zh-CN" altLang="en-US" sz="2800" dirty="0" smtClean="0"/>
              <a:t>逻辑覆盖是以程序内部的逻辑结构为基础的</a:t>
            </a:r>
            <a:r>
              <a:rPr lang="zh-CN" altLang="en-US" sz="2800" dirty="0" smtClean="0">
                <a:solidFill>
                  <a:srgbClr val="0000FF"/>
                </a:solidFill>
              </a:rPr>
              <a:t>设计</a:t>
            </a:r>
            <a:endParaRPr lang="zh-CN" altLang="en-US" sz="2800" dirty="0" smtClean="0">
              <a:solidFill>
                <a:srgbClr val="0000FF"/>
              </a:solidFill>
            </a:endParaRPr>
          </a:p>
          <a:p>
            <a:pPr marL="0" indent="0">
              <a:buNone/>
            </a:pPr>
            <a:r>
              <a:rPr lang="en-US" altLang="zh-CN" sz="2800" dirty="0" smtClean="0">
                <a:solidFill>
                  <a:srgbClr val="0000FF"/>
                </a:solidFill>
              </a:rPr>
              <a:t>    </a:t>
            </a:r>
            <a:r>
              <a:rPr lang="zh-CN" altLang="en-US" sz="2800" dirty="0" smtClean="0">
                <a:solidFill>
                  <a:srgbClr val="0000FF"/>
                </a:solidFill>
              </a:rPr>
              <a:t>测试用例的技术</a:t>
            </a:r>
            <a:r>
              <a:rPr lang="zh-CN" altLang="en-US" sz="2800" dirty="0" smtClean="0"/>
              <a:t>。</a:t>
            </a:r>
            <a:endParaRPr lang="en-US" altLang="zh-CN" sz="2800" dirty="0" smtClean="0"/>
          </a:p>
          <a:p>
            <a:r>
              <a:rPr lang="zh-CN" altLang="en-US" sz="2800" dirty="0" smtClean="0"/>
              <a:t>根据</a:t>
            </a:r>
            <a:r>
              <a:rPr lang="zh-CN" altLang="en-US" sz="2800" dirty="0" smtClean="0">
                <a:solidFill>
                  <a:srgbClr val="0000FF"/>
                </a:solidFill>
              </a:rPr>
              <a:t>覆盖源程序语句的详尽</a:t>
            </a:r>
            <a:r>
              <a:rPr lang="zh-CN" altLang="en-US" sz="2800" dirty="0">
                <a:solidFill>
                  <a:srgbClr val="0000FF"/>
                </a:solidFill>
              </a:rPr>
              <a:t>程度</a:t>
            </a:r>
            <a:r>
              <a:rPr lang="zh-CN" altLang="en-US" sz="2800" dirty="0" smtClean="0"/>
              <a:t>，逻辑覆盖可分为：</a:t>
            </a:r>
            <a:endParaRPr lang="en-US" altLang="zh-CN" sz="2800" dirty="0" smtClean="0"/>
          </a:p>
          <a:p>
            <a:pPr marL="914400" lvl="1" indent="-514350">
              <a:buFont typeface="+mj-lt"/>
              <a:buAutoNum type="alphaLcParenR"/>
            </a:pPr>
            <a:r>
              <a:rPr lang="zh-CN" altLang="en-US" sz="2400" dirty="0" smtClean="0"/>
              <a:t>语句覆盖</a:t>
            </a:r>
            <a:endParaRPr lang="en-US" altLang="zh-CN" sz="2400" dirty="0" smtClean="0"/>
          </a:p>
          <a:p>
            <a:pPr marL="914400" lvl="1" indent="-514350">
              <a:buFont typeface="+mj-lt"/>
              <a:buAutoNum type="alphaLcParenR"/>
            </a:pPr>
            <a:r>
              <a:rPr lang="zh-CN" altLang="en-US" sz="2400" dirty="0" smtClean="0"/>
              <a:t>判定覆盖</a:t>
            </a:r>
            <a:endParaRPr lang="en-US" altLang="zh-CN" sz="2400" dirty="0" smtClean="0"/>
          </a:p>
          <a:p>
            <a:pPr marL="914400" lvl="1" indent="-514350">
              <a:buFont typeface="+mj-lt"/>
              <a:buAutoNum type="alphaLcParenR"/>
            </a:pPr>
            <a:r>
              <a:rPr lang="zh-CN" altLang="en-US" sz="2400" dirty="0" smtClean="0"/>
              <a:t>条件覆盖</a:t>
            </a:r>
            <a:endParaRPr lang="en-US" altLang="zh-CN" sz="2400" dirty="0" smtClean="0"/>
          </a:p>
          <a:p>
            <a:pPr marL="914400" lvl="1" indent="-514350">
              <a:buFont typeface="+mj-lt"/>
              <a:buAutoNum type="alphaLcParenR"/>
            </a:pPr>
            <a:r>
              <a:rPr lang="zh-CN" altLang="en-US" sz="2400" dirty="0" smtClean="0"/>
              <a:t>判定</a:t>
            </a:r>
            <a:r>
              <a:rPr lang="en-US" altLang="zh-CN" sz="2400" dirty="0" smtClean="0">
                <a:solidFill>
                  <a:srgbClr val="0000FF"/>
                </a:solidFill>
              </a:rPr>
              <a:t>/</a:t>
            </a:r>
            <a:r>
              <a:rPr lang="zh-CN" altLang="en-US" sz="2400" dirty="0" smtClean="0"/>
              <a:t>条件覆盖 </a:t>
            </a:r>
            <a:r>
              <a:rPr lang="en-US" altLang="zh-CN" sz="2400" dirty="0" smtClean="0"/>
              <a:t>(</a:t>
            </a:r>
            <a:r>
              <a:rPr lang="zh-CN" altLang="en-US" sz="2400" dirty="0" smtClean="0">
                <a:solidFill>
                  <a:srgbClr val="FF0000"/>
                </a:solidFill>
              </a:rPr>
              <a:t>不要被“</a:t>
            </a:r>
            <a:r>
              <a:rPr lang="en-US" altLang="zh-CN" sz="2400" dirty="0" smtClean="0">
                <a:solidFill>
                  <a:srgbClr val="FF0000"/>
                </a:solidFill>
              </a:rPr>
              <a:t>/</a:t>
            </a:r>
            <a:r>
              <a:rPr lang="zh-CN" altLang="en-US" sz="2400" dirty="0" smtClean="0">
                <a:solidFill>
                  <a:srgbClr val="FF0000"/>
                </a:solidFill>
              </a:rPr>
              <a:t>”误导</a:t>
            </a:r>
            <a:r>
              <a:rPr lang="en-US" altLang="zh-CN" sz="2400" dirty="0" smtClean="0"/>
              <a:t>)</a:t>
            </a:r>
            <a:endParaRPr lang="en-US" altLang="zh-CN" sz="2400" dirty="0" smtClean="0"/>
          </a:p>
          <a:p>
            <a:pPr marL="914400" lvl="1" indent="-514350">
              <a:buFont typeface="+mj-lt"/>
              <a:buAutoNum type="alphaLcParenR"/>
            </a:pPr>
            <a:r>
              <a:rPr lang="zh-CN" altLang="en-US" sz="2400" dirty="0" smtClean="0"/>
              <a:t>条件组合覆盖</a:t>
            </a:r>
            <a:endParaRPr lang="en-US" altLang="zh-CN" sz="2400" dirty="0" smtClean="0"/>
          </a:p>
          <a:p>
            <a:pPr marL="914400" lvl="1" indent="-514350">
              <a:buFont typeface="+mj-lt"/>
              <a:buAutoNum type="alphaLcParenR"/>
            </a:pPr>
            <a:r>
              <a:rPr lang="zh-CN" altLang="en-US" sz="2400" dirty="0" smtClean="0"/>
              <a:t>点覆盖</a:t>
            </a:r>
            <a:endParaRPr lang="en-US" altLang="zh-CN" sz="2400" dirty="0" smtClean="0"/>
          </a:p>
          <a:p>
            <a:pPr marL="914400" lvl="1" indent="-514350">
              <a:buFont typeface="+mj-lt"/>
              <a:buAutoNum type="alphaLcParenR"/>
            </a:pPr>
            <a:r>
              <a:rPr lang="zh-CN" altLang="en-US" sz="2400" dirty="0" smtClean="0"/>
              <a:t>边覆盖</a:t>
            </a:r>
            <a:endParaRPr lang="en-US" altLang="zh-CN" sz="2400" dirty="0" smtClean="0"/>
          </a:p>
          <a:p>
            <a:pPr marL="914400" lvl="1" indent="-514350">
              <a:buFont typeface="+mj-lt"/>
              <a:buAutoNum type="alphaLcParenR"/>
            </a:pPr>
            <a:r>
              <a:rPr lang="zh-CN" altLang="en-US" sz="2400" dirty="0" smtClean="0"/>
              <a:t>路径覆盖</a:t>
            </a:r>
            <a:r>
              <a:rPr lang="en-US" altLang="zh-CN" sz="2400" dirty="0" smtClean="0"/>
              <a:t>    </a:t>
            </a:r>
            <a:endParaRPr lang="zh-CN" altLang="en-US" sz="2400" dirty="0"/>
          </a:p>
        </p:txBody>
      </p:sp>
      <p:sp>
        <p:nvSpPr>
          <p:cNvPr id="4" name="日期占位符 3"/>
          <p:cNvSpPr>
            <a:spLocks noGrp="1"/>
          </p:cNvSpPr>
          <p:nvPr>
            <p:ph type="dt" sz="half" idx="10"/>
          </p:nvPr>
        </p:nvSpPr>
        <p:spPr/>
        <p:txBody>
          <a:bodyPr/>
          <a:lstStyle/>
          <a:p>
            <a:fld id="{B0C2CFB6-ADAD-4BD8-912C-130C6246B6BF}"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 </a:t>
            </a:r>
            <a:r>
              <a:rPr lang="zh-CN" altLang="en-US" dirty="0" smtClean="0"/>
              <a:t>语句覆盖</a:t>
            </a:r>
            <a:endParaRPr lang="zh-CN" altLang="en-US" dirty="0"/>
          </a:p>
        </p:txBody>
      </p:sp>
      <p:sp>
        <p:nvSpPr>
          <p:cNvPr id="3" name="内容占位符 2"/>
          <p:cNvSpPr>
            <a:spLocks noGrp="1"/>
          </p:cNvSpPr>
          <p:nvPr>
            <p:ph idx="1"/>
          </p:nvPr>
        </p:nvSpPr>
        <p:spPr>
          <a:xfrm>
            <a:off x="251520" y="1240160"/>
            <a:ext cx="8640960" cy="5069160"/>
          </a:xfrm>
        </p:spPr>
        <p:txBody>
          <a:bodyPr>
            <a:normAutofit/>
          </a:bodyPr>
          <a:lstStyle/>
          <a:p>
            <a:pPr marL="0" indent="0">
              <a:buNone/>
            </a:pPr>
            <a:r>
              <a:rPr lang="zh-CN" altLang="en-US" sz="2800" dirty="0" smtClean="0"/>
              <a:t>语句覆盖：设计的测试用例能使程序中</a:t>
            </a:r>
            <a:r>
              <a:rPr lang="zh-CN" altLang="en-US" sz="2800" dirty="0" smtClean="0">
                <a:solidFill>
                  <a:srgbClr val="FF0000"/>
                </a:solidFill>
              </a:rPr>
              <a:t>每条语句至少执行一次</a:t>
            </a:r>
            <a:r>
              <a:rPr lang="zh-CN" altLang="en-US" sz="2800" dirty="0" smtClean="0"/>
              <a:t>。</a:t>
            </a:r>
            <a:endParaRPr lang="en-US" altLang="zh-CN" sz="2800" dirty="0" smtClean="0"/>
          </a:p>
          <a:p>
            <a:pPr marL="0" indent="0">
              <a:buNone/>
            </a:pPr>
            <a:endParaRPr lang="en-US" altLang="zh-CN" sz="2800" dirty="0" smtClean="0"/>
          </a:p>
          <a:p>
            <a:pPr marL="0" indent="0">
              <a:buNone/>
            </a:pPr>
            <a:r>
              <a:rPr lang="zh-CN" altLang="en-US" sz="2800" dirty="0" smtClean="0"/>
              <a:t>被测试模块的源程序：</a:t>
            </a:r>
            <a:endParaRPr lang="en-US" altLang="zh-CN" sz="2800" dirty="0" smtClean="0"/>
          </a:p>
          <a:p>
            <a:pPr marL="0" indent="0">
              <a:buNone/>
            </a:pPr>
            <a:r>
              <a:rPr lang="en-US" altLang="zh-CN" sz="2800" dirty="0" smtClean="0"/>
              <a:t>BEGIN</a:t>
            </a:r>
            <a:endParaRPr lang="en-US" altLang="zh-CN" sz="2800" dirty="0" smtClean="0"/>
          </a:p>
          <a:p>
            <a:pPr marL="0" indent="0">
              <a:buNone/>
            </a:pPr>
            <a:r>
              <a:rPr lang="en-US" altLang="zh-CN" sz="2800" dirty="0" smtClean="0"/>
              <a:t>IF(A&gt;1) AND (B=0)</a:t>
            </a:r>
            <a:endParaRPr lang="en-US" altLang="zh-CN" sz="2800" dirty="0" smtClean="0"/>
          </a:p>
          <a:p>
            <a:pPr marL="0" indent="0">
              <a:buNone/>
            </a:pPr>
            <a:r>
              <a:rPr lang="en-US" altLang="zh-CN" sz="2800" dirty="0" smtClean="0"/>
              <a:t>   THEN X:=X/A;</a:t>
            </a:r>
            <a:endParaRPr lang="en-US" altLang="zh-CN" sz="2800" dirty="0" smtClean="0"/>
          </a:p>
          <a:p>
            <a:pPr marL="0" indent="0">
              <a:buNone/>
            </a:pPr>
            <a:r>
              <a:rPr lang="en-US" altLang="zh-CN" sz="2800" dirty="0" smtClean="0"/>
              <a:t>IF(A=2) OR (X&gt;1)</a:t>
            </a:r>
            <a:endParaRPr lang="en-US" altLang="zh-CN" sz="2800" dirty="0" smtClean="0"/>
          </a:p>
          <a:p>
            <a:pPr marL="0" indent="0">
              <a:buNone/>
            </a:pPr>
            <a:r>
              <a:rPr lang="en-US" altLang="zh-CN" sz="2800" dirty="0"/>
              <a:t> </a:t>
            </a:r>
            <a:r>
              <a:rPr lang="en-US" altLang="zh-CN" sz="2800" dirty="0" smtClean="0"/>
              <a:t>  THEN X:=X+1;</a:t>
            </a:r>
            <a:endParaRPr lang="en-US" altLang="zh-CN" sz="2800" dirty="0" smtClean="0"/>
          </a:p>
          <a:p>
            <a:pPr marL="0" indent="0">
              <a:buNone/>
            </a:pPr>
            <a:r>
              <a:rPr lang="en-US" altLang="zh-CN" sz="2800" dirty="0" smtClean="0"/>
              <a:t>END</a:t>
            </a:r>
            <a:endParaRPr lang="en-US" altLang="zh-CN" sz="2800" dirty="0" smtClean="0"/>
          </a:p>
        </p:txBody>
      </p:sp>
      <p:sp>
        <p:nvSpPr>
          <p:cNvPr id="4" name="日期占位符 3"/>
          <p:cNvSpPr>
            <a:spLocks noGrp="1"/>
          </p:cNvSpPr>
          <p:nvPr>
            <p:ph type="dt" sz="half" idx="10"/>
          </p:nvPr>
        </p:nvSpPr>
        <p:spPr/>
        <p:txBody>
          <a:bodyPr/>
          <a:lstStyle/>
          <a:p>
            <a:fld id="{4D1E8FF5-82A7-4F73-9228-347B9B0A8CC8}"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被测试模块的流程图及测试用例</a:t>
            </a:r>
            <a:endParaRPr lang="zh-CN" altLang="en-US" dirty="0"/>
          </a:p>
        </p:txBody>
      </p:sp>
      <p:sp>
        <p:nvSpPr>
          <p:cNvPr id="3" name="内容占位符 2"/>
          <p:cNvSpPr>
            <a:spLocks noGrp="1"/>
          </p:cNvSpPr>
          <p:nvPr>
            <p:ph idx="1"/>
          </p:nvPr>
        </p:nvSpPr>
        <p:spPr>
          <a:xfrm>
            <a:off x="457200" y="5229200"/>
            <a:ext cx="8229600" cy="1112987"/>
          </a:xfrm>
        </p:spPr>
        <p:txBody>
          <a:bodyPr>
            <a:normAutofit lnSpcReduction="10000"/>
          </a:bodyPr>
          <a:lstStyle/>
          <a:p>
            <a:r>
              <a:rPr lang="zh-CN" altLang="en-US" dirty="0" smtClean="0"/>
              <a:t>测试用例：</a:t>
            </a:r>
            <a:r>
              <a:rPr lang="en-US" altLang="zh-CN" dirty="0" smtClean="0"/>
              <a:t>A=2, B=0, X=4 (</a:t>
            </a:r>
            <a:r>
              <a:rPr lang="en-US" altLang="zh-CN" dirty="0" smtClean="0">
                <a:highlight>
                  <a:srgbClr val="FFFF00"/>
                </a:highlight>
              </a:rPr>
              <a:t>TT</a:t>
            </a:r>
            <a:r>
              <a:rPr lang="en-US" altLang="zh-CN" dirty="0" smtClean="0"/>
              <a:t>)</a:t>
            </a:r>
            <a:endParaRPr lang="en-US" altLang="zh-CN" dirty="0" smtClean="0"/>
          </a:p>
          <a:p>
            <a:r>
              <a:rPr lang="zh-CN" altLang="en-US" dirty="0" smtClean="0"/>
              <a:t>此处，</a:t>
            </a:r>
            <a:r>
              <a:rPr lang="en-US" altLang="zh-CN" dirty="0" smtClean="0"/>
              <a:t>X</a:t>
            </a:r>
            <a:r>
              <a:rPr lang="zh-CN" altLang="en-US" dirty="0" smtClean="0"/>
              <a:t>可为任意整数。</a:t>
            </a:r>
            <a:endParaRPr lang="en-US" altLang="zh-CN" dirty="0" smtClean="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776" y="1340768"/>
            <a:ext cx="3219450" cy="332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53D526D5-3320-408B-B9DD-2C009430ED6A}"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 </a:t>
            </a:r>
            <a:r>
              <a:rPr lang="zh-CN" altLang="en-US" dirty="0" smtClean="0"/>
              <a:t>判定覆盖</a:t>
            </a:r>
            <a:endParaRPr lang="zh-CN" altLang="en-US" dirty="0"/>
          </a:p>
        </p:txBody>
      </p:sp>
      <p:sp>
        <p:nvSpPr>
          <p:cNvPr id="3" name="内容占位符 2"/>
          <p:cNvSpPr>
            <a:spLocks noGrp="1"/>
          </p:cNvSpPr>
          <p:nvPr>
            <p:ph idx="1"/>
          </p:nvPr>
        </p:nvSpPr>
        <p:spPr>
          <a:xfrm>
            <a:off x="457200" y="1600200"/>
            <a:ext cx="4402832" cy="4997152"/>
          </a:xfrm>
        </p:spPr>
        <p:txBody>
          <a:bodyPr/>
          <a:lstStyle/>
          <a:p>
            <a:pPr marL="0" indent="0">
              <a:buNone/>
            </a:pPr>
            <a:r>
              <a:rPr lang="zh-CN" altLang="en-US" dirty="0" smtClean="0"/>
              <a:t>判定覆盖：在语句覆盖的基础上，</a:t>
            </a:r>
            <a:r>
              <a:rPr lang="zh-CN" altLang="en-US" dirty="0" smtClean="0">
                <a:solidFill>
                  <a:srgbClr val="FF0000"/>
                </a:solidFill>
              </a:rPr>
              <a:t>每个判定的每个分支至少执行一次</a:t>
            </a:r>
            <a:r>
              <a:rPr lang="zh-CN" altLang="en-US" dirty="0" smtClean="0"/>
              <a:t>，也叫分支覆盖。</a:t>
            </a:r>
            <a:endParaRPr lang="en-US" altLang="zh-CN" dirty="0" smtClean="0"/>
          </a:p>
          <a:p>
            <a:pPr marL="0" indent="0">
              <a:buNone/>
            </a:pPr>
            <a:endParaRPr lang="en-US" altLang="zh-CN" dirty="0" smtClean="0"/>
          </a:p>
          <a:p>
            <a:pPr marL="0" indent="0">
              <a:buNone/>
            </a:pPr>
            <a:r>
              <a:rPr lang="zh-CN" altLang="en-US" dirty="0" smtClean="0"/>
              <a:t>测试用例：</a:t>
            </a:r>
            <a:endParaRPr lang="en-US" altLang="zh-CN" dirty="0" smtClean="0"/>
          </a:p>
          <a:p>
            <a:pPr marL="0" indent="0">
              <a:buNone/>
            </a:pPr>
            <a:r>
              <a:rPr lang="en-US" altLang="zh-CN" dirty="0" smtClean="0"/>
              <a:t>A=3, </a:t>
            </a:r>
            <a:r>
              <a:rPr lang="en-US" altLang="zh-CN" dirty="0"/>
              <a:t>B=0, </a:t>
            </a:r>
            <a:r>
              <a:rPr lang="en-US" altLang="zh-CN" dirty="0" smtClean="0"/>
              <a:t>X=0 (</a:t>
            </a:r>
            <a:r>
              <a:rPr lang="en-US" altLang="zh-CN" dirty="0" smtClean="0">
                <a:highlight>
                  <a:srgbClr val="FFFF00"/>
                </a:highlight>
              </a:rPr>
              <a:t>TF</a:t>
            </a:r>
            <a:r>
              <a:rPr lang="en-US" altLang="zh-CN" dirty="0" smtClean="0"/>
              <a:t>)</a:t>
            </a:r>
            <a:endParaRPr lang="en-US" altLang="zh-CN" dirty="0" smtClean="0"/>
          </a:p>
          <a:p>
            <a:pPr marL="0" indent="0">
              <a:buNone/>
            </a:pPr>
            <a:r>
              <a:rPr lang="zh-CN" altLang="en-US" dirty="0" smtClean="0"/>
              <a:t>与</a:t>
            </a:r>
            <a:endParaRPr lang="en-US" altLang="zh-CN" dirty="0" smtClean="0"/>
          </a:p>
          <a:p>
            <a:pPr marL="0" indent="0">
              <a:buNone/>
            </a:pPr>
            <a:r>
              <a:rPr lang="en-US" altLang="zh-CN" dirty="0" smtClean="0"/>
              <a:t>A=2, B=1, X=1 (</a:t>
            </a:r>
            <a:r>
              <a:rPr lang="en-US" altLang="zh-CN" dirty="0" smtClean="0">
                <a:highlight>
                  <a:srgbClr val="FFFF00"/>
                </a:highlight>
              </a:rPr>
              <a:t>FT</a:t>
            </a:r>
            <a:r>
              <a:rPr lang="en-US" altLang="zh-CN" dirty="0" smtClean="0"/>
              <a:t>)</a:t>
            </a:r>
            <a:endParaRPr lang="en-US" altLang="zh-CN" dirty="0"/>
          </a:p>
          <a:p>
            <a:pPr marL="0" indent="0">
              <a:buNone/>
            </a:pPr>
            <a:endParaRPr lang="en-US" altLang="zh-CN" dirty="0" smtClean="0"/>
          </a:p>
          <a:p>
            <a:pPr marL="0" indent="0">
              <a:buNone/>
            </a:pPr>
            <a:endParaRPr lang="en-US" altLang="zh-CN" dirty="0" smtClean="0"/>
          </a:p>
          <a:p>
            <a:pPr marL="0" indent="0">
              <a:buNone/>
            </a:pPr>
            <a:endParaRPr lang="zh-CN" altLang="en-US"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4048" y="1844824"/>
            <a:ext cx="3661104"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9524B613-A381-4704-A231-0354DAAAE4E9}"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随堂练习</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使用判定覆盖设计新的测试用例！</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44008" y="2276872"/>
            <a:ext cx="3661104"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11560" y="2708920"/>
            <a:ext cx="3240360" cy="923330"/>
          </a:xfrm>
          <a:prstGeom prst="rect">
            <a:avLst/>
          </a:prstGeom>
        </p:spPr>
        <p:txBody>
          <a:bodyPr wrap="square">
            <a:spAutoFit/>
          </a:bodyPr>
          <a:lstStyle/>
          <a:p>
            <a:r>
              <a:rPr lang="en-US" altLang="zh-CN" dirty="0"/>
              <a:t>A=3, B=0, </a:t>
            </a:r>
            <a:r>
              <a:rPr lang="en-US" altLang="zh-CN" dirty="0" smtClean="0"/>
              <a:t>X=0 </a:t>
            </a:r>
            <a:r>
              <a:rPr lang="en-US" altLang="zh-CN" dirty="0"/>
              <a:t>(TF)</a:t>
            </a:r>
            <a:endParaRPr lang="en-US" altLang="zh-CN" dirty="0"/>
          </a:p>
          <a:p>
            <a:r>
              <a:rPr lang="zh-CN" altLang="en-US" dirty="0"/>
              <a:t>与</a:t>
            </a:r>
            <a:endParaRPr lang="en-US" altLang="zh-CN" dirty="0"/>
          </a:p>
          <a:p>
            <a:r>
              <a:rPr lang="en-US" altLang="zh-CN" dirty="0"/>
              <a:t>A=2, B=1, X=1 (FT)</a:t>
            </a:r>
            <a:endParaRPr lang="en-US" altLang="zh-CN" dirty="0"/>
          </a:p>
        </p:txBody>
      </p:sp>
      <mc:AlternateContent xmlns:mc="http://schemas.openxmlformats.org/markup-compatibility/2006" xmlns:p14="http://schemas.microsoft.com/office/powerpoint/2010/main">
        <mc:Choice Requires="p14">
          <p:contentPart r:id="rId2" p14:bwMode="auto">
            <p14:nvContentPartPr>
              <p14:cNvPr id="8" name="墨迹 7"/>
              <p14:cNvContentPartPr/>
              <p14:nvPr/>
            </p14:nvContentPartPr>
            <p14:xfrm>
              <a:off x="609840" y="2394000"/>
              <a:ext cx="1994040" cy="1778400"/>
            </p14:xfrm>
          </p:contentPart>
        </mc:Choice>
        <mc:Fallback xmlns="">
          <p:pic>
            <p:nvPicPr>
              <p:cNvPr id="8" name="墨迹 7"/>
            </p:nvPicPr>
            <p:blipFill>
              <a:blip r:embed="rId3"/>
            </p:blipFill>
            <p:spPr>
              <a:xfrm>
                <a:off x="609840" y="2394000"/>
                <a:ext cx="1994040" cy="1778400"/>
              </a:xfrm>
              <a:prstGeom prst="rect"/>
            </p:spPr>
          </p:pic>
        </mc:Fallback>
      </mc:AlternateContent>
      <p:sp>
        <p:nvSpPr>
          <p:cNvPr id="9" name="TextBox 8"/>
          <p:cNvSpPr txBox="1"/>
          <p:nvPr/>
        </p:nvSpPr>
        <p:spPr>
          <a:xfrm>
            <a:off x="611560" y="4437112"/>
            <a:ext cx="3456384" cy="830997"/>
          </a:xfrm>
          <a:prstGeom prst="rect">
            <a:avLst/>
          </a:prstGeom>
          <a:noFill/>
        </p:spPr>
        <p:txBody>
          <a:bodyPr wrap="square" rtlCol="0">
            <a:spAutoFit/>
          </a:bodyPr>
          <a:lstStyle/>
          <a:p>
            <a:r>
              <a:rPr lang="zh-CN" altLang="en-US" sz="2400" dirty="0" smtClean="0"/>
              <a:t>不再考虑上面测试用例的情况（</a:t>
            </a:r>
            <a:r>
              <a:rPr lang="en-US" altLang="zh-CN" sz="2400" dirty="0" smtClean="0"/>
              <a:t>TF</a:t>
            </a:r>
            <a:r>
              <a:rPr lang="zh-CN" altLang="en-US" sz="2400" dirty="0" smtClean="0"/>
              <a:t>与</a:t>
            </a:r>
            <a:r>
              <a:rPr lang="en-US" altLang="zh-CN" sz="2400" dirty="0" smtClean="0"/>
              <a:t>FT</a:t>
            </a:r>
            <a:r>
              <a:rPr lang="zh-CN" altLang="en-US" sz="2400" dirty="0" smtClean="0"/>
              <a:t>）</a:t>
            </a:r>
            <a:endParaRPr lang="zh-CN" altLang="en-US" sz="24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参考答案</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A=2, </a:t>
            </a:r>
            <a:r>
              <a:rPr lang="en-US" altLang="zh-CN" dirty="0"/>
              <a:t>B=0, X=3 (</a:t>
            </a:r>
            <a:r>
              <a:rPr lang="en-US" altLang="zh-CN" dirty="0" smtClean="0"/>
              <a:t>TT)</a:t>
            </a:r>
            <a:endParaRPr lang="en-US" altLang="zh-CN" dirty="0"/>
          </a:p>
          <a:p>
            <a:pPr marL="0" indent="0">
              <a:buNone/>
            </a:pPr>
            <a:r>
              <a:rPr lang="zh-CN" altLang="en-US" dirty="0"/>
              <a:t>与</a:t>
            </a:r>
            <a:endParaRPr lang="en-US" altLang="zh-CN" dirty="0"/>
          </a:p>
          <a:p>
            <a:pPr marL="0" indent="0">
              <a:buNone/>
            </a:pPr>
            <a:r>
              <a:rPr lang="en-US" altLang="zh-CN" dirty="0" smtClean="0"/>
              <a:t>A=0, B=0, X=0 </a:t>
            </a:r>
            <a:r>
              <a:rPr lang="en-US" altLang="zh-CN" dirty="0"/>
              <a:t>(</a:t>
            </a:r>
            <a:r>
              <a:rPr lang="en-US" altLang="zh-CN" dirty="0" smtClean="0"/>
              <a:t>FF)</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05652" y="1700808"/>
            <a:ext cx="3661104"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5346720" y="2666880"/>
              <a:ext cx="2622960" cy="2362680"/>
            </p14:xfrm>
          </p:contentPart>
        </mc:Choice>
        <mc:Fallback xmlns="">
          <p:pic>
            <p:nvPicPr>
              <p:cNvPr id="6" name="墨迹 5"/>
            </p:nvPicPr>
            <p:blipFill>
              <a:blip r:embed="rId3"/>
            </p:blipFill>
            <p:spPr>
              <a:xfrm>
                <a:off x="5346720" y="2666880"/>
                <a:ext cx="2622960" cy="2362680"/>
              </a:xfrm>
              <a:prstGeom prst="rect"/>
            </p:spPr>
          </p:pic>
        </mc:Fallback>
      </mc:AlternateContent>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en-US" altLang="zh-CN" dirty="0" smtClean="0"/>
              <a:t>) </a:t>
            </a:r>
            <a:r>
              <a:rPr lang="zh-CN" altLang="en-US" dirty="0" smtClean="0"/>
              <a:t>条件覆盖</a:t>
            </a:r>
            <a:endParaRPr lang="zh-CN" altLang="en-US" dirty="0"/>
          </a:p>
        </p:txBody>
      </p:sp>
      <p:sp>
        <p:nvSpPr>
          <p:cNvPr id="3" name="内容占位符 2"/>
          <p:cNvSpPr>
            <a:spLocks noGrp="1"/>
          </p:cNvSpPr>
          <p:nvPr>
            <p:ph idx="1"/>
          </p:nvPr>
        </p:nvSpPr>
        <p:spPr>
          <a:xfrm>
            <a:off x="457200" y="1340769"/>
            <a:ext cx="8229600" cy="1008112"/>
          </a:xfrm>
        </p:spPr>
        <p:txBody>
          <a:bodyPr>
            <a:normAutofit/>
          </a:bodyPr>
          <a:lstStyle/>
          <a:p>
            <a:pPr marL="0" indent="0">
              <a:buNone/>
            </a:pPr>
            <a:r>
              <a:rPr lang="zh-CN" altLang="en-US" sz="2400" dirty="0" smtClean="0"/>
              <a:t>条件覆盖：在语句覆盖的基础上，使</a:t>
            </a:r>
            <a:r>
              <a:rPr lang="zh-CN" altLang="en-US" sz="2400" dirty="0" smtClean="0">
                <a:solidFill>
                  <a:srgbClr val="0000FF"/>
                </a:solidFill>
              </a:rPr>
              <a:t>每个判定表达式的</a:t>
            </a:r>
            <a:endParaRPr lang="zh-CN" altLang="en-US" sz="2400" dirty="0" smtClean="0">
              <a:solidFill>
                <a:srgbClr val="0000FF"/>
              </a:solidFill>
            </a:endParaRPr>
          </a:p>
          <a:p>
            <a:pPr marL="0" indent="0">
              <a:buNone/>
            </a:pPr>
            <a:r>
              <a:rPr lang="zh-CN" altLang="en-US" sz="2400" dirty="0" smtClean="0">
                <a:solidFill>
                  <a:srgbClr val="FF0000"/>
                </a:solidFill>
              </a:rPr>
              <a:t>每个条件</a:t>
            </a:r>
            <a:r>
              <a:rPr lang="zh-CN" altLang="en-US" sz="2400" dirty="0" smtClean="0"/>
              <a:t>都取到各种可能的结果。</a:t>
            </a:r>
            <a:endParaRPr lang="en-US" altLang="zh-CN" sz="2400" dirty="0" smtClean="0"/>
          </a:p>
          <a:p>
            <a:pPr marL="0" indent="0">
              <a:buNone/>
            </a:pPr>
            <a:endParaRPr lang="zh-CN" altLang="en-US" sz="2400"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2348880"/>
            <a:ext cx="7368260"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8C7120E8-AB0C-4825-958C-09FFD2F65306}" type="datetime11">
              <a:rPr lang="zh-CN" altLang="en-US" smtClean="0"/>
            </a:fld>
            <a:endParaRPr lang="zh-CN" altLang="en-US"/>
          </a:p>
        </p:txBody>
      </p:sp>
      <p:sp>
        <p:nvSpPr>
          <p:cNvPr id="5" name="矩形 4"/>
          <p:cNvSpPr/>
          <p:nvPr/>
        </p:nvSpPr>
        <p:spPr>
          <a:xfrm>
            <a:off x="683260" y="4437380"/>
            <a:ext cx="3888740" cy="1800225"/>
          </a:xfrm>
          <a:prstGeom prst="rect">
            <a:avLst/>
          </a:prstGeom>
          <a:noFill/>
          <a:ln w="28575" cmpd="thickThin">
            <a:solidFill>
              <a:srgbClr val="7030A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139700" y="4121150"/>
              <a:ext cx="4705350" cy="2216150"/>
            </p14:xfrm>
          </p:contentPart>
        </mc:Choice>
        <mc:Fallback xmlns="">
          <p:pic>
            <p:nvPicPr>
              <p:cNvPr id="6" name="墨迹 5"/>
            </p:nvPicPr>
            <p:blipFill>
              <a:blip r:embed="rId3"/>
            </p:blipFill>
            <p:spPr>
              <a:xfrm>
                <a:off x="139700" y="4121150"/>
                <a:ext cx="4705350" cy="22161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arn(inVertical)">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smtClean="0"/>
              <a:t>条件覆盖</a:t>
            </a:r>
            <a:r>
              <a:rPr lang="zh-CN" altLang="en-US" dirty="0" smtClean="0">
                <a:solidFill>
                  <a:srgbClr val="FF0000"/>
                </a:solidFill>
              </a:rPr>
              <a:t>通常</a:t>
            </a:r>
            <a:r>
              <a:rPr lang="zh-CN" altLang="en-US" dirty="0" smtClean="0"/>
              <a:t>比判定覆盖强。</a:t>
            </a:r>
            <a:endParaRPr lang="en-US" altLang="zh-CN" dirty="0" smtClean="0"/>
          </a:p>
          <a:p>
            <a:r>
              <a:rPr lang="en-US" altLang="zh-CN" dirty="0"/>
              <a:t> </a:t>
            </a:r>
            <a:r>
              <a:rPr lang="zh-CN" altLang="en-US" dirty="0" smtClean="0">
                <a:solidFill>
                  <a:srgbClr val="0000FF"/>
                </a:solidFill>
              </a:rPr>
              <a:t>判定覆盖</a:t>
            </a:r>
            <a:r>
              <a:rPr lang="zh-CN" altLang="en-US" dirty="0" smtClean="0"/>
              <a:t>：考虑</a:t>
            </a:r>
            <a:r>
              <a:rPr lang="zh-CN" altLang="en-US" dirty="0">
                <a:solidFill>
                  <a:srgbClr val="0000FF"/>
                </a:solidFill>
              </a:rPr>
              <a:t>每个</a:t>
            </a:r>
            <a:r>
              <a:rPr lang="zh-CN" altLang="en-US" dirty="0" smtClean="0">
                <a:solidFill>
                  <a:srgbClr val="0000FF"/>
                </a:solidFill>
              </a:rPr>
              <a:t>判定表达式</a:t>
            </a:r>
            <a:r>
              <a:rPr lang="zh-CN" altLang="en-US" dirty="0" smtClean="0"/>
              <a:t>；</a:t>
            </a:r>
            <a:endParaRPr lang="en-US" altLang="zh-CN" dirty="0" smtClean="0"/>
          </a:p>
          <a:p>
            <a:r>
              <a:rPr lang="zh-CN" altLang="en-US" dirty="0" smtClean="0">
                <a:solidFill>
                  <a:srgbClr val="0000FF"/>
                </a:solidFill>
              </a:rPr>
              <a:t>条件覆盖</a:t>
            </a:r>
            <a:r>
              <a:rPr lang="zh-CN" altLang="en-US" dirty="0" smtClean="0"/>
              <a:t>：考虑</a:t>
            </a:r>
            <a:r>
              <a:rPr lang="zh-CN" altLang="en-US" dirty="0" smtClean="0">
                <a:solidFill>
                  <a:srgbClr val="0000FF"/>
                </a:solidFill>
              </a:rPr>
              <a:t>每个判定表达式里的每个条件</a:t>
            </a:r>
            <a:r>
              <a:rPr lang="zh-CN" altLang="en-US" dirty="0" smtClean="0"/>
              <a:t>（或称为子表达式）。</a:t>
            </a:r>
            <a:endParaRPr lang="en-US" altLang="zh-CN" dirty="0" smtClean="0"/>
          </a:p>
          <a:p>
            <a:pPr marL="0" indent="0">
              <a:buNone/>
            </a:pPr>
            <a:endParaRPr lang="en-US" altLang="zh-CN" dirty="0" smtClean="0"/>
          </a:p>
          <a:p>
            <a:pPr marL="0" indent="0">
              <a:buNone/>
            </a:pPr>
            <a:r>
              <a:rPr lang="zh-CN" altLang="en-US" dirty="0" smtClean="0"/>
              <a:t>判定覆盖不一定包含条件覆盖；条件覆盖也不一定包含判定覆盖。</a:t>
            </a:r>
            <a:endParaRPr lang="en-US" altLang="zh-CN" dirty="0"/>
          </a:p>
        </p:txBody>
      </p:sp>
      <p:sp>
        <p:nvSpPr>
          <p:cNvPr id="4" name="TextBox 3"/>
          <p:cNvSpPr txBox="1"/>
          <p:nvPr/>
        </p:nvSpPr>
        <p:spPr>
          <a:xfrm>
            <a:off x="827584" y="404664"/>
            <a:ext cx="7272808" cy="769441"/>
          </a:xfrm>
          <a:prstGeom prst="rect">
            <a:avLst/>
          </a:prstGeom>
          <a:noFill/>
        </p:spPr>
        <p:txBody>
          <a:bodyPr wrap="square" rtlCol="0">
            <a:spAutoFit/>
          </a:bodyPr>
          <a:lstStyle/>
          <a:p>
            <a:r>
              <a:rPr lang="zh-CN" altLang="en-US" sz="4400" dirty="0" smtClean="0">
                <a:latin typeface="Times New Roman" panose="02020603050405020304" pitchFamily="18" charset="0"/>
              </a:rPr>
              <a:t>判定覆盖与条件覆盖</a:t>
            </a:r>
            <a:endParaRPr lang="zh-CN" altLang="en-US" sz="4400" dirty="0">
              <a:latin typeface="Times New Roman" panose="02020603050405020304" pitchFamily="18" charset="0"/>
            </a:endParaRPr>
          </a:p>
        </p:txBody>
      </p:sp>
      <p:sp>
        <p:nvSpPr>
          <p:cNvPr id="2" name="日期占位符 1"/>
          <p:cNvSpPr>
            <a:spLocks noGrp="1"/>
          </p:cNvSpPr>
          <p:nvPr>
            <p:ph type="dt" sz="half" idx="10"/>
          </p:nvPr>
        </p:nvSpPr>
        <p:spPr/>
        <p:txBody>
          <a:bodyPr/>
          <a:lstStyle/>
          <a:p>
            <a:fld id="{605538D3-D193-4223-8D7D-5C466B96C8A9}"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 </a:t>
            </a:r>
            <a:r>
              <a:rPr lang="zh-CN" altLang="en-US" dirty="0" smtClean="0"/>
              <a:t>判定</a:t>
            </a:r>
            <a:r>
              <a:rPr lang="en-US" altLang="zh-CN" dirty="0" smtClean="0">
                <a:solidFill>
                  <a:srgbClr val="FF0000"/>
                </a:solidFill>
              </a:rPr>
              <a:t>/</a:t>
            </a:r>
            <a:r>
              <a:rPr lang="zh-CN" altLang="en-US" dirty="0" smtClean="0"/>
              <a:t>条件覆盖</a:t>
            </a:r>
            <a:endParaRPr lang="zh-CN" altLang="en-US" dirty="0"/>
          </a:p>
        </p:txBody>
      </p:sp>
      <p:sp>
        <p:nvSpPr>
          <p:cNvPr id="3" name="内容占位符 2"/>
          <p:cNvSpPr>
            <a:spLocks noGrp="1"/>
          </p:cNvSpPr>
          <p:nvPr>
            <p:ph idx="1"/>
          </p:nvPr>
        </p:nvSpPr>
        <p:spPr>
          <a:xfrm>
            <a:off x="457200" y="1268760"/>
            <a:ext cx="8229600" cy="1152128"/>
          </a:xfrm>
        </p:spPr>
        <p:txBody>
          <a:bodyPr>
            <a:normAutofit/>
          </a:bodyPr>
          <a:lstStyle/>
          <a:p>
            <a:pPr marL="0" indent="0">
              <a:buNone/>
            </a:pPr>
            <a:r>
              <a:rPr lang="zh-CN" altLang="en-US" dirty="0" smtClean="0">
                <a:solidFill>
                  <a:srgbClr val="FF0000"/>
                </a:solidFill>
              </a:rPr>
              <a:t>同时满足判定覆盖</a:t>
            </a:r>
            <a:r>
              <a:rPr lang="zh-CN" altLang="en-US" dirty="0" smtClean="0">
                <a:solidFill>
                  <a:srgbClr val="0000FF"/>
                </a:solidFill>
              </a:rPr>
              <a:t>与</a:t>
            </a:r>
            <a:r>
              <a:rPr lang="zh-CN" altLang="en-US" dirty="0" smtClean="0">
                <a:solidFill>
                  <a:srgbClr val="FF0000"/>
                </a:solidFill>
              </a:rPr>
              <a:t>条件覆盖，不是“</a:t>
            </a:r>
            <a:r>
              <a:rPr lang="en-US" altLang="zh-CN" dirty="0" smtClean="0">
                <a:solidFill>
                  <a:srgbClr val="FF0000"/>
                </a:solidFill>
              </a:rPr>
              <a:t>/</a:t>
            </a:r>
            <a:r>
              <a:rPr lang="zh-CN" altLang="en-US" dirty="0" smtClean="0">
                <a:solidFill>
                  <a:srgbClr val="FF0000"/>
                </a:solidFill>
              </a:rPr>
              <a:t>”通常表示的“或”。</a:t>
            </a:r>
            <a:endParaRPr lang="en-US" altLang="zh-CN" dirty="0" smtClean="0">
              <a:solidFill>
                <a:srgbClr val="FF0000"/>
              </a:solidFill>
            </a:endParaRPr>
          </a:p>
          <a:p>
            <a:pPr marL="0" indent="0">
              <a:buNone/>
            </a:pPr>
            <a:endParaRPr lang="en-US" altLang="zh-CN"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6419" y="2420888"/>
            <a:ext cx="651590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4D19DF24-18FF-4641-B67B-39031DB64CBF}"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 </a:t>
            </a:r>
            <a:r>
              <a:rPr lang="zh-CN" altLang="en-US" dirty="0" smtClean="0"/>
              <a:t>条件组合覆盖</a:t>
            </a:r>
            <a:endParaRPr lang="zh-CN" altLang="en-US" dirty="0"/>
          </a:p>
        </p:txBody>
      </p:sp>
      <p:sp>
        <p:nvSpPr>
          <p:cNvPr id="3" name="内容占位符 2"/>
          <p:cNvSpPr>
            <a:spLocks noGrp="1"/>
          </p:cNvSpPr>
          <p:nvPr>
            <p:ph idx="1"/>
          </p:nvPr>
        </p:nvSpPr>
        <p:spPr>
          <a:xfrm>
            <a:off x="457200" y="1268761"/>
            <a:ext cx="8229600" cy="864096"/>
          </a:xfrm>
        </p:spPr>
        <p:txBody>
          <a:bodyPr>
            <a:normAutofit/>
          </a:bodyPr>
          <a:lstStyle/>
          <a:p>
            <a:r>
              <a:rPr lang="zh-CN" altLang="en-US" sz="2400" dirty="0" smtClean="0"/>
              <a:t>条件组合覆盖：每个判定表达式中</a:t>
            </a:r>
            <a:r>
              <a:rPr lang="zh-CN" altLang="en-US" sz="2400" dirty="0" smtClean="0">
                <a:solidFill>
                  <a:srgbClr val="FF0000"/>
                </a:solidFill>
              </a:rPr>
              <a:t>条件的各种可能组合都至少出现一次</a:t>
            </a:r>
            <a:r>
              <a:rPr lang="zh-CN" altLang="en-US" sz="2400" dirty="0" smtClean="0"/>
              <a:t>。</a:t>
            </a:r>
            <a:endParaRPr lang="zh-CN" altLang="en-US" sz="2400" dirty="0"/>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2204863"/>
            <a:ext cx="6912768" cy="3621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B6CA1D40-BE05-484C-8F98-30B2E28CC8DA}"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507960" y="3346560"/>
              <a:ext cx="3956400" cy="19440"/>
            </p14:xfrm>
          </p:contentPart>
        </mc:Choice>
        <mc:Fallback xmlns="">
          <p:pic>
            <p:nvPicPr>
              <p:cNvPr id="5" name="墨迹 4"/>
            </p:nvPicPr>
            <p:blipFill>
              <a:blip r:embed="rId3"/>
            </p:blipFill>
            <p:spPr>
              <a:xfrm>
                <a:off x="507960" y="3346560"/>
                <a:ext cx="3956400" cy="19440"/>
              </a:xfrm>
              <a:prstGeom prst="rect"/>
            </p:spPr>
          </p:pic>
        </mc:Fallback>
      </mc:AlternateContent>
      <p:sp>
        <p:nvSpPr>
          <p:cNvPr id="6" name="TextBox 5"/>
          <p:cNvSpPr txBox="1"/>
          <p:nvPr/>
        </p:nvSpPr>
        <p:spPr>
          <a:xfrm>
            <a:off x="812160" y="5794148"/>
            <a:ext cx="7304400" cy="953135"/>
          </a:xfrm>
          <a:prstGeom prst="rect">
            <a:avLst/>
          </a:prstGeom>
          <a:noFill/>
        </p:spPr>
        <p:txBody>
          <a:bodyPr wrap="square" rtlCol="0">
            <a:spAutoFit/>
          </a:bodyPr>
          <a:lstStyle/>
          <a:p>
            <a:r>
              <a:rPr lang="zh-CN" altLang="en-US" sz="2800" dirty="0" smtClean="0">
                <a:solidFill>
                  <a:srgbClr val="0000FF"/>
                </a:solidFill>
              </a:rPr>
              <a:t>测试数据可以是其它</a:t>
            </a:r>
            <a:r>
              <a:rPr lang="zh-CN" altLang="en-US" sz="2800" dirty="0" smtClean="0">
                <a:solidFill>
                  <a:srgbClr val="0000FF"/>
                </a:solidFill>
                <a:latin typeface="Calibri" panose="020F0502020204030204" charset="0"/>
              </a:rPr>
              <a:t>①</a:t>
            </a:r>
            <a:r>
              <a:rPr lang="en-US" altLang="zh-CN" sz="2800" dirty="0" smtClean="0">
                <a:solidFill>
                  <a:srgbClr val="0000FF"/>
                </a:solidFill>
              </a:rPr>
              <a:t>-</a:t>
            </a:r>
            <a:r>
              <a:rPr lang="en-US" altLang="zh-CN" sz="2800" dirty="0" smtClean="0">
                <a:solidFill>
                  <a:srgbClr val="0000FF"/>
                </a:solidFill>
                <a:latin typeface="微软雅黑" panose="020B0503020204020204" charset="-122"/>
                <a:ea typeface="微软雅黑" panose="020B0503020204020204" charset="-122"/>
              </a:rPr>
              <a:t>④</a:t>
            </a:r>
            <a:r>
              <a:rPr lang="zh-CN" altLang="en-US" sz="2800" dirty="0" smtClean="0">
                <a:solidFill>
                  <a:srgbClr val="0000FF"/>
                </a:solidFill>
              </a:rPr>
              <a:t>与</a:t>
            </a:r>
            <a:r>
              <a:rPr lang="zh-CN" altLang="en-US" sz="2800" dirty="0" smtClean="0">
                <a:solidFill>
                  <a:srgbClr val="0000FF"/>
                </a:solidFill>
                <a:latin typeface="微软雅黑" panose="020B0503020204020204" charset="-122"/>
                <a:ea typeface="微软雅黑" panose="020B0503020204020204" charset="-122"/>
              </a:rPr>
              <a:t>⑤</a:t>
            </a:r>
            <a:r>
              <a:rPr lang="en-US" altLang="zh-CN" sz="2800" dirty="0" smtClean="0">
                <a:solidFill>
                  <a:srgbClr val="0000FF"/>
                </a:solidFill>
              </a:rPr>
              <a:t>-</a:t>
            </a:r>
            <a:r>
              <a:rPr lang="en-US" altLang="zh-CN" sz="2800" dirty="0" smtClean="0">
                <a:solidFill>
                  <a:srgbClr val="0000FF"/>
                </a:solidFill>
                <a:latin typeface="微软雅黑" panose="020B0503020204020204" charset="-122"/>
                <a:ea typeface="微软雅黑" panose="020B0503020204020204" charset="-122"/>
              </a:rPr>
              <a:t>⑧</a:t>
            </a:r>
            <a:r>
              <a:rPr lang="zh-CN" altLang="en-US" sz="2800" dirty="0" smtClean="0">
                <a:solidFill>
                  <a:srgbClr val="0000FF"/>
                </a:solidFill>
              </a:rPr>
              <a:t>的组合。</a:t>
            </a:r>
            <a:endParaRPr lang="en-US" altLang="zh-CN" sz="2800" dirty="0" smtClean="0">
              <a:solidFill>
                <a:srgbClr val="0000FF"/>
              </a:solidFill>
            </a:endParaRPr>
          </a:p>
          <a:p>
            <a:r>
              <a:rPr lang="zh-CN" altLang="en-US" sz="2800" dirty="0" smtClean="0">
                <a:solidFill>
                  <a:srgbClr val="0000FF"/>
                </a:solidFill>
              </a:rPr>
              <a:t>原则是测试数据的条目尽量少。</a:t>
            </a:r>
            <a:endParaRPr lang="zh-CN" altLang="en-US" sz="2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arn(inVertical)">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3" name="内容占位符 2"/>
          <p:cNvSpPr>
            <a:spLocks noGrp="1"/>
          </p:cNvSpPr>
          <p:nvPr>
            <p:ph idx="1"/>
          </p:nvPr>
        </p:nvSpPr>
        <p:spPr/>
        <p:txBody>
          <a:bodyPr/>
          <a:lstStyle/>
          <a:p>
            <a:r>
              <a:rPr lang="zh-CN" altLang="en-US" dirty="0" smtClean="0"/>
              <a:t>测试数据（或用例）没有标准答案，只要满足所使用的逻辑覆盖即可。</a:t>
            </a:r>
            <a:endParaRPr lang="en-US" altLang="zh-CN" dirty="0" smtClean="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Revisiting what we have learned</a:t>
            </a:r>
            <a:endParaRPr lang="zh-CN" altLang="en-US" dirty="0"/>
          </a:p>
        </p:txBody>
      </p:sp>
      <p:sp>
        <p:nvSpPr>
          <p:cNvPr id="3" name="内容占位符 2"/>
          <p:cNvSpPr>
            <a:spLocks noGrp="1"/>
          </p:cNvSpPr>
          <p:nvPr>
            <p:ph idx="1"/>
          </p:nvPr>
        </p:nvSpPr>
        <p:spPr/>
        <p:txBody>
          <a:bodyPr/>
          <a:lstStyle/>
          <a:p>
            <a:pPr marL="0" indent="0">
              <a:buNone/>
            </a:pPr>
            <a:r>
              <a:rPr lang="en-US" dirty="0" smtClean="0"/>
              <a:t>Q1</a:t>
            </a:r>
            <a:r>
              <a:rPr lang="zh-CN" altLang="en-US" dirty="0" smtClean="0"/>
              <a:t>：什么是回归测试？</a:t>
            </a:r>
            <a:endParaRPr lang="en-US" altLang="zh-CN" dirty="0" smtClean="0"/>
          </a:p>
          <a:p>
            <a:pPr marL="514350" indent="-514350">
              <a:buFont typeface="+mj-lt"/>
              <a:buAutoNum type="arabicPeriod"/>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1E5C888E-D020-4FDB-A1E6-06CBCE604824}" type="datetime11">
              <a:rPr lang="zh-CN" altLang="en-US" smtClean="0"/>
            </a:fld>
            <a:endParaRPr lang="zh-CN" altLang="en-US"/>
          </a:p>
        </p:txBody>
      </p:sp>
      <p:sp>
        <p:nvSpPr>
          <p:cNvPr id="5" name="文本框 4"/>
          <p:cNvSpPr txBox="1"/>
          <p:nvPr/>
        </p:nvSpPr>
        <p:spPr>
          <a:xfrm>
            <a:off x="1067435" y="1557020"/>
            <a:ext cx="7057390" cy="2059305"/>
          </a:xfrm>
          <a:prstGeom prst="rect">
            <a:avLst/>
          </a:prstGeom>
          <a:noFill/>
        </p:spPr>
        <p:txBody>
          <a:bodyPr wrap="square" rtlCol="0" anchor="t">
            <a:noAutofit/>
          </a:bodyPr>
          <a:p>
            <a:r>
              <a:rPr lang="zh-CN" altLang="en-US" sz="3600" dirty="0" smtClean="0">
                <a:sym typeface="+mn-ea"/>
              </a:rPr>
              <a:t>回归测试是指</a:t>
            </a:r>
            <a:r>
              <a:rPr lang="zh-CN" altLang="en-US" sz="3600" dirty="0" smtClean="0">
                <a:solidFill>
                  <a:srgbClr val="0000FF"/>
                </a:solidFill>
                <a:sym typeface="+mn-ea"/>
              </a:rPr>
              <a:t>重新执行已经做过的测试的某个子集</a:t>
            </a:r>
            <a:r>
              <a:rPr lang="zh-CN" altLang="en-US" sz="3600" dirty="0" smtClean="0">
                <a:sym typeface="+mn-ea"/>
              </a:rPr>
              <a:t>，以保证测试过程中加入新模块时不会带来非预期的副作用。（</a:t>
            </a:r>
            <a:r>
              <a:rPr lang="zh-CN" altLang="en-US" sz="3600" dirty="0" smtClean="0">
                <a:highlight>
                  <a:srgbClr val="FFFF00"/>
                </a:highlight>
                <a:sym typeface="+mn-ea"/>
              </a:rPr>
              <a:t>尤其是改正错误之后；通过回归测试，避免引入新错误</a:t>
            </a:r>
            <a:r>
              <a:rPr lang="zh-CN" altLang="en-US" sz="3600" dirty="0" smtClean="0">
                <a:sym typeface="+mn-ea"/>
              </a:rPr>
              <a:t>）</a:t>
            </a:r>
            <a:endParaRPr lang="zh-CN" altLang="en-US" sz="3600" dirty="0" smtClean="0">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en-US" altLang="zh-CN" dirty="0" smtClean="0"/>
              <a:t>Q2</a:t>
            </a:r>
            <a:r>
              <a:rPr lang="zh-CN" altLang="en-US" dirty="0" smtClean="0"/>
              <a:t>：阐述白盒测试中的以下逻辑覆盖的含义：</a:t>
            </a:r>
            <a:endParaRPr lang="en-US" altLang="zh-CN" dirty="0" smtClean="0"/>
          </a:p>
          <a:p>
            <a:pPr marL="514350" indent="-514350">
              <a:buFont typeface="+mj-lt"/>
              <a:buAutoNum type="arabicPeriod"/>
            </a:pPr>
            <a:r>
              <a:rPr lang="zh-CN" altLang="en-US" dirty="0" smtClean="0"/>
              <a:t>语句覆盖</a:t>
            </a:r>
            <a:endParaRPr lang="en-US" altLang="zh-CN" dirty="0" smtClean="0"/>
          </a:p>
          <a:p>
            <a:pPr marL="514350" indent="-514350">
              <a:buFont typeface="+mj-lt"/>
              <a:buAutoNum type="arabicPeriod"/>
            </a:pPr>
            <a:r>
              <a:rPr lang="zh-CN" altLang="en-US" dirty="0" smtClean="0"/>
              <a:t>判定覆盖（分支覆盖）</a:t>
            </a:r>
            <a:endParaRPr lang="en-US" altLang="zh-CN" dirty="0" smtClean="0"/>
          </a:p>
          <a:p>
            <a:pPr marL="514350" indent="-514350">
              <a:buFont typeface="+mj-lt"/>
              <a:buAutoNum type="arabicPeriod"/>
            </a:pPr>
            <a:r>
              <a:rPr lang="zh-CN" altLang="en-US" dirty="0" smtClean="0"/>
              <a:t>条件覆盖</a:t>
            </a:r>
            <a:endParaRPr lang="en-US" altLang="zh-CN" dirty="0" smtClean="0"/>
          </a:p>
          <a:p>
            <a:pPr marL="514350" indent="-514350">
              <a:buFont typeface="+mj-lt"/>
              <a:buAutoNum type="arabicPeriod"/>
            </a:pPr>
            <a:r>
              <a:rPr lang="zh-CN" altLang="en-US" dirty="0" smtClean="0"/>
              <a:t>判定</a:t>
            </a:r>
            <a:r>
              <a:rPr lang="en-US" altLang="zh-CN" dirty="0" smtClean="0"/>
              <a:t>/</a:t>
            </a:r>
            <a:r>
              <a:rPr lang="zh-CN" altLang="en-US" dirty="0" smtClean="0"/>
              <a:t>条件覆盖</a:t>
            </a:r>
            <a:endParaRPr lang="en-US" altLang="zh-CN" dirty="0" smtClean="0"/>
          </a:p>
          <a:p>
            <a:pPr marL="514350" indent="-514350">
              <a:buFont typeface="+mj-lt"/>
              <a:buAutoNum type="arabicPeriod"/>
            </a:pPr>
            <a:r>
              <a:rPr lang="zh-CN" altLang="en-US" dirty="0" smtClean="0"/>
              <a:t>条件组合覆盖</a:t>
            </a:r>
            <a:endParaRPr lang="en-US" altLang="zh-CN" dirty="0" smtClean="0"/>
          </a:p>
          <a:p>
            <a:pPr marL="514350" indent="-514350">
              <a:buFont typeface="+mj-lt"/>
              <a:buAutoNum type="arabicPeriod"/>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5" name="标题 4"/>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上述</a:t>
            </a:r>
            <a:r>
              <a:rPr lang="en-US" altLang="zh-CN" dirty="0" smtClean="0"/>
              <a:t>5</a:t>
            </a:r>
            <a:r>
              <a:rPr lang="zh-CN" altLang="en-US" dirty="0" smtClean="0"/>
              <a:t>种覆盖是从</a:t>
            </a:r>
            <a:r>
              <a:rPr lang="zh-CN" altLang="en-US" dirty="0" smtClean="0">
                <a:solidFill>
                  <a:srgbClr val="0000FF"/>
                </a:solidFill>
              </a:rPr>
              <a:t>程序中的判定条件</a:t>
            </a:r>
            <a:r>
              <a:rPr lang="zh-CN" altLang="en-US" dirty="0" smtClean="0"/>
              <a:t>出发。</a:t>
            </a:r>
            <a:endParaRPr lang="en-US" altLang="zh-CN" dirty="0" smtClean="0"/>
          </a:p>
          <a:p>
            <a:endParaRPr lang="en-US" altLang="zh-CN" dirty="0"/>
          </a:p>
          <a:p>
            <a:r>
              <a:rPr lang="zh-CN" altLang="en-US" dirty="0" smtClean="0"/>
              <a:t>从</a:t>
            </a:r>
            <a:r>
              <a:rPr lang="zh-CN" altLang="en-US" dirty="0" smtClean="0">
                <a:solidFill>
                  <a:srgbClr val="0000FF"/>
                </a:solidFill>
              </a:rPr>
              <a:t>程序控制流（或流图）的角度</a:t>
            </a:r>
            <a:r>
              <a:rPr lang="zh-CN" altLang="en-US" dirty="0" smtClean="0"/>
              <a:t>出发，可考虑下述</a:t>
            </a:r>
            <a:r>
              <a:rPr lang="en-US" altLang="zh-CN" dirty="0" smtClean="0"/>
              <a:t>3</a:t>
            </a:r>
            <a:r>
              <a:rPr lang="zh-CN" altLang="en-US" dirty="0" smtClean="0"/>
              <a:t>种覆盖。</a:t>
            </a:r>
            <a:endParaRPr lang="zh-CN" altLang="en-US" dirty="0"/>
          </a:p>
        </p:txBody>
      </p:sp>
      <p:sp>
        <p:nvSpPr>
          <p:cNvPr id="2" name="日期占位符 1"/>
          <p:cNvSpPr>
            <a:spLocks noGrp="1"/>
          </p:cNvSpPr>
          <p:nvPr>
            <p:ph type="dt" sz="half" idx="10"/>
          </p:nvPr>
        </p:nvSpPr>
        <p:spPr/>
        <p:txBody>
          <a:bodyPr/>
          <a:lstStyle/>
          <a:p>
            <a:fld id="{E61AC039-6264-4A52-B7C9-9D80E82004BA}"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 </a:t>
            </a:r>
            <a:r>
              <a:rPr lang="zh-CN" altLang="en-US" dirty="0" smtClean="0"/>
              <a:t>点覆盖</a:t>
            </a:r>
            <a:endParaRPr lang="zh-CN" altLang="en-US" dirty="0"/>
          </a:p>
        </p:txBody>
      </p:sp>
      <p:sp>
        <p:nvSpPr>
          <p:cNvPr id="3" name="内容占位符 2"/>
          <p:cNvSpPr>
            <a:spLocks noGrp="1"/>
          </p:cNvSpPr>
          <p:nvPr>
            <p:ph idx="1"/>
          </p:nvPr>
        </p:nvSpPr>
        <p:spPr>
          <a:xfrm>
            <a:off x="539552" y="1484784"/>
            <a:ext cx="7776864" cy="4525963"/>
          </a:xfrm>
        </p:spPr>
        <p:txBody>
          <a:bodyPr/>
          <a:lstStyle/>
          <a:p>
            <a:pPr marL="0" indent="0">
              <a:buNone/>
            </a:pPr>
            <a:r>
              <a:rPr lang="zh-CN" altLang="en-US" dirty="0" smtClean="0"/>
              <a:t>点覆盖：选取足够多的测试用例，使得程序执行路径</a:t>
            </a:r>
            <a:r>
              <a:rPr lang="zh-CN" altLang="en-US" dirty="0" smtClean="0">
                <a:solidFill>
                  <a:srgbClr val="FF0000"/>
                </a:solidFill>
              </a:rPr>
              <a:t>至少经过（或遍历）流图的</a:t>
            </a:r>
            <a:r>
              <a:rPr lang="zh-CN" altLang="en-US" b="1" dirty="0" smtClean="0">
                <a:solidFill>
                  <a:srgbClr val="FF0000"/>
                </a:solidFill>
              </a:rPr>
              <a:t>每个结点</a:t>
            </a:r>
            <a:r>
              <a:rPr lang="zh-CN" altLang="en-US" dirty="0" smtClean="0">
                <a:solidFill>
                  <a:srgbClr val="FF0000"/>
                </a:solidFill>
              </a:rPr>
              <a:t>一次</a:t>
            </a:r>
            <a:r>
              <a:rPr lang="zh-CN" altLang="en-US" dirty="0" smtClean="0"/>
              <a:t>。</a:t>
            </a:r>
            <a:endParaRPr lang="en-US" altLang="zh-CN" dirty="0" smtClean="0"/>
          </a:p>
          <a:p>
            <a:pPr marL="0" indent="0">
              <a:buNone/>
            </a:pPr>
            <a:endParaRPr lang="en-US" altLang="zh-CN" dirty="0"/>
          </a:p>
          <a:p>
            <a:pPr marL="0" indent="0">
              <a:buNone/>
            </a:pPr>
            <a:r>
              <a:rPr lang="zh-CN" altLang="en-US" dirty="0" smtClean="0"/>
              <a:t>问题：如果</a:t>
            </a:r>
            <a:r>
              <a:rPr lang="zh-CN" altLang="en-US" dirty="0"/>
              <a:t>每条</a:t>
            </a:r>
            <a:r>
              <a:rPr lang="zh-CN" altLang="en-US" dirty="0" smtClean="0"/>
              <a:t>语句执行一次，是否就覆盖了流图中的每个结点？</a:t>
            </a:r>
            <a:endParaRPr lang="en-US" altLang="zh-CN" dirty="0" smtClean="0"/>
          </a:p>
          <a:p>
            <a:pPr marL="0" indent="0">
              <a:buNone/>
            </a:pPr>
            <a:endParaRPr lang="en-US" altLang="zh-CN" dirty="0" smtClean="0"/>
          </a:p>
          <a:p>
            <a:pPr marL="0" indent="0">
              <a:buNone/>
            </a:pPr>
            <a:r>
              <a:rPr lang="en-US" altLang="zh-CN" dirty="0" smtClean="0"/>
              <a:t>Yes. </a:t>
            </a:r>
            <a:r>
              <a:rPr lang="en-US" altLang="zh-CN" dirty="0"/>
              <a:t> </a:t>
            </a:r>
            <a:r>
              <a:rPr lang="en-US" altLang="zh-CN" dirty="0" smtClean="0"/>
              <a:t>So, </a:t>
            </a:r>
            <a:r>
              <a:rPr lang="zh-CN" altLang="en-US" dirty="0" smtClean="0">
                <a:solidFill>
                  <a:srgbClr val="0000FF"/>
                </a:solidFill>
              </a:rPr>
              <a:t>点覆盖 </a:t>
            </a:r>
            <a:r>
              <a:rPr lang="en-US" altLang="zh-CN" dirty="0" smtClean="0">
                <a:solidFill>
                  <a:srgbClr val="0000FF"/>
                </a:solidFill>
              </a:rPr>
              <a:t>= </a:t>
            </a:r>
            <a:r>
              <a:rPr lang="zh-CN" altLang="en-US" dirty="0" smtClean="0">
                <a:solidFill>
                  <a:srgbClr val="0000FF"/>
                </a:solidFill>
              </a:rPr>
              <a:t>语句覆盖</a:t>
            </a:r>
            <a:r>
              <a:rPr lang="zh-CN" altLang="en-US" dirty="0" smtClean="0"/>
              <a:t>。</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B5B2BC82-8422-47C8-A13A-D66CB7B9FE1F}"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 </a:t>
            </a:r>
            <a:r>
              <a:rPr lang="zh-CN" altLang="en-US" dirty="0" smtClean="0"/>
              <a:t>边覆盖</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边覆盖：选取足够多的测试用例，使得</a:t>
            </a:r>
            <a:r>
              <a:rPr lang="zh-CN" altLang="en-US" dirty="0"/>
              <a:t>程序执行</a:t>
            </a:r>
            <a:r>
              <a:rPr lang="zh-CN" altLang="en-US" dirty="0" smtClean="0"/>
              <a:t>路径</a:t>
            </a:r>
            <a:r>
              <a:rPr lang="zh-CN" altLang="en-US" dirty="0" smtClean="0">
                <a:solidFill>
                  <a:srgbClr val="FF0000"/>
                </a:solidFill>
              </a:rPr>
              <a:t>至少经过流图中的每条边一次</a:t>
            </a:r>
            <a:r>
              <a:rPr lang="zh-CN" altLang="en-US" dirty="0" smtClean="0"/>
              <a:t>。</a:t>
            </a:r>
            <a:endParaRPr lang="en-US" altLang="zh-CN" dirty="0" smtClean="0"/>
          </a:p>
          <a:p>
            <a:pPr marL="0" indent="0">
              <a:buNone/>
            </a:pPr>
            <a:endParaRPr lang="en-US" altLang="zh-CN" dirty="0" smtClean="0"/>
          </a:p>
          <a:p>
            <a:pPr marL="0" indent="0">
              <a:buNone/>
            </a:pPr>
            <a:r>
              <a:rPr lang="zh-CN" altLang="en-US" dirty="0" smtClean="0"/>
              <a:t>问题：上述定义是否等价于“流程图中的每个分支至少执行一次”？</a:t>
            </a:r>
            <a:endParaRPr lang="en-US" altLang="zh-CN" dirty="0" smtClean="0"/>
          </a:p>
          <a:p>
            <a:pPr marL="0" indent="0">
              <a:buNone/>
            </a:pPr>
            <a:endParaRPr lang="en-US" altLang="zh-CN" dirty="0"/>
          </a:p>
          <a:p>
            <a:pPr marL="0" indent="0">
              <a:buNone/>
            </a:pPr>
            <a:r>
              <a:rPr lang="en-US" altLang="zh-CN" dirty="0" smtClean="0"/>
              <a:t>Yes. So, </a:t>
            </a:r>
            <a:r>
              <a:rPr lang="zh-CN" altLang="en-US" dirty="0" smtClean="0">
                <a:solidFill>
                  <a:srgbClr val="0000FF"/>
                </a:solidFill>
              </a:rPr>
              <a:t>边覆盖 </a:t>
            </a:r>
            <a:r>
              <a:rPr lang="en-US" altLang="zh-CN" dirty="0" smtClean="0">
                <a:solidFill>
                  <a:srgbClr val="0000FF"/>
                </a:solidFill>
              </a:rPr>
              <a:t>= </a:t>
            </a:r>
            <a:r>
              <a:rPr lang="zh-CN" altLang="en-US" dirty="0" smtClean="0">
                <a:solidFill>
                  <a:srgbClr val="0000FF"/>
                </a:solidFill>
              </a:rPr>
              <a:t>判定覆盖</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C0E44C8C-16A6-4A47-8486-03EDA561A4F4}"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a:t>
            </a:r>
            <a:r>
              <a:rPr lang="zh-CN" altLang="en-US" dirty="0" smtClean="0"/>
              <a:t>路径覆盖</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每条可能的路径都至少执行一次</a:t>
            </a:r>
            <a:r>
              <a:rPr lang="zh-CN" altLang="en-US" dirty="0" smtClean="0"/>
              <a:t>。</a:t>
            </a:r>
            <a:endParaRPr lang="en-US" altLang="zh-CN" dirty="0" smtClean="0"/>
          </a:p>
          <a:p>
            <a:r>
              <a:rPr lang="zh-CN" altLang="en-US" dirty="0" smtClean="0"/>
              <a:t>若流图中有</a:t>
            </a:r>
            <a:r>
              <a:rPr lang="zh-CN" altLang="en-US" dirty="0"/>
              <a:t>环（含循环结构） ，</a:t>
            </a:r>
            <a:r>
              <a:rPr lang="zh-CN" altLang="en-US" dirty="0" smtClean="0"/>
              <a:t>则每个环至少经过一次。</a:t>
            </a:r>
            <a:endParaRPr lang="en-US" altLang="zh-CN" dirty="0" smtClean="0"/>
          </a:p>
          <a:p>
            <a:endParaRPr lang="en-US" altLang="zh-CN" dirty="0"/>
          </a:p>
          <a:p>
            <a:endParaRPr lang="zh-CN" altLang="en-US" dirty="0"/>
          </a:p>
        </p:txBody>
      </p:sp>
      <p:sp>
        <p:nvSpPr>
          <p:cNvPr id="4" name="日期占位符 3"/>
          <p:cNvSpPr>
            <a:spLocks noGrp="1"/>
          </p:cNvSpPr>
          <p:nvPr>
            <p:ph type="dt" sz="half" idx="10"/>
          </p:nvPr>
        </p:nvSpPr>
        <p:spPr/>
        <p:txBody>
          <a:bodyPr/>
          <a:lstStyle/>
          <a:p>
            <a:fld id="{0C0A11A7-9744-4E7E-A076-744CAF0FD855}"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各种覆盖之间的强弱关系</a:t>
            </a:r>
            <a:endParaRPr lang="zh-CN" altLang="en-US" dirty="0"/>
          </a:p>
        </p:txBody>
      </p:sp>
      <p:sp>
        <p:nvSpPr>
          <p:cNvPr id="3" name="内容占位符 2"/>
          <p:cNvSpPr>
            <a:spLocks noGrp="1"/>
          </p:cNvSpPr>
          <p:nvPr>
            <p:ph idx="1"/>
          </p:nvPr>
        </p:nvSpPr>
        <p:spPr>
          <a:xfrm>
            <a:off x="457200" y="1600200"/>
            <a:ext cx="8229600" cy="2836911"/>
          </a:xfrm>
        </p:spPr>
        <p:txBody>
          <a:bodyPr>
            <a:normAutofit/>
          </a:bodyPr>
          <a:lstStyle/>
          <a:p>
            <a:r>
              <a:rPr lang="zh-CN" altLang="en-US" dirty="0" smtClean="0"/>
              <a:t>哪个覆盖最厉害？</a:t>
            </a:r>
            <a:endParaRPr lang="en-US" altLang="zh-CN" dirty="0" smtClean="0"/>
          </a:p>
          <a:p>
            <a:pPr marL="0" indent="0">
              <a:buNone/>
            </a:pPr>
            <a:r>
              <a:rPr lang="en-US" altLang="zh-CN" dirty="0" smtClean="0"/>
              <a:t> </a:t>
            </a:r>
            <a:endParaRPr lang="en-US" altLang="zh-CN" dirty="0" smtClean="0"/>
          </a:p>
          <a:p>
            <a:pPr marL="0" indent="0">
              <a:buNone/>
            </a:pPr>
            <a:endParaRPr lang="en-US" altLang="zh-CN" dirty="0"/>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8087" y="2499089"/>
            <a:ext cx="7017509" cy="955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2011D214-A1F4-46F3-9CB2-E3F064F513CF}"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1257480" y="3238560"/>
              <a:ext cx="1575000" cy="451080"/>
            </p14:xfrm>
          </p:contentPart>
        </mc:Choice>
        <mc:Fallback xmlns="">
          <p:pic>
            <p:nvPicPr>
              <p:cNvPr id="6" name="墨迹 5"/>
            </p:nvPicPr>
            <p:blipFill>
              <a:blip r:embed="rId3"/>
            </p:blipFill>
            <p:spPr>
              <a:xfrm>
                <a:off x="1257480" y="3238560"/>
                <a:ext cx="1575000" cy="45108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ppt_x"/>
                                          </p:val>
                                        </p:tav>
                                        <p:tav tm="100000">
                                          <p:val>
                                            <p:strVal val="#ppt_x"/>
                                          </p:val>
                                        </p:tav>
                                      </p:tavLst>
                                    </p:anim>
                                    <p:anim calcmode="lin" valueType="num">
                                      <p:cBhvr additive="base">
                                        <p:cTn id="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7.6.2 </a:t>
            </a:r>
            <a:r>
              <a:rPr lang="zh-CN" altLang="en-US" dirty="0" smtClean="0"/>
              <a:t>控制结构测试</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solidFill>
                  <a:srgbClr val="FF0000"/>
                </a:solidFill>
              </a:rPr>
              <a:t>（自学）</a:t>
            </a:r>
            <a:endParaRPr lang="zh-CN" altLang="en-US" dirty="0">
              <a:solidFill>
                <a:srgbClr val="FF0000"/>
              </a:solidFill>
            </a:endParaRPr>
          </a:p>
        </p:txBody>
      </p:sp>
      <p:sp>
        <p:nvSpPr>
          <p:cNvPr id="4" name="日期占位符 3"/>
          <p:cNvSpPr>
            <a:spLocks noGrp="1"/>
          </p:cNvSpPr>
          <p:nvPr>
            <p:ph type="dt" sz="half" idx="10"/>
          </p:nvPr>
        </p:nvSpPr>
        <p:spPr/>
        <p:txBody>
          <a:bodyPr/>
          <a:lstStyle/>
          <a:p>
            <a:fld id="{971C772C-42BF-4BC4-82D2-6FD90A428AC6}"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7.7 </a:t>
            </a:r>
            <a:r>
              <a:rPr lang="zh-CN" altLang="en-US" dirty="0" smtClean="0"/>
              <a:t>黑盒测试技术</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ü"/>
            </a:pPr>
            <a:r>
              <a:rPr lang="en-US" altLang="zh-CN" dirty="0" smtClean="0"/>
              <a:t> </a:t>
            </a:r>
            <a:r>
              <a:rPr lang="zh-CN" altLang="en-US" dirty="0" smtClean="0"/>
              <a:t>不深入代码细节的测试方法；</a:t>
            </a:r>
            <a:endParaRPr lang="en-US" altLang="zh-CN" dirty="0" smtClean="0"/>
          </a:p>
          <a:p>
            <a:pPr>
              <a:buFont typeface="Wingdings" panose="05000000000000000000" pitchFamily="2" charset="2"/>
              <a:buChar char="ü"/>
            </a:pPr>
            <a:r>
              <a:rPr lang="en-US" altLang="zh-CN" dirty="0"/>
              <a:t> </a:t>
            </a:r>
            <a:r>
              <a:rPr lang="zh-CN" altLang="en-US" dirty="0" smtClean="0"/>
              <a:t>又称为</a:t>
            </a:r>
            <a:r>
              <a:rPr lang="zh-CN" altLang="en-US" dirty="0" smtClean="0">
                <a:solidFill>
                  <a:srgbClr val="0000FF"/>
                </a:solidFill>
              </a:rPr>
              <a:t>功能测试</a:t>
            </a:r>
            <a:r>
              <a:rPr lang="zh-CN" altLang="en-US" dirty="0" smtClean="0"/>
              <a:t>。</a:t>
            </a: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9992" y="2420888"/>
            <a:ext cx="3743325" cy="3876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300DB8E0-A526-4E37-9197-EA3A6E1F70B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en-US" altLang="zh-CN" dirty="0" smtClean="0"/>
              <a:t>7.7.1 </a:t>
            </a:r>
            <a:r>
              <a:rPr lang="zh-CN" altLang="en-US" dirty="0" smtClean="0"/>
              <a:t>等价划分</a:t>
            </a:r>
            <a:endParaRPr lang="en-US" altLang="zh-CN" dirty="0" smtClean="0"/>
          </a:p>
          <a:p>
            <a:pPr marL="0" indent="0">
              <a:buNone/>
            </a:pPr>
            <a:r>
              <a:rPr lang="en-US" altLang="zh-CN" dirty="0" smtClean="0"/>
              <a:t>7.7.2 </a:t>
            </a:r>
            <a:r>
              <a:rPr lang="zh-CN" altLang="en-US" dirty="0" smtClean="0"/>
              <a:t>边界值分析</a:t>
            </a:r>
            <a:endParaRPr lang="en-US" altLang="zh-CN" dirty="0" smtClean="0"/>
          </a:p>
          <a:p>
            <a:pPr marL="0" indent="0">
              <a:buNone/>
            </a:pPr>
            <a:r>
              <a:rPr lang="en-US" altLang="zh-CN" dirty="0" smtClean="0"/>
              <a:t>7.7.3 </a:t>
            </a:r>
            <a:r>
              <a:rPr lang="zh-CN" altLang="en-US" dirty="0" smtClean="0"/>
              <a:t>错误推测</a:t>
            </a:r>
            <a:endParaRPr lang="en-US" altLang="zh-CN" dirty="0" smtClean="0"/>
          </a:p>
          <a:p>
            <a:pPr marL="0" indent="0">
              <a:buNone/>
            </a:pPr>
            <a:r>
              <a:rPr lang="en-US" altLang="zh-CN" dirty="0" smtClean="0"/>
              <a:t>7.7.4 </a:t>
            </a:r>
            <a:r>
              <a:rPr lang="zh-CN" altLang="en-US" dirty="0" smtClean="0"/>
              <a:t>实用策略</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274638"/>
            <a:ext cx="8856984" cy="1143000"/>
          </a:xfrm>
        </p:spPr>
        <p:txBody>
          <a:bodyPr>
            <a:normAutofit fontScale="90000"/>
          </a:bodyPr>
          <a:lstStyle/>
          <a:p>
            <a:r>
              <a:rPr lang="en-US" altLang="zh-CN" dirty="0" smtClean="0"/>
              <a:t>7.7.1 </a:t>
            </a:r>
            <a:r>
              <a:rPr lang="zh-CN" altLang="en-US" dirty="0" smtClean="0"/>
              <a:t>等价划分 </a:t>
            </a:r>
            <a:r>
              <a:rPr lang="en-US" altLang="zh-CN" dirty="0" smtClean="0"/>
              <a:t>(Equivalence Partitioning)</a:t>
            </a:r>
            <a:endParaRPr lang="zh-CN" altLang="en-US" dirty="0"/>
          </a:p>
        </p:txBody>
      </p:sp>
      <p:sp>
        <p:nvSpPr>
          <p:cNvPr id="3" name="内容占位符 2"/>
          <p:cNvSpPr>
            <a:spLocks noGrp="1"/>
          </p:cNvSpPr>
          <p:nvPr>
            <p:ph idx="1"/>
          </p:nvPr>
        </p:nvSpPr>
        <p:spPr>
          <a:xfrm>
            <a:off x="457200" y="1600201"/>
            <a:ext cx="8229600" cy="2188840"/>
          </a:xfrm>
        </p:spPr>
        <p:txBody>
          <a:bodyPr/>
          <a:lstStyle/>
          <a:p>
            <a:r>
              <a:rPr lang="zh-CN" altLang="en-US" dirty="0" smtClean="0">
                <a:highlight>
                  <a:srgbClr val="FFFF00"/>
                </a:highlight>
              </a:rPr>
              <a:t>等价划分</a:t>
            </a:r>
            <a:r>
              <a:rPr lang="zh-CN" altLang="en-US" dirty="0" smtClean="0"/>
              <a:t>：把程序的</a:t>
            </a:r>
            <a:r>
              <a:rPr lang="zh-CN" altLang="en-US" dirty="0" smtClean="0">
                <a:solidFill>
                  <a:srgbClr val="0000FF"/>
                </a:solidFill>
              </a:rPr>
              <a:t>输入域</a:t>
            </a:r>
            <a:r>
              <a:rPr lang="zh-CN" altLang="en-US" dirty="0" smtClean="0"/>
              <a:t>划分成</a:t>
            </a:r>
            <a:r>
              <a:rPr lang="zh-CN" altLang="en-US" dirty="0" smtClean="0">
                <a:solidFill>
                  <a:srgbClr val="0000FF"/>
                </a:solidFill>
              </a:rPr>
              <a:t>若干个数据类</a:t>
            </a:r>
            <a:r>
              <a:rPr lang="zh-CN" altLang="en-US" dirty="0" smtClean="0"/>
              <a:t>，据此导出测试用例。</a:t>
            </a:r>
            <a:r>
              <a:rPr lang="zh-CN" altLang="en-US" dirty="0" smtClean="0">
                <a:solidFill>
                  <a:srgbClr val="0000FF"/>
                </a:solidFill>
              </a:rPr>
              <a:t>一个理想的测试用例能独自发现一类错误。</a:t>
            </a:r>
            <a:endParaRPr lang="en-US" altLang="zh-CN" dirty="0" smtClean="0">
              <a:solidFill>
                <a:srgbClr val="0000FF"/>
              </a:solidFill>
            </a:endParaRPr>
          </a:p>
          <a:p>
            <a:r>
              <a:rPr lang="zh-CN" altLang="en-US" dirty="0" smtClean="0"/>
              <a:t>划分等价类的经验：</a:t>
            </a:r>
            <a:endParaRPr lang="en-US" altLang="zh-CN" dirty="0" smtClean="0"/>
          </a:p>
          <a:p>
            <a:pPr marL="0" indent="0">
              <a:buNone/>
            </a:pP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7" y="3861048"/>
            <a:ext cx="8162925"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61C5E481-855B-4CE4-81F0-A2292194729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划分等价类的经验（续）</a:t>
            </a: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4689" y="1340768"/>
            <a:ext cx="7715250" cy="465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7C8C6EEE-DE7F-4953-8E36-EABA4EE2FBE9}"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5824" y="1041110"/>
            <a:ext cx="7502599" cy="4798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D19F8A8A-ABAF-46E2-A878-D6A5AAD572B4}"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3587760" y="1486080"/>
              <a:ext cx="2934000" cy="360"/>
            </p14:xfrm>
          </p:contentPart>
        </mc:Choice>
        <mc:Fallback xmlns="">
          <p:pic>
            <p:nvPicPr>
              <p:cNvPr id="4" name="墨迹 3"/>
            </p:nvPicPr>
            <p:blipFill>
              <a:blip r:embed="rId3"/>
            </p:blipFill>
            <p:spPr>
              <a:xfrm>
                <a:off x="3587760" y="1486080"/>
                <a:ext cx="293400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1143000" y="4343400"/>
              <a:ext cx="6896520" cy="2203920"/>
            </p14:xfrm>
          </p:contentPart>
        </mc:Choice>
        <mc:Fallback xmlns="">
          <p:pic>
            <p:nvPicPr>
              <p:cNvPr id="3" name="墨迹 2"/>
            </p:nvPicPr>
            <p:blipFill>
              <a:blip r:embed="rId5"/>
            </p:blipFill>
            <p:spPr>
              <a:xfrm>
                <a:off x="1143000" y="4343400"/>
                <a:ext cx="6896520" cy="2203920"/>
              </a:xfrm>
              <a:prstGeom prst="rect"/>
            </p:spPr>
          </p:pic>
        </mc:Fallback>
      </mc:AlternateContent>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E1217C4-E5EB-47B4-AF29-1187C6B2F064}" type="datetime11">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620688"/>
            <a:ext cx="7422024"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1547664" y="404664"/>
              <a:ext cx="1098720" cy="775080"/>
            </p14:xfrm>
          </p:contentPart>
        </mc:Choice>
        <mc:Fallback xmlns="">
          <p:pic>
            <p:nvPicPr>
              <p:cNvPr id="4" name="墨迹 3"/>
            </p:nvPicPr>
            <p:blipFill>
              <a:blip r:embed="rId3"/>
            </p:blipFill>
            <p:spPr>
              <a:xfrm>
                <a:off x="1547664" y="404664"/>
                <a:ext cx="1098720" cy="7750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139680" y="1158664"/>
              <a:ext cx="800640" cy="686160"/>
            </p14:xfrm>
          </p:contentPart>
        </mc:Choice>
        <mc:Fallback xmlns="">
          <p:pic>
            <p:nvPicPr>
              <p:cNvPr id="5" name="墨迹 4"/>
            </p:nvPicPr>
            <p:blipFill>
              <a:blip r:embed="rId5"/>
            </p:blipFill>
            <p:spPr>
              <a:xfrm>
                <a:off x="139680" y="1158664"/>
                <a:ext cx="800640" cy="686160"/>
              </a:xfrm>
              <a:prstGeom prst="rect"/>
            </p:spPr>
          </p:pic>
        </mc:Fallback>
      </mc:AlternateContent>
      <p:sp>
        <p:nvSpPr>
          <p:cNvPr id="6" name="TextBox 5"/>
          <p:cNvSpPr txBox="1"/>
          <p:nvPr/>
        </p:nvSpPr>
        <p:spPr>
          <a:xfrm>
            <a:off x="827584" y="5229200"/>
            <a:ext cx="6696744" cy="646331"/>
          </a:xfrm>
          <a:prstGeom prst="rect">
            <a:avLst/>
          </a:prstGeom>
          <a:noFill/>
        </p:spPr>
        <p:txBody>
          <a:bodyPr wrap="square" rtlCol="0">
            <a:spAutoFit/>
          </a:bodyPr>
          <a:lstStyle/>
          <a:p>
            <a:r>
              <a:rPr lang="en-US" altLang="zh-CN" dirty="0" smtClean="0"/>
              <a:t> 6. </a:t>
            </a:r>
            <a:r>
              <a:rPr lang="zh-CN" altLang="en-US" dirty="0" smtClean="0"/>
              <a:t>超出范围（或太小）的负整数；</a:t>
            </a:r>
            <a:endParaRPr lang="en-US" altLang="zh-CN" dirty="0" smtClean="0"/>
          </a:p>
          <a:p>
            <a:r>
              <a:rPr lang="en-US" altLang="zh-CN" dirty="0" smtClean="0"/>
              <a:t> 7. </a:t>
            </a:r>
            <a:r>
              <a:rPr lang="zh-CN" altLang="en-US" dirty="0" smtClean="0"/>
              <a:t>超出范围（或太大）的正整数。</a:t>
            </a:r>
            <a:endParaRPr lang="zh-CN" altLang="en-US" dirty="0"/>
          </a:p>
        </p:txBody>
      </p:sp>
      <mc:AlternateContent xmlns:mc="http://schemas.openxmlformats.org/markup-compatibility/2006" xmlns:p14="http://schemas.microsoft.com/office/powerpoint/2010/main">
        <mc:Choice Requires="p14">
          <p:contentPart r:id="rId6" p14:bwMode="auto">
            <p14:nvContentPartPr>
              <p14:cNvPr id="3" name="墨迹 2"/>
              <p14:cNvContentPartPr/>
              <p14:nvPr/>
            </p14:nvContentPartPr>
            <p14:xfrm>
              <a:off x="920880" y="5264280"/>
              <a:ext cx="222480" cy="508320"/>
            </p14:xfrm>
          </p:contentPart>
        </mc:Choice>
        <mc:Fallback xmlns="">
          <p:pic>
            <p:nvPicPr>
              <p:cNvPr id="3" name="墨迹 2"/>
            </p:nvPicPr>
            <p:blipFill>
              <a:blip r:embed="rId7"/>
            </p:blipFill>
            <p:spPr>
              <a:xfrm>
                <a:off x="920880" y="5264280"/>
                <a:ext cx="222480" cy="508320"/>
              </a:xfrm>
              <a:prstGeom prst="rect"/>
            </p:spPr>
          </p:pic>
        </mc:Fallback>
      </mc:AlternateContent>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332656"/>
            <a:ext cx="8831222" cy="5904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362EC3FB-A587-4547-BB89-AC98232CD9E4}"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1098720" y="222120"/>
              <a:ext cx="6096240" cy="2978640"/>
            </p14:xfrm>
          </p:contentPart>
        </mc:Choice>
        <mc:Fallback xmlns="">
          <p:pic>
            <p:nvPicPr>
              <p:cNvPr id="6" name="墨迹 5"/>
            </p:nvPicPr>
            <p:blipFill>
              <a:blip r:embed="rId3"/>
            </p:blipFill>
            <p:spPr>
              <a:xfrm>
                <a:off x="1098720" y="222120"/>
                <a:ext cx="6096240" cy="2978640"/>
              </a:xfrm>
              <a:prstGeom prst="rect"/>
            </p:spPr>
          </p:pic>
        </mc:Fallback>
      </mc:AlternateContent>
      <p:sp>
        <p:nvSpPr>
          <p:cNvPr id="5" name="TextBox 4"/>
          <p:cNvSpPr txBox="1"/>
          <p:nvPr/>
        </p:nvSpPr>
        <p:spPr>
          <a:xfrm>
            <a:off x="7524328" y="3933056"/>
            <a:ext cx="1558414" cy="1077218"/>
          </a:xfrm>
          <a:prstGeom prst="rect">
            <a:avLst/>
          </a:prstGeom>
          <a:noFill/>
        </p:spPr>
        <p:txBody>
          <a:bodyPr wrap="square" rtlCol="0">
            <a:spAutoFit/>
          </a:bodyPr>
          <a:lstStyle/>
          <a:p>
            <a:r>
              <a:rPr lang="zh-CN" altLang="en-US" sz="3200" dirty="0" smtClean="0">
                <a:solidFill>
                  <a:srgbClr val="0000FF"/>
                </a:solidFill>
              </a:rPr>
              <a:t>有效输入类</a:t>
            </a:r>
            <a:endParaRPr lang="zh-CN" altLang="en-US" sz="3200" dirty="0">
              <a:solidFill>
                <a:srgbClr val="0000FF"/>
              </a:solidFill>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548680"/>
            <a:ext cx="8829198"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3672B3F8-B421-40A1-AF71-91FDE5E88B80}"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101520" y="3067200"/>
              <a:ext cx="8788680" cy="235080"/>
            </p14:xfrm>
          </p:contentPart>
        </mc:Choice>
        <mc:Fallback xmlns="">
          <p:pic>
            <p:nvPicPr>
              <p:cNvPr id="4" name="墨迹 3"/>
            </p:nvPicPr>
            <p:blipFill>
              <a:blip r:embed="rId3"/>
            </p:blipFill>
            <p:spPr>
              <a:xfrm>
                <a:off x="101520" y="3067200"/>
                <a:ext cx="8788680" cy="2350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6686640" y="851040"/>
              <a:ext cx="2190960" cy="1644840"/>
            </p14:xfrm>
          </p:contentPart>
        </mc:Choice>
        <mc:Fallback xmlns="">
          <p:pic>
            <p:nvPicPr>
              <p:cNvPr id="5" name="墨迹 4"/>
            </p:nvPicPr>
            <p:blipFill>
              <a:blip r:embed="rId5"/>
            </p:blipFill>
            <p:spPr>
              <a:xfrm>
                <a:off x="6686640" y="851040"/>
                <a:ext cx="2190960" cy="1644840"/>
              </a:xfrm>
              <a:prstGeom prst="rect"/>
            </p:spPr>
          </p:pic>
        </mc:Fallback>
      </mc:AlternateContent>
      <p:sp>
        <p:nvSpPr>
          <p:cNvPr id="6" name="TextBox 5"/>
          <p:cNvSpPr txBox="1"/>
          <p:nvPr/>
        </p:nvSpPr>
        <p:spPr>
          <a:xfrm>
            <a:off x="5134936" y="3328769"/>
            <a:ext cx="2854558" cy="584775"/>
          </a:xfrm>
          <a:prstGeom prst="rect">
            <a:avLst/>
          </a:prstGeom>
          <a:noFill/>
        </p:spPr>
        <p:txBody>
          <a:bodyPr wrap="square" rtlCol="0">
            <a:spAutoFit/>
          </a:bodyPr>
          <a:lstStyle/>
          <a:p>
            <a:r>
              <a:rPr lang="zh-CN" altLang="en-US" sz="3200" dirty="0">
                <a:solidFill>
                  <a:srgbClr val="0000FF"/>
                </a:solidFill>
              </a:rPr>
              <a:t>无效</a:t>
            </a:r>
            <a:r>
              <a:rPr lang="zh-CN" altLang="en-US" sz="3200" dirty="0" smtClean="0">
                <a:solidFill>
                  <a:srgbClr val="0000FF"/>
                </a:solidFill>
              </a:rPr>
              <a:t>输入类</a:t>
            </a:r>
            <a:endParaRPr lang="zh-CN" altLang="en-US" sz="3200" dirty="0">
              <a:solidFill>
                <a:srgbClr val="0000FF"/>
              </a:solidFill>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5737" y="774154"/>
            <a:ext cx="8601075" cy="539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9E1C8F9B-539C-4386-BDEE-AA2D82CAF33C}"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1473120" y="2654280"/>
              <a:ext cx="1556280" cy="3480120"/>
            </p14:xfrm>
          </p:contentPart>
        </mc:Choice>
        <mc:Fallback xmlns="">
          <p:pic>
            <p:nvPicPr>
              <p:cNvPr id="3" name="墨迹 2"/>
            </p:nvPicPr>
            <p:blipFill>
              <a:blip r:embed="rId3"/>
            </p:blipFill>
            <p:spPr>
              <a:xfrm>
                <a:off x="1473120" y="2654280"/>
                <a:ext cx="1556280" cy="34801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2635200" y="3054240"/>
              <a:ext cx="178200" cy="254520"/>
            </p14:xfrm>
          </p:contentPart>
        </mc:Choice>
        <mc:Fallback xmlns="">
          <p:pic>
            <p:nvPicPr>
              <p:cNvPr id="4" name="墨迹 3"/>
            </p:nvPicPr>
            <p:blipFill>
              <a:blip r:embed="rId5"/>
            </p:blipFill>
            <p:spPr>
              <a:xfrm>
                <a:off x="2635200" y="3054240"/>
                <a:ext cx="178200" cy="254520"/>
              </a:xfrm>
              <a:prstGeom prst="rect"/>
            </p:spPr>
          </p:pic>
        </mc:Fallback>
      </mc:AlternateContent>
      <p:sp>
        <p:nvSpPr>
          <p:cNvPr id="5" name="TextBox 4"/>
          <p:cNvSpPr txBox="1"/>
          <p:nvPr/>
        </p:nvSpPr>
        <p:spPr>
          <a:xfrm>
            <a:off x="0" y="-27384"/>
            <a:ext cx="9144000" cy="830997"/>
          </a:xfrm>
          <a:prstGeom prst="rect">
            <a:avLst/>
          </a:prstGeom>
          <a:noFill/>
        </p:spPr>
        <p:txBody>
          <a:bodyPr wrap="square" rtlCol="0">
            <a:spAutoFit/>
          </a:bodyPr>
          <a:lstStyle/>
          <a:p>
            <a:r>
              <a:rPr lang="zh-CN" altLang="en-US" sz="2400" dirty="0">
                <a:solidFill>
                  <a:srgbClr val="FF0000"/>
                </a:solidFill>
              </a:rPr>
              <a:t>无效输入类的</a:t>
            </a:r>
            <a:r>
              <a:rPr lang="zh-CN" altLang="en-US" sz="2400" dirty="0" smtClean="0">
                <a:solidFill>
                  <a:srgbClr val="FF0000"/>
                </a:solidFill>
              </a:rPr>
              <a:t>测试用例编号</a:t>
            </a:r>
            <a:r>
              <a:rPr lang="en-US" altLang="zh-CN" sz="2400" dirty="0">
                <a:solidFill>
                  <a:srgbClr val="FF0000"/>
                </a:solidFill>
              </a:rPr>
              <a:t>5</a:t>
            </a:r>
            <a:r>
              <a:rPr lang="zh-CN" altLang="en-US" sz="2400" dirty="0">
                <a:solidFill>
                  <a:srgbClr val="FF0000"/>
                </a:solidFill>
              </a:rPr>
              <a:t>、</a:t>
            </a:r>
            <a:r>
              <a:rPr lang="en-US" altLang="zh-CN" sz="2400" dirty="0">
                <a:solidFill>
                  <a:srgbClr val="FF0000"/>
                </a:solidFill>
              </a:rPr>
              <a:t>6</a:t>
            </a:r>
            <a:r>
              <a:rPr lang="zh-CN" altLang="en-US" sz="2400" dirty="0">
                <a:solidFill>
                  <a:srgbClr val="FF0000"/>
                </a:solidFill>
              </a:rPr>
              <a:t>对应设计的无效输入类的编号</a:t>
            </a:r>
            <a:r>
              <a:rPr lang="en-US" altLang="zh-CN" sz="2400" dirty="0">
                <a:solidFill>
                  <a:srgbClr val="FF0000"/>
                </a:solidFill>
              </a:rPr>
              <a:t>6</a:t>
            </a:r>
            <a:r>
              <a:rPr lang="zh-CN" altLang="en-US" sz="2400" dirty="0">
                <a:solidFill>
                  <a:srgbClr val="FF0000"/>
                </a:solidFill>
              </a:rPr>
              <a:t>、</a:t>
            </a:r>
            <a:r>
              <a:rPr lang="en-US" altLang="zh-CN" sz="2400" dirty="0">
                <a:solidFill>
                  <a:srgbClr val="FF0000"/>
                </a:solidFill>
              </a:rPr>
              <a:t>7</a:t>
            </a:r>
            <a:r>
              <a:rPr lang="zh-CN" altLang="en-US" sz="2400" dirty="0">
                <a:solidFill>
                  <a:srgbClr val="FF0000"/>
                </a:solidFill>
              </a:rPr>
              <a:t>；</a:t>
            </a:r>
            <a:endParaRPr lang="en-US" altLang="zh-CN" sz="2400" dirty="0">
              <a:solidFill>
                <a:srgbClr val="FF0000"/>
              </a:solidFill>
            </a:endParaRPr>
          </a:p>
          <a:p>
            <a:pPr>
              <a:defRPr/>
            </a:pPr>
            <a:r>
              <a:rPr lang="zh-CN" altLang="en-US" sz="2400" dirty="0">
                <a:solidFill>
                  <a:srgbClr val="FF0000"/>
                </a:solidFill>
              </a:rPr>
              <a:t>无效输入类的</a:t>
            </a:r>
            <a:r>
              <a:rPr lang="zh-CN" altLang="en-US" sz="2400" dirty="0" smtClean="0">
                <a:solidFill>
                  <a:srgbClr val="FF0000"/>
                </a:solidFill>
              </a:rPr>
              <a:t>测试用例编号</a:t>
            </a:r>
            <a:r>
              <a:rPr lang="en-US" altLang="zh-CN" sz="2400" dirty="0">
                <a:solidFill>
                  <a:srgbClr val="FF0000"/>
                </a:solidFill>
              </a:rPr>
              <a:t>7-11</a:t>
            </a:r>
            <a:r>
              <a:rPr lang="zh-CN" altLang="en-US" sz="2400" dirty="0">
                <a:solidFill>
                  <a:srgbClr val="FF0000"/>
                </a:solidFill>
              </a:rPr>
              <a:t>对应设计的无效输入类的编号</a:t>
            </a:r>
            <a:r>
              <a:rPr lang="en-US" altLang="zh-CN" sz="2400" dirty="0">
                <a:solidFill>
                  <a:srgbClr val="FF0000"/>
                </a:solidFill>
              </a:rPr>
              <a:t>1-5</a:t>
            </a:r>
            <a:r>
              <a:rPr lang="zh-CN" altLang="en-US" sz="2400" dirty="0">
                <a:solidFill>
                  <a:srgbClr val="FF0000"/>
                </a:solidFill>
              </a:rPr>
              <a:t>。</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7.7.2 </a:t>
            </a:r>
            <a:r>
              <a:rPr lang="zh-CN" altLang="en-US" dirty="0" smtClean="0"/>
              <a:t>边界值分析 </a:t>
            </a:r>
            <a:br>
              <a:rPr lang="en-US" altLang="zh-CN" dirty="0" smtClean="0"/>
            </a:br>
            <a:r>
              <a:rPr lang="en-US" altLang="zh-CN" dirty="0" smtClean="0"/>
              <a:t>(Boundary Value Analysis)</a:t>
            </a:r>
            <a:endParaRPr lang="zh-CN" altLang="en-US" dirty="0"/>
          </a:p>
        </p:txBody>
      </p:sp>
      <p:sp>
        <p:nvSpPr>
          <p:cNvPr id="3" name="内容占位符 2"/>
          <p:cNvSpPr>
            <a:spLocks noGrp="1"/>
          </p:cNvSpPr>
          <p:nvPr>
            <p:ph idx="1"/>
          </p:nvPr>
        </p:nvSpPr>
        <p:spPr/>
        <p:txBody>
          <a:bodyPr/>
          <a:lstStyle/>
          <a:p>
            <a:r>
              <a:rPr lang="zh-CN" altLang="en-US" dirty="0" smtClean="0"/>
              <a:t>程序通常在边界发生错误；</a:t>
            </a:r>
            <a:endParaRPr lang="en-US" altLang="zh-CN" dirty="0" smtClean="0"/>
          </a:p>
          <a:p>
            <a:r>
              <a:rPr lang="zh-CN" altLang="en-US" dirty="0" smtClean="0">
                <a:solidFill>
                  <a:srgbClr val="0000FF"/>
                </a:solidFill>
              </a:rPr>
              <a:t>通常与等价划分结合使用。</a:t>
            </a:r>
            <a:endParaRPr lang="zh-CN" altLang="en-US" dirty="0">
              <a:solidFill>
                <a:srgbClr val="0000FF"/>
              </a:solidFill>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8272" y="2888286"/>
            <a:ext cx="7571413" cy="39503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D8B4D613-EF3B-4CEA-B37E-FF2295068B8D}"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0" y="4546440"/>
              <a:ext cx="8845920" cy="464040"/>
            </p14:xfrm>
          </p:contentPart>
        </mc:Choice>
        <mc:Fallback xmlns="">
          <p:pic>
            <p:nvPicPr>
              <p:cNvPr id="6" name="墨迹 5"/>
            </p:nvPicPr>
            <p:blipFill>
              <a:blip r:embed="rId3"/>
            </p:blipFill>
            <p:spPr>
              <a:xfrm>
                <a:off x="0" y="4546440"/>
                <a:ext cx="8845920" cy="464040"/>
              </a:xfrm>
              <a:prstGeom prst="rect"/>
            </p:spPr>
          </p:pic>
        </mc:Fallback>
      </mc:AlternateContent>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7.7.3 </a:t>
            </a:r>
            <a:r>
              <a:rPr lang="zh-CN" altLang="en-US" dirty="0" smtClean="0"/>
              <a:t>错误推测 </a:t>
            </a:r>
            <a:r>
              <a:rPr lang="en-US" altLang="zh-CN" dirty="0" smtClean="0"/>
              <a:t>(Failure Prediction)</a:t>
            </a:r>
            <a:endParaRPr lang="zh-CN" altLang="en-US" dirty="0"/>
          </a:p>
        </p:txBody>
      </p:sp>
      <p:sp>
        <p:nvSpPr>
          <p:cNvPr id="3" name="内容占位符 2"/>
          <p:cNvSpPr>
            <a:spLocks noGrp="1"/>
          </p:cNvSpPr>
          <p:nvPr>
            <p:ph idx="1"/>
          </p:nvPr>
        </p:nvSpPr>
        <p:spPr>
          <a:xfrm>
            <a:off x="457200" y="1412776"/>
            <a:ext cx="8579296" cy="5256584"/>
          </a:xfrm>
        </p:spPr>
        <p:txBody>
          <a:bodyPr>
            <a:normAutofit lnSpcReduction="10000"/>
          </a:bodyPr>
          <a:lstStyle/>
          <a:p>
            <a:r>
              <a:rPr lang="zh-CN" altLang="en-US" sz="2800" dirty="0" smtClean="0"/>
              <a:t>思路：</a:t>
            </a:r>
            <a:endParaRPr lang="en-US" altLang="zh-CN" sz="2800" dirty="0" smtClean="0"/>
          </a:p>
          <a:p>
            <a:pPr marL="914400" lvl="1" indent="-514350">
              <a:buFont typeface="+mj-lt"/>
              <a:buAutoNum type="alphaLcParenR"/>
            </a:pPr>
            <a:r>
              <a:rPr lang="zh-CN" altLang="en-US" sz="2400" dirty="0" smtClean="0"/>
              <a:t>列出可能有的错误；</a:t>
            </a:r>
            <a:endParaRPr lang="en-US" altLang="zh-CN" sz="2400" dirty="0"/>
          </a:p>
          <a:p>
            <a:pPr marL="914400" lvl="1" indent="-514350">
              <a:buFont typeface="+mj-lt"/>
              <a:buAutoNum type="alphaLcParenR"/>
            </a:pPr>
            <a:r>
              <a:rPr lang="zh-CN" altLang="en-US" sz="2400" dirty="0" smtClean="0"/>
              <a:t>列出容易发生错误的特殊情况。</a:t>
            </a:r>
            <a:endParaRPr lang="en-US" altLang="zh-CN" sz="2400" dirty="0" smtClean="0"/>
          </a:p>
          <a:p>
            <a:pPr marL="400050" lvl="1" indent="0">
              <a:buNone/>
            </a:pPr>
            <a:endParaRPr lang="en-US" altLang="zh-CN" sz="2400" dirty="0" smtClean="0"/>
          </a:p>
          <a:p>
            <a:r>
              <a:rPr lang="zh-CN" altLang="en-US" sz="2800" dirty="0" smtClean="0"/>
              <a:t>根据：直觉、经验</a:t>
            </a:r>
            <a:endParaRPr lang="en-US" altLang="zh-CN" sz="2800" dirty="0" smtClean="0"/>
          </a:p>
          <a:p>
            <a:pPr marL="0" indent="0">
              <a:buNone/>
            </a:pPr>
            <a:endParaRPr lang="en-US" altLang="zh-CN" sz="2800" dirty="0" smtClean="0"/>
          </a:p>
          <a:p>
            <a:r>
              <a:rPr lang="zh-CN" altLang="en-US" sz="2800" dirty="0" smtClean="0"/>
              <a:t>常用经验：</a:t>
            </a:r>
            <a:endParaRPr lang="en-US" altLang="zh-CN" sz="2800" dirty="0" smtClean="0"/>
          </a:p>
          <a:p>
            <a:pPr marL="914400" lvl="1" indent="-514350">
              <a:buFont typeface="+mj-lt"/>
              <a:buAutoNum type="alphaLcParenR"/>
            </a:pPr>
            <a:r>
              <a:rPr lang="zh-CN" altLang="en-US" sz="2400" dirty="0" smtClean="0"/>
              <a:t>常见错误清单；</a:t>
            </a:r>
            <a:endParaRPr lang="en-US" altLang="zh-CN" sz="2400" dirty="0" smtClean="0"/>
          </a:p>
          <a:p>
            <a:pPr marL="914400" lvl="1" indent="-514350">
              <a:buFont typeface="+mj-lt"/>
              <a:buAutoNum type="alphaLcParenR"/>
            </a:pPr>
            <a:r>
              <a:rPr lang="zh-CN" altLang="en-US" sz="2400" dirty="0" smtClean="0"/>
              <a:t>重点测试那些</a:t>
            </a:r>
            <a:r>
              <a:rPr lang="zh-CN" altLang="en-US" sz="2400" dirty="0" smtClean="0">
                <a:solidFill>
                  <a:srgbClr val="0000FF"/>
                </a:solidFill>
              </a:rPr>
              <a:t>已经发现了很多错误的程序段</a:t>
            </a:r>
            <a:r>
              <a:rPr lang="zh-CN" altLang="en-US" sz="2400" dirty="0" smtClean="0"/>
              <a:t>；</a:t>
            </a:r>
            <a:endParaRPr lang="en-US" altLang="zh-CN" sz="2400" dirty="0" smtClean="0"/>
          </a:p>
          <a:p>
            <a:pPr marL="914400" lvl="1" indent="-514350">
              <a:buFont typeface="+mj-lt"/>
              <a:buAutoNum type="alphaLcParenR"/>
            </a:pPr>
            <a:r>
              <a:rPr lang="zh-CN" altLang="en-US" sz="2400" dirty="0" smtClean="0"/>
              <a:t>使用</a:t>
            </a:r>
            <a:r>
              <a:rPr lang="zh-CN" altLang="en-US" sz="2400" dirty="0" smtClean="0">
                <a:solidFill>
                  <a:srgbClr val="0000FF"/>
                </a:solidFill>
              </a:rPr>
              <a:t>判定表</a:t>
            </a:r>
            <a:r>
              <a:rPr lang="zh-CN" altLang="en-US" sz="2400" dirty="0" smtClean="0"/>
              <a:t>（过程设计的工具之一，下页给出实例）等工具考虑</a:t>
            </a:r>
            <a:r>
              <a:rPr lang="zh-CN" altLang="en-US" sz="2400" dirty="0" smtClean="0">
                <a:solidFill>
                  <a:srgbClr val="0000FF"/>
                </a:solidFill>
              </a:rPr>
              <a:t>输入数据的组合</a:t>
            </a:r>
            <a:r>
              <a:rPr lang="zh-CN" altLang="en-US" sz="2400" dirty="0" smtClean="0"/>
              <a:t>情况；</a:t>
            </a:r>
            <a:endParaRPr lang="en-US" altLang="zh-CN" sz="2400" dirty="0" smtClean="0"/>
          </a:p>
          <a:p>
            <a:pPr marL="914400" lvl="1" indent="-514350">
              <a:buFont typeface="+mj-lt"/>
              <a:buAutoNum type="alphaLcParenR"/>
            </a:pPr>
            <a:r>
              <a:rPr lang="zh-CN" altLang="en-US" sz="2400" dirty="0" smtClean="0"/>
              <a:t>把计算机测试和人工检查代码结合起来。</a:t>
            </a:r>
            <a:r>
              <a:rPr lang="en-US" altLang="zh-CN" sz="2400" dirty="0" smtClean="0"/>
              <a:t>    </a:t>
            </a:r>
            <a:endParaRPr lang="en-US" altLang="zh-CN" sz="2400" dirty="0" smtClean="0"/>
          </a:p>
          <a:p>
            <a:pPr marL="0" indent="0">
              <a:buNone/>
            </a:pPr>
            <a:endParaRPr lang="en-US" altLang="zh-CN" sz="2800" dirty="0" smtClean="0"/>
          </a:p>
        </p:txBody>
      </p:sp>
      <p:sp>
        <p:nvSpPr>
          <p:cNvPr id="4" name="日期占位符 3"/>
          <p:cNvSpPr>
            <a:spLocks noGrp="1"/>
          </p:cNvSpPr>
          <p:nvPr>
            <p:ph type="dt" sz="half" idx="10"/>
          </p:nvPr>
        </p:nvSpPr>
        <p:spPr/>
        <p:txBody>
          <a:bodyPr/>
          <a:lstStyle/>
          <a:p>
            <a:fld id="{2025E68A-12D3-4B63-80F9-1533D9758E0A}"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404664"/>
            <a:ext cx="7696200"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9E979FC6-95A0-43AC-BD04-6701952B8BF0}" type="datetime11">
              <a:rPr lang="zh-CN" altLang="en-US" smtClean="0"/>
            </a:fld>
            <a:endParaRPr lang="zh-CN" altLang="en-U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0"/>
            <a:ext cx="2952328" cy="1082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7.7.4 </a:t>
            </a:r>
            <a:r>
              <a:rPr lang="zh-CN" altLang="en-US" dirty="0" smtClean="0"/>
              <a:t>实用策略 </a:t>
            </a:r>
            <a:r>
              <a:rPr lang="en-US" altLang="zh-CN" dirty="0" smtClean="0"/>
              <a:t>(Practical Strategies)</a:t>
            </a:r>
            <a:endParaRPr lang="zh-CN" altLang="en-US" dirty="0"/>
          </a:p>
        </p:txBody>
      </p:sp>
      <p:sp>
        <p:nvSpPr>
          <p:cNvPr id="3" name="内容占位符 2"/>
          <p:cNvSpPr>
            <a:spLocks noGrp="1"/>
          </p:cNvSpPr>
          <p:nvPr>
            <p:ph idx="1"/>
          </p:nvPr>
        </p:nvSpPr>
        <p:spPr>
          <a:xfrm>
            <a:off x="457200" y="1600200"/>
            <a:ext cx="8507288" cy="4525963"/>
          </a:xfrm>
        </p:spPr>
        <p:txBody>
          <a:bodyPr>
            <a:normAutofit fontScale="92500" lnSpcReduction="10000"/>
          </a:bodyPr>
          <a:lstStyle/>
          <a:p>
            <a:pPr marL="571500" indent="-571500">
              <a:buFont typeface="+mj-lt"/>
              <a:buAutoNum type="romanUcPeriod"/>
            </a:pPr>
            <a:r>
              <a:rPr lang="zh-CN" altLang="en-US" dirty="0" smtClean="0"/>
              <a:t>在任何情况下都应该使用</a:t>
            </a:r>
            <a:r>
              <a:rPr lang="zh-CN" altLang="en-US" dirty="0" smtClean="0">
                <a:solidFill>
                  <a:srgbClr val="0000FF"/>
                </a:solidFill>
              </a:rPr>
              <a:t>边界值分析</a:t>
            </a:r>
            <a:r>
              <a:rPr lang="zh-CN" altLang="en-US" dirty="0" smtClean="0"/>
              <a:t>的方法；</a:t>
            </a:r>
            <a:endParaRPr lang="en-US" altLang="zh-CN" dirty="0" smtClean="0"/>
          </a:p>
          <a:p>
            <a:pPr marL="571500" indent="-571500">
              <a:buFont typeface="+mj-lt"/>
              <a:buAutoNum type="romanUcPeriod"/>
            </a:pPr>
            <a:r>
              <a:rPr lang="zh-CN" altLang="en-US" dirty="0"/>
              <a:t>必要</a:t>
            </a:r>
            <a:r>
              <a:rPr lang="zh-CN" altLang="en-US" dirty="0" smtClean="0"/>
              <a:t>时，用</a:t>
            </a:r>
            <a:r>
              <a:rPr lang="zh-CN" altLang="en-US" dirty="0" smtClean="0">
                <a:solidFill>
                  <a:srgbClr val="0000FF"/>
                </a:solidFill>
              </a:rPr>
              <a:t>等价划分法</a:t>
            </a:r>
            <a:r>
              <a:rPr lang="zh-CN" altLang="en-US" dirty="0" smtClean="0"/>
              <a:t>补充；</a:t>
            </a:r>
            <a:endParaRPr lang="en-US" altLang="zh-CN" dirty="0" smtClean="0"/>
          </a:p>
          <a:p>
            <a:pPr marL="571500" indent="-571500">
              <a:buFont typeface="+mj-lt"/>
              <a:buAutoNum type="romanUcPeriod"/>
            </a:pPr>
            <a:r>
              <a:rPr lang="zh-CN" altLang="en-US" dirty="0"/>
              <a:t>必要</a:t>
            </a:r>
            <a:r>
              <a:rPr lang="zh-CN" altLang="en-US" dirty="0" smtClean="0"/>
              <a:t>时，再用</a:t>
            </a:r>
            <a:r>
              <a:rPr lang="zh-CN" altLang="en-US" dirty="0" smtClean="0">
                <a:solidFill>
                  <a:srgbClr val="0000FF"/>
                </a:solidFill>
              </a:rPr>
              <a:t>错误推测法</a:t>
            </a:r>
            <a:r>
              <a:rPr lang="zh-CN" altLang="en-US" dirty="0" smtClean="0"/>
              <a:t>补充。</a:t>
            </a:r>
            <a:endParaRPr lang="en-US" altLang="zh-CN" dirty="0" smtClean="0"/>
          </a:p>
          <a:p>
            <a:pPr marL="571500" indent="-571500">
              <a:buFont typeface="+mj-lt"/>
              <a:buAutoNum type="romanUcPeriod"/>
            </a:pPr>
            <a:endParaRPr lang="en-US" altLang="zh-CN" dirty="0"/>
          </a:p>
          <a:p>
            <a:pPr marL="0" indent="0">
              <a:buNone/>
            </a:pPr>
            <a:r>
              <a:rPr lang="zh-CN" altLang="en-US" dirty="0" smtClean="0">
                <a:solidFill>
                  <a:srgbClr val="FF0000"/>
                </a:solidFill>
              </a:rPr>
              <a:t>注意：即使综合使用几种测试方法，仍不能保证发现</a:t>
            </a:r>
            <a:r>
              <a:rPr lang="zh-CN" altLang="en-US" dirty="0">
                <a:solidFill>
                  <a:srgbClr val="FF0000"/>
                </a:solidFill>
              </a:rPr>
              <a:t>所有</a:t>
            </a:r>
            <a:r>
              <a:rPr lang="zh-CN" altLang="en-US" dirty="0" smtClean="0">
                <a:solidFill>
                  <a:srgbClr val="FF0000"/>
                </a:solidFill>
              </a:rPr>
              <a:t>错误。</a:t>
            </a:r>
            <a:endParaRPr lang="en-US" altLang="zh-CN" dirty="0" smtClean="0">
              <a:solidFill>
                <a:srgbClr val="FF0000"/>
              </a:solidFill>
            </a:endParaRPr>
          </a:p>
          <a:p>
            <a:pPr marL="0" indent="0">
              <a:buNone/>
            </a:pPr>
            <a:endParaRPr lang="en-US" altLang="zh-CN" dirty="0">
              <a:solidFill>
                <a:srgbClr val="FF0000"/>
              </a:solidFill>
            </a:endParaRPr>
          </a:p>
          <a:p>
            <a:pPr marL="0" indent="0">
              <a:buNone/>
            </a:pPr>
            <a:r>
              <a:rPr lang="zh-CN" altLang="en-US" dirty="0">
                <a:solidFill>
                  <a:srgbClr val="0000FF"/>
                </a:solidFill>
              </a:rPr>
              <a:t>测试不能证明程序中没有错误，只能证明错误的存在。</a:t>
            </a:r>
            <a:endParaRPr lang="zh-CN" altLang="en-US" dirty="0">
              <a:solidFill>
                <a:srgbClr val="0000FF"/>
              </a:solidFill>
            </a:endParaRPr>
          </a:p>
          <a:p>
            <a:pPr marL="0" indent="0">
              <a:buNone/>
            </a:pPr>
            <a:endParaRPr lang="zh-CN" altLang="en-US" dirty="0">
              <a:solidFill>
                <a:srgbClr val="FF0000"/>
              </a:solidFill>
            </a:endParaRPr>
          </a:p>
        </p:txBody>
      </p:sp>
      <p:sp>
        <p:nvSpPr>
          <p:cNvPr id="4" name="日期占位符 3"/>
          <p:cNvSpPr>
            <a:spLocks noGrp="1"/>
          </p:cNvSpPr>
          <p:nvPr>
            <p:ph type="dt" sz="half" idx="10"/>
          </p:nvPr>
        </p:nvSpPr>
        <p:spPr/>
        <p:txBody>
          <a:bodyPr/>
          <a:lstStyle/>
          <a:p>
            <a:fld id="{5CC0F4E3-7F08-4537-B810-E81FFF23B9A0}"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7.8 </a:t>
            </a:r>
            <a:r>
              <a:rPr lang="zh-CN" altLang="en-US" dirty="0" smtClean="0"/>
              <a:t>调试 </a:t>
            </a:r>
            <a:r>
              <a:rPr lang="en-US" altLang="zh-CN" dirty="0" smtClean="0"/>
              <a:t>(Debugging)</a:t>
            </a:r>
            <a:endParaRPr lang="zh-CN" altLang="en-US" dirty="0"/>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7853" y="1268759"/>
            <a:ext cx="7272808" cy="53310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DF1AA2EC-0EAB-4C13-98B2-7B049EFBCDD4}"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4317840" y="4146480"/>
              <a:ext cx="1448280" cy="578160"/>
            </p14:xfrm>
          </p:contentPart>
        </mc:Choice>
        <mc:Fallback xmlns="">
          <p:pic>
            <p:nvPicPr>
              <p:cNvPr id="4" name="墨迹 3"/>
            </p:nvPicPr>
            <p:blipFill>
              <a:blip r:embed="rId3"/>
            </p:blipFill>
            <p:spPr>
              <a:xfrm>
                <a:off x="4317840" y="4146480"/>
                <a:ext cx="1448280" cy="5781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590760" y="1720800"/>
              <a:ext cx="6312240" cy="1543320"/>
            </p14:xfrm>
          </p:contentPart>
        </mc:Choice>
        <mc:Fallback xmlns="">
          <p:pic>
            <p:nvPicPr>
              <p:cNvPr id="5" name="墨迹 4"/>
            </p:nvPicPr>
            <p:blipFill>
              <a:blip r:embed="rId5"/>
            </p:blipFill>
            <p:spPr>
              <a:xfrm>
                <a:off x="590760" y="1720800"/>
                <a:ext cx="6312240" cy="154332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1149350" y="5016500"/>
              <a:ext cx="1200150" cy="831850"/>
            </p14:xfrm>
          </p:contentPart>
        </mc:Choice>
        <mc:Fallback xmlns="">
          <p:pic>
            <p:nvPicPr>
              <p:cNvPr id="6" name="墨迹 5"/>
            </p:nvPicPr>
            <p:blipFill>
              <a:blip r:embed="rId7"/>
            </p:blipFill>
            <p:spPr>
              <a:xfrm>
                <a:off x="1149350" y="5016500"/>
                <a:ext cx="1200150" cy="831850"/>
              </a:xfrm>
              <a:prstGeom prst="rect"/>
            </p:spPr>
          </p:pic>
        </mc:Fallback>
      </mc:AlternateContent>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463" y="709613"/>
            <a:ext cx="8601075" cy="543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9889E7CE-268B-4E6A-A453-3881AABB0438}"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368280" y="1212840"/>
              <a:ext cx="8344440" cy="3943800"/>
            </p14:xfrm>
          </p:contentPart>
        </mc:Choice>
        <mc:Fallback xmlns="">
          <p:pic>
            <p:nvPicPr>
              <p:cNvPr id="4" name="墨迹 3"/>
            </p:nvPicPr>
            <p:blipFill>
              <a:blip r:embed="rId3"/>
            </p:blipFill>
            <p:spPr>
              <a:xfrm>
                <a:off x="368280" y="1212840"/>
                <a:ext cx="8344440" cy="39438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2933640" y="5632560"/>
              <a:ext cx="1321200" cy="19440"/>
            </p14:xfrm>
          </p:contentPart>
        </mc:Choice>
        <mc:Fallback xmlns="">
          <p:pic>
            <p:nvPicPr>
              <p:cNvPr id="3" name="墨迹 2"/>
            </p:nvPicPr>
            <p:blipFill>
              <a:blip r:embed="rId5"/>
            </p:blipFill>
            <p:spPr>
              <a:xfrm>
                <a:off x="2933640" y="5632560"/>
                <a:ext cx="1321200" cy="1944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2660760" y="4114800"/>
              <a:ext cx="4153320" cy="578160"/>
            </p14:xfrm>
          </p:contentPart>
        </mc:Choice>
        <mc:Fallback xmlns="">
          <p:pic>
            <p:nvPicPr>
              <p:cNvPr id="5" name="墨迹 4"/>
            </p:nvPicPr>
            <p:blipFill>
              <a:blip r:embed="rId7"/>
            </p:blipFill>
            <p:spPr>
              <a:xfrm>
                <a:off x="2660760" y="4114800"/>
                <a:ext cx="4153320" cy="5781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1441450" y="444500"/>
              <a:ext cx="4997450" cy="914400"/>
            </p14:xfrm>
          </p:contentPart>
        </mc:Choice>
        <mc:Fallback xmlns="">
          <p:pic>
            <p:nvPicPr>
              <p:cNvPr id="6" name="墨迹 5"/>
            </p:nvPicPr>
            <p:blipFill>
              <a:blip r:embed="rId9"/>
            </p:blipFill>
            <p:spPr>
              <a:xfrm>
                <a:off x="1441450" y="444500"/>
                <a:ext cx="4997450" cy="9144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1009650" y="2171700"/>
              <a:ext cx="7943850" cy="825500"/>
            </p14:xfrm>
          </p:contentPart>
        </mc:Choice>
        <mc:Fallback xmlns="">
          <p:pic>
            <p:nvPicPr>
              <p:cNvPr id="7" name="墨迹 6"/>
            </p:nvPicPr>
            <p:blipFill>
              <a:blip r:embed="rId11"/>
            </p:blipFill>
            <p:spPr>
              <a:xfrm>
                <a:off x="1009650" y="2171700"/>
                <a:ext cx="7943850" cy="825500"/>
              </a:xfrm>
              <a:prstGeom prst="rect"/>
            </p:spPr>
          </p:pic>
        </mc:Fallback>
      </mc:AlternateContent>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调试策略</a:t>
            </a:r>
            <a:endParaRPr lang="zh-CN" altLang="en-US" dirty="0"/>
          </a:p>
        </p:txBody>
      </p:sp>
      <p:sp>
        <p:nvSpPr>
          <p:cNvPr id="3" name="内容占位符 2"/>
          <p:cNvSpPr>
            <a:spLocks noGrp="1"/>
          </p:cNvSpPr>
          <p:nvPr>
            <p:ph idx="1"/>
          </p:nvPr>
        </p:nvSpPr>
        <p:spPr>
          <a:xfrm>
            <a:off x="457200" y="1340768"/>
            <a:ext cx="8579296" cy="4785395"/>
          </a:xfrm>
        </p:spPr>
        <p:txBody>
          <a:bodyPr/>
          <a:lstStyle/>
          <a:p>
            <a:pPr marL="0" indent="0">
              <a:buNone/>
            </a:pPr>
            <a:r>
              <a:rPr lang="zh-CN" altLang="en-US" dirty="0" smtClean="0"/>
              <a:t>调试的目标是</a:t>
            </a:r>
            <a:r>
              <a:rPr lang="zh-CN" altLang="en-US" dirty="0" smtClean="0">
                <a:solidFill>
                  <a:srgbClr val="FF0000"/>
                </a:solidFill>
              </a:rPr>
              <a:t>寻找软件错误的原因并改正错误</a:t>
            </a:r>
            <a:r>
              <a:rPr lang="zh-CN" altLang="en-US" dirty="0" smtClean="0"/>
              <a:t>。用来推断错误原因的基本策略主要有：</a:t>
            </a:r>
            <a:endParaRPr lang="en-US" altLang="zh-CN" dirty="0" smtClean="0"/>
          </a:p>
          <a:p>
            <a:pPr marL="514350" indent="-514350">
              <a:buAutoNum type="arabicParenR"/>
            </a:pPr>
            <a:r>
              <a:rPr lang="zh-CN" altLang="en-US" dirty="0" smtClean="0"/>
              <a:t>蛮干法</a:t>
            </a:r>
            <a:endParaRPr lang="en-US" altLang="zh-CN" dirty="0" smtClean="0"/>
          </a:p>
          <a:p>
            <a:pPr lvl="1">
              <a:buFont typeface="Arial" panose="020B0604020202020204" pitchFamily="34" charset="0"/>
              <a:buChar char="•"/>
            </a:pPr>
            <a:r>
              <a:rPr lang="zh-CN" altLang="en-US" dirty="0" smtClean="0"/>
              <a:t>最低效，基本是浪费时间和精力</a:t>
            </a:r>
            <a:endParaRPr lang="en-US" altLang="zh-CN" dirty="0" smtClean="0"/>
          </a:p>
          <a:p>
            <a:pPr lvl="1">
              <a:buFont typeface="Arial" panose="020B0604020202020204" pitchFamily="34" charset="0"/>
              <a:buChar char="•"/>
            </a:pPr>
            <a:r>
              <a:rPr lang="zh-CN" altLang="en-US" dirty="0" smtClean="0"/>
              <a:t>通常有</a:t>
            </a:r>
            <a:r>
              <a:rPr lang="en-US" altLang="zh-CN" dirty="0" smtClean="0"/>
              <a:t>3</a:t>
            </a:r>
            <a:r>
              <a:rPr lang="zh-CN" altLang="en-US" dirty="0" smtClean="0"/>
              <a:t>种措施：</a:t>
            </a:r>
            <a:endParaRPr lang="en-US" altLang="zh-CN" dirty="0"/>
          </a:p>
          <a:p>
            <a:pPr lvl="2">
              <a:buFont typeface="Wingdings" panose="05000000000000000000" pitchFamily="2" charset="2"/>
              <a:buChar char="ü"/>
            </a:pPr>
            <a:r>
              <a:rPr lang="en-US" altLang="zh-CN" dirty="0" smtClean="0"/>
              <a:t> </a:t>
            </a:r>
            <a:r>
              <a:rPr lang="zh-CN" altLang="en-US" dirty="0" smtClean="0"/>
              <a:t>输出内存内容 （比如程序中间变量的值）</a:t>
            </a:r>
            <a:endParaRPr lang="en-US" altLang="zh-CN" dirty="0" smtClean="0"/>
          </a:p>
          <a:p>
            <a:pPr lvl="2">
              <a:buFont typeface="Wingdings" panose="05000000000000000000" pitchFamily="2" charset="2"/>
              <a:buChar char="ü"/>
            </a:pPr>
            <a:r>
              <a:rPr lang="zh-CN" altLang="en-US" dirty="0" smtClean="0"/>
              <a:t>打印或输出语句</a:t>
            </a:r>
            <a:endParaRPr lang="en-US" altLang="zh-CN" dirty="0" smtClean="0"/>
          </a:p>
          <a:p>
            <a:pPr lvl="2">
              <a:buFont typeface="Wingdings" panose="05000000000000000000" pitchFamily="2" charset="2"/>
              <a:buChar char="ü"/>
            </a:pPr>
            <a:r>
              <a:rPr lang="en-US" altLang="zh-CN" dirty="0"/>
              <a:t> </a:t>
            </a:r>
            <a:r>
              <a:rPr lang="zh-CN" altLang="en-US" dirty="0" smtClean="0"/>
              <a:t>试探法</a:t>
            </a:r>
            <a:r>
              <a:rPr lang="en-US" altLang="zh-CN" dirty="0" smtClean="0"/>
              <a:t>        </a:t>
            </a:r>
            <a:endParaRPr lang="zh-CN" altLang="en-US" dirty="0"/>
          </a:p>
        </p:txBody>
      </p:sp>
      <p:sp>
        <p:nvSpPr>
          <p:cNvPr id="4" name="日期占位符 3"/>
          <p:cNvSpPr>
            <a:spLocks noGrp="1"/>
          </p:cNvSpPr>
          <p:nvPr>
            <p:ph type="dt" sz="half" idx="10"/>
          </p:nvPr>
        </p:nvSpPr>
        <p:spPr/>
        <p:txBody>
          <a:bodyPr/>
          <a:lstStyle/>
          <a:p>
            <a:fld id="{64B1D364-6C38-4CD4-8608-E3D5230AD458}"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686800" cy="5721499"/>
          </a:xfrm>
        </p:spPr>
        <p:txBody>
          <a:bodyPr/>
          <a:lstStyle/>
          <a:p>
            <a:pPr marL="0" indent="0">
              <a:buNone/>
            </a:pPr>
            <a:r>
              <a:rPr lang="en-US" altLang="zh-CN" dirty="0" smtClean="0"/>
              <a:t>2) </a:t>
            </a:r>
            <a:r>
              <a:rPr lang="zh-CN" altLang="en-US" dirty="0" smtClean="0"/>
              <a:t>回溯法</a:t>
            </a:r>
            <a:endParaRPr lang="en-US" altLang="zh-CN" dirty="0" smtClean="0"/>
          </a:p>
          <a:p>
            <a:pPr lvl="1">
              <a:buFont typeface="Arial" panose="020B0604020202020204" pitchFamily="34" charset="0"/>
              <a:buChar char="•"/>
            </a:pPr>
            <a:r>
              <a:rPr lang="zh-CN" altLang="en-US" dirty="0" smtClean="0"/>
              <a:t>由症状</a:t>
            </a:r>
            <a:r>
              <a:rPr lang="en-US" altLang="zh-CN" dirty="0" smtClean="0"/>
              <a:t>(symptom)/</a:t>
            </a:r>
            <a:r>
              <a:rPr lang="zh-CN" altLang="en-US" smtClean="0"/>
              <a:t>错误最先</a:t>
            </a:r>
            <a:r>
              <a:rPr lang="zh-CN" altLang="en-US" dirty="0" smtClean="0"/>
              <a:t>出现的地方，沿</a:t>
            </a:r>
            <a:r>
              <a:rPr lang="en-US" altLang="zh-CN" dirty="0" smtClean="0"/>
              <a:t>control flow</a:t>
            </a:r>
            <a:r>
              <a:rPr lang="zh-CN" altLang="en-US" dirty="0" smtClean="0"/>
              <a:t>向回检查；</a:t>
            </a:r>
            <a:endParaRPr lang="en-US" altLang="zh-CN" dirty="0" smtClean="0"/>
          </a:p>
          <a:p>
            <a:pPr lvl="1">
              <a:buFont typeface="Arial" panose="020B0604020202020204" pitchFamily="34" charset="0"/>
              <a:buChar char="•"/>
            </a:pPr>
            <a:r>
              <a:rPr lang="zh-CN" altLang="en-US" dirty="0" smtClean="0"/>
              <a:t>适用于小型程序。</a:t>
            </a:r>
            <a:endParaRPr lang="en-US" altLang="zh-CN" dirty="0"/>
          </a:p>
          <a:p>
            <a:pPr marL="514350" indent="-514350">
              <a:buAutoNum type="arabicParenR" startAt="3"/>
            </a:pPr>
            <a:r>
              <a:rPr lang="zh-CN" altLang="en-US" dirty="0" smtClean="0"/>
              <a:t>原因排除法</a:t>
            </a:r>
            <a:endParaRPr lang="en-US" altLang="zh-CN" dirty="0" smtClean="0"/>
          </a:p>
          <a:p>
            <a:pPr lvl="1"/>
            <a:r>
              <a:rPr lang="en-US" altLang="zh-CN" dirty="0"/>
              <a:t> </a:t>
            </a:r>
            <a:r>
              <a:rPr lang="zh-CN" altLang="en-US" dirty="0" smtClean="0"/>
              <a:t>包括对分查找法、归纳法与演绎法。</a:t>
            </a:r>
            <a:endParaRPr lang="en-US" altLang="zh-CN" dirty="0" smtClean="0"/>
          </a:p>
          <a:p>
            <a:pPr lvl="1"/>
            <a:r>
              <a:rPr lang="en-US" altLang="zh-CN" dirty="0"/>
              <a:t> </a:t>
            </a:r>
            <a:r>
              <a:rPr lang="zh-CN" altLang="en-US" dirty="0" smtClean="0"/>
              <a:t>对分查找法：在关键点插入变量的正确值，然后：</a:t>
            </a:r>
            <a:endParaRPr lang="en-US" altLang="zh-CN" dirty="0" smtClean="0"/>
          </a:p>
          <a:p>
            <a:pPr marL="0" indent="0">
              <a:buNone/>
            </a:pPr>
            <a:r>
              <a:rPr lang="en-US" altLang="zh-CN" dirty="0"/>
              <a:t> </a:t>
            </a:r>
            <a:r>
              <a:rPr lang="en-US" altLang="zh-CN" dirty="0" smtClean="0"/>
              <a:t>      </a:t>
            </a:r>
            <a:endParaRPr lang="zh-CN" altLang="en-US" dirty="0"/>
          </a:p>
        </p:txBody>
      </p: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5656" y="4221088"/>
            <a:ext cx="55626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AC95140A-807D-497F-B022-0B27282C6E0F}"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3625920" y="1498680"/>
              <a:ext cx="5302440" cy="2679840"/>
            </p14:xfrm>
          </p:contentPart>
        </mc:Choice>
        <mc:Fallback xmlns="">
          <p:pic>
            <p:nvPicPr>
              <p:cNvPr id="5" name="墨迹 4"/>
            </p:nvPicPr>
            <p:blipFill>
              <a:blip r:embed="rId3"/>
            </p:blipFill>
            <p:spPr>
              <a:xfrm>
                <a:off x="3625920" y="1498680"/>
                <a:ext cx="5302440" cy="2679840"/>
              </a:xfrm>
              <a:prstGeom prst="rect"/>
            </p:spPr>
          </p:pic>
        </mc:Fallback>
      </mc:AlternateContent>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归纳法</a:t>
            </a:r>
            <a:endParaRPr lang="zh-CN" altLang="en-US" dirty="0"/>
          </a:p>
        </p:txBody>
      </p:sp>
      <p:sp>
        <p:nvSpPr>
          <p:cNvPr id="3" name="内容占位符 2"/>
          <p:cNvSpPr>
            <a:spLocks noGrp="1"/>
          </p:cNvSpPr>
          <p:nvPr>
            <p:ph idx="1"/>
          </p:nvPr>
        </p:nvSpPr>
        <p:spPr>
          <a:xfrm>
            <a:off x="457200" y="1600201"/>
            <a:ext cx="8229600" cy="1468760"/>
          </a:xfrm>
        </p:spPr>
        <p:txBody>
          <a:bodyPr/>
          <a:lstStyle/>
          <a:p>
            <a:r>
              <a:rPr lang="zh-CN" altLang="en-US" dirty="0" smtClean="0"/>
              <a:t>特殊            普通</a:t>
            </a:r>
            <a:endParaRPr lang="en-US" altLang="zh-CN" dirty="0" smtClean="0"/>
          </a:p>
          <a:p>
            <a:r>
              <a:rPr lang="zh-CN" altLang="en-US" dirty="0" smtClean="0"/>
              <a:t>从错误中找出规律，推断根源。</a:t>
            </a:r>
            <a:endParaRPr lang="zh-CN" altLang="en-US" dirty="0"/>
          </a:p>
        </p:txBody>
      </p:sp>
      <p:cxnSp>
        <p:nvCxnSpPr>
          <p:cNvPr id="5" name="直接箭头连接符 4"/>
          <p:cNvCxnSpPr/>
          <p:nvPr/>
        </p:nvCxnSpPr>
        <p:spPr>
          <a:xfrm>
            <a:off x="1907704" y="1916832"/>
            <a:ext cx="7200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2852936"/>
            <a:ext cx="6984776" cy="3769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FF353219-3419-4A83-8AD3-BE4E8F813095}"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演绎法</a:t>
            </a:r>
            <a:endParaRPr lang="zh-CN" altLang="en-US" dirty="0"/>
          </a:p>
        </p:txBody>
      </p:sp>
      <p:sp>
        <p:nvSpPr>
          <p:cNvPr id="4" name="内容占位符 2"/>
          <p:cNvSpPr>
            <a:spLocks noGrp="1"/>
          </p:cNvSpPr>
          <p:nvPr>
            <p:ph idx="1"/>
          </p:nvPr>
        </p:nvSpPr>
        <p:spPr>
          <a:xfrm>
            <a:off x="457200" y="1600201"/>
            <a:ext cx="8686800" cy="1468760"/>
          </a:xfrm>
        </p:spPr>
        <p:txBody>
          <a:bodyPr>
            <a:normAutofit fontScale="92500"/>
          </a:bodyPr>
          <a:lstStyle/>
          <a:p>
            <a:r>
              <a:rPr lang="zh-CN" altLang="en-US" dirty="0"/>
              <a:t>普通</a:t>
            </a:r>
            <a:r>
              <a:rPr lang="zh-CN" altLang="en-US" dirty="0" smtClean="0"/>
              <a:t>            特殊</a:t>
            </a:r>
            <a:endParaRPr lang="en-US" altLang="zh-CN" dirty="0" smtClean="0"/>
          </a:p>
          <a:p>
            <a:r>
              <a:rPr lang="zh-CN" altLang="en-US" dirty="0" smtClean="0"/>
              <a:t>从假设中逐步排除、精化，从而推导出错误根源。</a:t>
            </a:r>
            <a:endParaRPr lang="zh-CN" altLang="en-US" dirty="0"/>
          </a:p>
        </p:txBody>
      </p:sp>
      <p:cxnSp>
        <p:nvCxnSpPr>
          <p:cNvPr id="5" name="直接箭头连接符 4"/>
          <p:cNvCxnSpPr/>
          <p:nvPr/>
        </p:nvCxnSpPr>
        <p:spPr>
          <a:xfrm>
            <a:off x="1907704" y="1916832"/>
            <a:ext cx="7200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1401" y="2989458"/>
            <a:ext cx="7839075" cy="309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39BCEA21-A69E-4A76-B318-3C61F7DCA66E}"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7.9 </a:t>
            </a:r>
            <a:r>
              <a:rPr lang="zh-CN" altLang="en-US" dirty="0" smtClean="0"/>
              <a:t>软件可靠性 </a:t>
            </a:r>
            <a:r>
              <a:rPr lang="en-US" altLang="zh-CN" dirty="0" smtClean="0"/>
              <a:t>(Reliability)</a:t>
            </a:r>
            <a:endParaRPr lang="zh-CN" altLang="en-US" dirty="0"/>
          </a:p>
        </p:txBody>
      </p:sp>
      <p:sp>
        <p:nvSpPr>
          <p:cNvPr id="3" name="内容占位符 2"/>
          <p:cNvSpPr>
            <a:spLocks noGrp="1"/>
          </p:cNvSpPr>
          <p:nvPr>
            <p:ph idx="1"/>
          </p:nvPr>
        </p:nvSpPr>
        <p:spPr>
          <a:xfrm>
            <a:off x="457200" y="1600200"/>
            <a:ext cx="8579296" cy="4525963"/>
          </a:xfrm>
        </p:spPr>
        <p:txBody>
          <a:bodyPr/>
          <a:lstStyle/>
          <a:p>
            <a:pPr marL="0" indent="0">
              <a:buNone/>
            </a:pPr>
            <a:r>
              <a:rPr lang="en-US" altLang="zh-CN" dirty="0" smtClean="0"/>
              <a:t>7.9.1 </a:t>
            </a:r>
            <a:r>
              <a:rPr lang="zh-CN" altLang="en-US" dirty="0" smtClean="0"/>
              <a:t>基本概念</a:t>
            </a:r>
            <a:endParaRPr lang="en-US" altLang="zh-CN" dirty="0" smtClean="0"/>
          </a:p>
          <a:p>
            <a:r>
              <a:rPr lang="zh-CN" altLang="en-US" dirty="0" smtClean="0">
                <a:solidFill>
                  <a:srgbClr val="0000FF"/>
                </a:solidFill>
              </a:rPr>
              <a:t>可靠性</a:t>
            </a:r>
            <a:r>
              <a:rPr lang="en-US" altLang="zh-CN" dirty="0" smtClean="0">
                <a:solidFill>
                  <a:srgbClr val="0000FF"/>
                </a:solidFill>
              </a:rPr>
              <a:t>(Reliability)</a:t>
            </a:r>
            <a:r>
              <a:rPr lang="en-US" altLang="zh-CN" dirty="0" smtClean="0"/>
              <a:t>: </a:t>
            </a:r>
            <a:r>
              <a:rPr lang="zh-CN" altLang="en-US" dirty="0" smtClean="0"/>
              <a:t>程序在给定的</a:t>
            </a:r>
            <a:r>
              <a:rPr lang="zh-CN" altLang="en-US" dirty="0" smtClean="0">
                <a:solidFill>
                  <a:srgbClr val="0000FF"/>
                </a:solidFill>
              </a:rPr>
              <a:t>时间间隔内</a:t>
            </a:r>
            <a:r>
              <a:rPr lang="zh-CN" altLang="en-US" dirty="0" smtClean="0"/>
              <a:t>，按照规格说明书的规定，成功地运行的概率。</a:t>
            </a:r>
            <a:endParaRPr lang="en-US" altLang="zh-CN" dirty="0" smtClean="0"/>
          </a:p>
          <a:p>
            <a:endParaRPr lang="en-US" altLang="zh-CN" dirty="0"/>
          </a:p>
          <a:p>
            <a:r>
              <a:rPr lang="zh-CN" altLang="en-US" dirty="0" smtClean="0">
                <a:solidFill>
                  <a:srgbClr val="0000FF"/>
                </a:solidFill>
              </a:rPr>
              <a:t>可用性</a:t>
            </a:r>
            <a:r>
              <a:rPr lang="en-US" altLang="zh-CN" dirty="0" smtClean="0">
                <a:solidFill>
                  <a:srgbClr val="0000FF"/>
                </a:solidFill>
              </a:rPr>
              <a:t>(Usability)</a:t>
            </a:r>
            <a:r>
              <a:rPr lang="en-US" altLang="zh-CN" dirty="0" smtClean="0"/>
              <a:t>: </a:t>
            </a:r>
            <a:r>
              <a:rPr lang="zh-CN" altLang="en-US" dirty="0" smtClean="0"/>
              <a:t>程序在给定的</a:t>
            </a:r>
            <a:r>
              <a:rPr lang="zh-CN" altLang="en-US" dirty="0" smtClean="0">
                <a:solidFill>
                  <a:srgbClr val="0000FF"/>
                </a:solidFill>
              </a:rPr>
              <a:t>时间点</a:t>
            </a:r>
            <a:r>
              <a:rPr lang="zh-CN" altLang="en-US" dirty="0" smtClean="0"/>
              <a:t>，按照规格说明书的规定，成功地运行的概率。</a:t>
            </a:r>
            <a:endParaRPr lang="en-US" altLang="zh-CN" dirty="0"/>
          </a:p>
        </p:txBody>
      </p:sp>
      <p:sp>
        <p:nvSpPr>
          <p:cNvPr id="4" name="日期占位符 3"/>
          <p:cNvSpPr>
            <a:spLocks noGrp="1"/>
          </p:cNvSpPr>
          <p:nvPr>
            <p:ph type="dt" sz="half" idx="10"/>
          </p:nvPr>
        </p:nvSpPr>
        <p:spPr/>
        <p:txBody>
          <a:bodyPr/>
          <a:lstStyle/>
          <a:p>
            <a:fld id="{03D93406-664C-451C-8C49-D72CEA0FC3C6}"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0264"/>
            <a:ext cx="8229600" cy="1143000"/>
          </a:xfrm>
        </p:spPr>
        <p:txBody>
          <a:bodyPr/>
          <a:lstStyle/>
          <a:p>
            <a:r>
              <a:rPr lang="zh-CN" altLang="en-US" dirty="0" smtClean="0"/>
              <a:t>系统的</a:t>
            </a:r>
            <a:r>
              <a:rPr lang="zh-CN" altLang="en-US" dirty="0" smtClean="0">
                <a:solidFill>
                  <a:srgbClr val="0000FF"/>
                </a:solidFill>
              </a:rPr>
              <a:t>稳态可用性</a:t>
            </a:r>
            <a:endParaRPr lang="zh-CN" altLang="en-US" dirty="0">
              <a:solidFill>
                <a:srgbClr val="0000FF"/>
              </a:solidFill>
            </a:endParaRPr>
          </a:p>
        </p:txBody>
      </p:sp>
      <p:sp>
        <p:nvSpPr>
          <p:cNvPr id="3" name="内容占位符 2"/>
          <p:cNvSpPr>
            <a:spLocks noGrp="1"/>
          </p:cNvSpPr>
          <p:nvPr>
            <p:ph idx="1"/>
          </p:nvPr>
        </p:nvSpPr>
        <p:spPr>
          <a:xfrm>
            <a:off x="467544" y="5435159"/>
            <a:ext cx="8229600" cy="1401019"/>
          </a:xfrm>
        </p:spPr>
        <p:txBody>
          <a:bodyPr>
            <a:normAutofit lnSpcReduction="10000"/>
          </a:bodyPr>
          <a:lstStyle/>
          <a:p>
            <a:r>
              <a:rPr lang="en-US" altLang="zh-CN" sz="2800" dirty="0" smtClean="0"/>
              <a:t>MTTF(Mean Time To Failure): </a:t>
            </a:r>
            <a:r>
              <a:rPr lang="zh-CN" altLang="en-US" sz="2800" dirty="0" smtClean="0"/>
              <a:t>平均无故障时间</a:t>
            </a:r>
            <a:endParaRPr lang="en-US" altLang="zh-CN" sz="2800" dirty="0" smtClean="0"/>
          </a:p>
          <a:p>
            <a:r>
              <a:rPr lang="en-US" altLang="zh-CN" sz="2800" dirty="0" smtClean="0"/>
              <a:t>MTTR(Mean Time To Repair): </a:t>
            </a:r>
            <a:r>
              <a:rPr lang="zh-CN" altLang="en-US" sz="2800" dirty="0" smtClean="0"/>
              <a:t>平均维修（或修复）时间</a:t>
            </a:r>
            <a:endParaRPr lang="zh-CN" altLang="en-US" sz="2800" dirty="0"/>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1" y="806260"/>
            <a:ext cx="6768752" cy="4638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478EA0A5-1F3C-4C51-B26A-CCF93412DCC8}"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533520" y="1123920"/>
              <a:ext cx="2038680" cy="4045320"/>
            </p14:xfrm>
          </p:contentPart>
        </mc:Choice>
        <mc:Fallback xmlns="">
          <p:pic>
            <p:nvPicPr>
              <p:cNvPr id="5" name="墨迹 4"/>
            </p:nvPicPr>
            <p:blipFill>
              <a:blip r:embed="rId3"/>
            </p:blipFill>
            <p:spPr>
              <a:xfrm>
                <a:off x="533520" y="1123920"/>
                <a:ext cx="2038680" cy="4045320"/>
              </a:xfrm>
              <a:prstGeom prst="rect"/>
            </p:spPr>
          </p:pic>
        </mc:Fallback>
      </mc:AlternateContent>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7.9.2 </a:t>
            </a:r>
            <a:r>
              <a:rPr lang="zh-CN" altLang="en-US" dirty="0" smtClean="0"/>
              <a:t>估算</a:t>
            </a:r>
            <a:r>
              <a:rPr lang="en-US" altLang="zh-CN" dirty="0" smtClean="0"/>
              <a:t>MTTF </a:t>
            </a:r>
            <a:r>
              <a:rPr lang="zh-CN" altLang="en-US" dirty="0" smtClean="0"/>
              <a:t>（平均无故障时间）</a:t>
            </a:r>
            <a:endParaRPr lang="zh-CN" altLang="en-US" dirty="0"/>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600" y="1438273"/>
            <a:ext cx="3535288" cy="3574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628800"/>
            <a:ext cx="5630978" cy="4440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BA999968-D11A-4A00-9956-76CE316931C8}" type="datetime11">
              <a:rPr lang="zh-CN" altLang="en-US" smtClean="0"/>
            </a:fld>
            <a:endParaRPr lang="zh-CN" altLang="en-US"/>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4108320" y="2324160"/>
              <a:ext cx="2210400" cy="32040"/>
            </p14:xfrm>
          </p:contentPart>
        </mc:Choice>
        <mc:Fallback xmlns="">
          <p:pic>
            <p:nvPicPr>
              <p:cNvPr id="4" name="墨迹 3"/>
            </p:nvPicPr>
            <p:blipFill>
              <a:blip r:embed="rId4"/>
            </p:blipFill>
            <p:spPr>
              <a:xfrm>
                <a:off x="4108320" y="2324160"/>
                <a:ext cx="2210400" cy="32040"/>
              </a:xfrm>
              <a:prstGeom prst="rect"/>
            </p:spPr>
          </p:pic>
        </mc:Fallback>
      </mc:AlternateContent>
      <p:sp>
        <p:nvSpPr>
          <p:cNvPr id="7" name="TextBox 6"/>
          <p:cNvSpPr txBox="1"/>
          <p:nvPr/>
        </p:nvSpPr>
        <p:spPr>
          <a:xfrm>
            <a:off x="7236296" y="3573016"/>
            <a:ext cx="1656184" cy="923330"/>
          </a:xfrm>
          <a:prstGeom prst="rect">
            <a:avLst/>
          </a:prstGeom>
          <a:noFill/>
        </p:spPr>
        <p:txBody>
          <a:bodyPr wrap="square" rtlCol="0">
            <a:spAutoFit/>
          </a:bodyPr>
          <a:lstStyle/>
          <a:p>
            <a:r>
              <a:rPr lang="zh-CN" altLang="en-US" dirty="0" smtClean="0">
                <a:solidFill>
                  <a:srgbClr val="0000FF"/>
                </a:solidFill>
              </a:rPr>
              <a:t>发现的每个错误都立即改正了。</a:t>
            </a:r>
            <a:endParaRPr lang="zh-CN" altLang="en-US" dirty="0">
              <a:solidFill>
                <a:srgbClr val="0000FF"/>
              </a:solidFill>
            </a:endParaRPr>
          </a:p>
        </p:txBody>
      </p:sp>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3600360" y="2921040"/>
              <a:ext cx="654480" cy="2159280"/>
            </p14:xfrm>
          </p:contentPart>
        </mc:Choice>
        <mc:Fallback xmlns="">
          <p:pic>
            <p:nvPicPr>
              <p:cNvPr id="6" name="墨迹 5"/>
            </p:nvPicPr>
            <p:blipFill>
              <a:blip r:embed="rId6"/>
            </p:blipFill>
            <p:spPr>
              <a:xfrm>
                <a:off x="3600360" y="2921040"/>
                <a:ext cx="654480" cy="2159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4203720" y="3009960"/>
              <a:ext cx="3130920" cy="89280"/>
            </p14:xfrm>
          </p:contentPart>
        </mc:Choice>
        <mc:Fallback xmlns="">
          <p:pic>
            <p:nvPicPr>
              <p:cNvPr id="8" name="墨迹 7"/>
            </p:nvPicPr>
            <p:blipFill>
              <a:blip r:embed="rId8"/>
            </p:blipFill>
            <p:spPr>
              <a:xfrm>
                <a:off x="4203720" y="3009960"/>
                <a:ext cx="3130920" cy="89280"/>
              </a:xfrm>
              <a:prstGeom prst="rect"/>
            </p:spPr>
          </p:pic>
        </mc:Fallback>
      </mc:AlternateContent>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7576" y="1706712"/>
            <a:ext cx="6799035" cy="5151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D038964E-E94D-4703-AB0F-4E1C7E73DB3F}" type="datetime11">
              <a:rPr lang="zh-CN" altLang="en-US" smtClean="0"/>
            </a:fld>
            <a:endParaRPr lang="zh-CN" altLang="en-US"/>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764704"/>
            <a:ext cx="3076575"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6132349" y="1538222"/>
              <a:ext cx="756000" cy="756000"/>
            </p14:xfrm>
          </p:contentPart>
        </mc:Choice>
        <mc:Fallback xmlns="">
          <p:pic>
            <p:nvPicPr>
              <p:cNvPr id="4" name="墨迹 3"/>
            </p:nvPicPr>
            <p:blipFill>
              <a:blip r:embed="rId4"/>
            </p:blipFill>
            <p:spPr>
              <a:xfrm>
                <a:off x="6132349" y="1538222"/>
                <a:ext cx="756000" cy="756000"/>
              </a:xfrm>
              <a:prstGeom prst="rect"/>
            </p:spPr>
          </p:pic>
        </mc:Fallback>
      </mc:AlternateContent>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2796"/>
            <a:ext cx="3635896" cy="3402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50760" y="120600"/>
              <a:ext cx="3791160" cy="3397680"/>
            </p14:xfrm>
          </p:contentPart>
        </mc:Choice>
        <mc:Fallback xmlns="">
          <p:pic>
            <p:nvPicPr>
              <p:cNvPr id="5" name="墨迹 4"/>
            </p:nvPicPr>
            <p:blipFill>
              <a:blip r:embed="rId7"/>
            </p:blipFill>
            <p:spPr>
              <a:xfrm>
                <a:off x="-50760" y="120600"/>
                <a:ext cx="3791160" cy="3397680"/>
              </a:xfrm>
              <a:prstGeom prst="rect"/>
            </p:spPr>
          </p:pic>
        </mc:Fallback>
      </mc:AlternateContent>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936" y="709613"/>
            <a:ext cx="8372475" cy="543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01ACC5E0-CB30-4899-B9C6-167CCC01AF28}"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577800" y="2114640"/>
              <a:ext cx="7398000" cy="686160"/>
            </p14:xfrm>
          </p:contentPart>
        </mc:Choice>
        <mc:Fallback xmlns="">
          <p:pic>
            <p:nvPicPr>
              <p:cNvPr id="3" name="墨迹 2"/>
            </p:nvPicPr>
            <p:blipFill>
              <a:blip r:embed="rId3"/>
            </p:blipFill>
            <p:spPr>
              <a:xfrm>
                <a:off x="577800" y="2114640"/>
                <a:ext cx="7398000" cy="686160"/>
              </a:xfrm>
              <a:prstGeom prst="rect"/>
            </p:spPr>
          </p:pic>
        </mc:Fallback>
      </mc:AlternateContent>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688" y="400050"/>
            <a:ext cx="8810625" cy="605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60F138E5-4415-4E7D-9BCE-82495AC5956A}"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590400" y="3174840"/>
              <a:ext cx="7855560" cy="572040"/>
            </p14:xfrm>
          </p:contentPart>
        </mc:Choice>
        <mc:Fallback xmlns="">
          <p:pic>
            <p:nvPicPr>
              <p:cNvPr id="3" name="墨迹 2"/>
            </p:nvPicPr>
            <p:blipFill>
              <a:blip r:embed="rId3"/>
            </p:blipFill>
            <p:spPr>
              <a:xfrm>
                <a:off x="590400" y="3174840"/>
                <a:ext cx="7855560" cy="57204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2863800" y="1689120"/>
              <a:ext cx="3708720" cy="527400"/>
            </p14:xfrm>
          </p:contentPart>
        </mc:Choice>
        <mc:Fallback xmlns="">
          <p:pic>
            <p:nvPicPr>
              <p:cNvPr id="4" name="墨迹 3"/>
            </p:nvPicPr>
            <p:blipFill>
              <a:blip r:embed="rId5"/>
            </p:blipFill>
            <p:spPr>
              <a:xfrm>
                <a:off x="2863800" y="1689120"/>
                <a:ext cx="3708720" cy="5274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1416240" y="6489720"/>
              <a:ext cx="3333960" cy="63720"/>
            </p14:xfrm>
          </p:contentPart>
        </mc:Choice>
        <mc:Fallback xmlns="">
          <p:pic>
            <p:nvPicPr>
              <p:cNvPr id="5" name="墨迹 4"/>
            </p:nvPicPr>
            <p:blipFill>
              <a:blip r:embed="rId7"/>
            </p:blipFill>
            <p:spPr>
              <a:xfrm>
                <a:off x="1416240" y="6489720"/>
                <a:ext cx="3333960" cy="63720"/>
              </a:xfrm>
              <a:prstGeom prst="rect"/>
            </p:spPr>
          </p:pic>
        </mc:Fallback>
      </mc:AlternateContent>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本章小结</a:t>
            </a: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
        <p:nvSpPr>
          <p:cNvPr id="5" name="内容占位符 2"/>
          <p:cNvSpPr>
            <a:spLocks noGrp="1"/>
          </p:cNvSpPr>
          <p:nvPr>
            <p:ph idx="1"/>
          </p:nvPr>
        </p:nvSpPr>
        <p:spPr/>
        <p:txBody>
          <a:bodyPr>
            <a:normAutofit fontScale="92500" lnSpcReduction="20000"/>
          </a:bodyPr>
          <a:lstStyle/>
          <a:p>
            <a:r>
              <a:rPr lang="zh-CN" altLang="en-US" dirty="0" smtClean="0"/>
              <a:t>编码</a:t>
            </a:r>
            <a:endParaRPr lang="en-US" altLang="zh-CN" dirty="0" smtClean="0"/>
          </a:p>
          <a:p>
            <a:r>
              <a:rPr lang="zh-CN" altLang="en-US" dirty="0" smtClean="0"/>
              <a:t>软件测试基础</a:t>
            </a:r>
            <a:endParaRPr lang="en-US" altLang="zh-CN" dirty="0" smtClean="0"/>
          </a:p>
          <a:p>
            <a:r>
              <a:rPr lang="zh-CN" altLang="en-US" dirty="0" smtClean="0"/>
              <a:t>单元测试</a:t>
            </a:r>
            <a:endParaRPr lang="en-US" altLang="zh-CN" dirty="0" smtClean="0"/>
          </a:p>
          <a:p>
            <a:r>
              <a:rPr lang="zh-CN" altLang="en-US" dirty="0" smtClean="0"/>
              <a:t>集成测试</a:t>
            </a:r>
            <a:endParaRPr lang="en-US" altLang="zh-CN" dirty="0" smtClean="0"/>
          </a:p>
          <a:p>
            <a:r>
              <a:rPr lang="zh-CN" altLang="en-US" dirty="0" smtClean="0"/>
              <a:t>确认测试</a:t>
            </a:r>
            <a:endParaRPr lang="en-US" altLang="zh-CN" dirty="0" smtClean="0"/>
          </a:p>
          <a:p>
            <a:r>
              <a:rPr lang="zh-CN" altLang="en-US" dirty="0">
                <a:solidFill>
                  <a:srgbClr val="0000FF"/>
                </a:solidFill>
              </a:rPr>
              <a:t>白盒</a:t>
            </a:r>
            <a:r>
              <a:rPr lang="zh-CN" altLang="en-US" dirty="0" smtClean="0">
                <a:solidFill>
                  <a:srgbClr val="0000FF"/>
                </a:solidFill>
              </a:rPr>
              <a:t>测试技术</a:t>
            </a:r>
            <a:endParaRPr lang="en-US" altLang="zh-CN" dirty="0" smtClean="0">
              <a:solidFill>
                <a:srgbClr val="0000FF"/>
              </a:solidFill>
            </a:endParaRPr>
          </a:p>
          <a:p>
            <a:r>
              <a:rPr lang="zh-CN" altLang="en-US" dirty="0" smtClean="0">
                <a:solidFill>
                  <a:srgbClr val="0000FF"/>
                </a:solidFill>
              </a:rPr>
              <a:t>黑盒</a:t>
            </a:r>
            <a:r>
              <a:rPr lang="zh-CN" altLang="en-US" dirty="0">
                <a:solidFill>
                  <a:srgbClr val="0000FF"/>
                </a:solidFill>
              </a:rPr>
              <a:t>测试技术</a:t>
            </a:r>
            <a:endParaRPr lang="zh-CN" altLang="en-US" dirty="0">
              <a:solidFill>
                <a:srgbClr val="0000FF"/>
              </a:solidFill>
            </a:endParaRPr>
          </a:p>
          <a:p>
            <a:r>
              <a:rPr lang="zh-CN" altLang="en-US" dirty="0" smtClean="0"/>
              <a:t>调试</a:t>
            </a:r>
            <a:endParaRPr lang="en-US" altLang="zh-CN" dirty="0" smtClean="0"/>
          </a:p>
          <a:p>
            <a:r>
              <a:rPr lang="zh-CN" altLang="en-US" dirty="0" smtClean="0"/>
              <a:t>软件可靠性</a:t>
            </a:r>
            <a:endParaRPr lang="zh-CN" altLang="en-US" dirty="0"/>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133200" y="1301760"/>
              <a:ext cx="6687000" cy="4509000"/>
            </p14:xfrm>
          </p:contentPart>
        </mc:Choice>
        <mc:Fallback xmlns="">
          <p:pic>
            <p:nvPicPr>
              <p:cNvPr id="6" name="墨迹 5"/>
            </p:nvPicPr>
            <p:blipFill>
              <a:blip r:embed="rId2"/>
            </p:blipFill>
            <p:spPr>
              <a:xfrm>
                <a:off x="133200" y="1301760"/>
                <a:ext cx="6687000" cy="4509000"/>
              </a:xfrm>
              <a:prstGeom prst="rect"/>
            </p:spPr>
          </p:pic>
        </mc:Fallback>
      </mc:AlternateContent>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随</a:t>
            </a:r>
            <a:r>
              <a:rPr lang="zh-CN" altLang="en-US" dirty="0" smtClean="0"/>
              <a:t>堂练习 （</a:t>
            </a:r>
            <a:r>
              <a:rPr lang="en-US" altLang="zh-CN" dirty="0" smtClean="0">
                <a:solidFill>
                  <a:srgbClr val="FF0000"/>
                </a:solidFill>
              </a:rPr>
              <a:t>10 minutes</a:t>
            </a:r>
            <a:r>
              <a:rPr lang="zh-CN" altLang="en-US" dirty="0" smtClean="0"/>
              <a:t>）</a:t>
            </a:r>
            <a:endParaRPr lang="zh-CN" altLang="en-US" dirty="0"/>
          </a:p>
        </p:txBody>
      </p:sp>
      <p:sp>
        <p:nvSpPr>
          <p:cNvPr id="3" name="内容占位符 2"/>
          <p:cNvSpPr>
            <a:spLocks noGrp="1"/>
          </p:cNvSpPr>
          <p:nvPr>
            <p:ph idx="1"/>
          </p:nvPr>
        </p:nvSpPr>
        <p:spPr>
          <a:xfrm>
            <a:off x="457200" y="1340769"/>
            <a:ext cx="3466728" cy="2448272"/>
          </a:xfrm>
        </p:spPr>
        <p:txBody>
          <a:bodyPr>
            <a:normAutofit/>
          </a:bodyPr>
          <a:lstStyle/>
          <a:p>
            <a:pPr marL="0" indent="0">
              <a:buNone/>
            </a:pPr>
            <a:r>
              <a:rPr lang="zh-CN" altLang="en-US" sz="2800" dirty="0" smtClean="0"/>
              <a:t>画出右边伪码的</a:t>
            </a:r>
            <a:r>
              <a:rPr lang="zh-CN" altLang="en-US" sz="2800" dirty="0" smtClean="0">
                <a:solidFill>
                  <a:srgbClr val="0000FF"/>
                </a:solidFill>
              </a:rPr>
              <a:t>程序流程图</a:t>
            </a:r>
            <a:r>
              <a:rPr lang="zh-CN" altLang="en-US" sz="2800" dirty="0" smtClean="0"/>
              <a:t>，并设计</a:t>
            </a:r>
            <a:r>
              <a:rPr lang="zh-CN" altLang="en-US" sz="2800" dirty="0" smtClean="0">
                <a:solidFill>
                  <a:srgbClr val="0000FF"/>
                </a:solidFill>
              </a:rPr>
              <a:t>语句覆盖与路径覆盖</a:t>
            </a:r>
            <a:r>
              <a:rPr lang="zh-CN" altLang="en-US" sz="2800" dirty="0" smtClean="0"/>
              <a:t>的测试用例。</a:t>
            </a:r>
            <a:endParaRPr lang="zh-CN" altLang="en-US" sz="2800" dirty="0"/>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68820" y="1340769"/>
            <a:ext cx="1895467"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half" idx="10"/>
          </p:nvPr>
        </p:nvSpPr>
        <p:spPr/>
        <p:txBody>
          <a:bodyPr/>
          <a:lstStyle/>
          <a:p>
            <a:fld id="{C910E68D-7081-4924-BF6B-DAFC40A15D0C}"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39952" y="908720"/>
            <a:ext cx="4320480" cy="5400600"/>
          </a:xfrm>
        </p:spPr>
        <p:txBody>
          <a:bodyPr>
            <a:normAutofit/>
          </a:bodyPr>
          <a:lstStyle/>
          <a:p>
            <a:r>
              <a:rPr lang="zh-CN" altLang="en-US" sz="2400" b="1" dirty="0" smtClean="0"/>
              <a:t>语句覆盖</a:t>
            </a:r>
            <a:endParaRPr lang="en-US" altLang="zh-CN" sz="2400" b="1" dirty="0" smtClean="0"/>
          </a:p>
          <a:p>
            <a:pPr marL="514350" indent="-514350">
              <a:buFont typeface="+mj-ea"/>
              <a:buAutoNum type="circleNumDbPlain"/>
            </a:pPr>
            <a:r>
              <a:rPr lang="en-US" altLang="zh-CN" sz="2400" dirty="0" smtClean="0"/>
              <a:t>A=10, B=15, C=20 (TTT)</a:t>
            </a:r>
            <a:endParaRPr lang="en-US" altLang="zh-CN" sz="2400" dirty="0" smtClean="0"/>
          </a:p>
          <a:p>
            <a:pPr marL="514350" indent="-514350">
              <a:buFont typeface="+mj-ea"/>
              <a:buAutoNum type="circleNumDbPlain"/>
            </a:pPr>
            <a:r>
              <a:rPr lang="en-US" altLang="zh-CN" sz="2400" dirty="0" smtClean="0"/>
              <a:t>A=0, B=5, C=10</a:t>
            </a:r>
            <a:r>
              <a:rPr lang="en-US" altLang="zh-CN" sz="2400" dirty="0"/>
              <a:t> </a:t>
            </a:r>
            <a:r>
              <a:rPr lang="en-US" altLang="zh-CN" sz="2400" dirty="0" smtClean="0"/>
              <a:t>(FFF)    </a:t>
            </a:r>
            <a:endParaRPr lang="en-US" altLang="zh-CN" sz="2400" dirty="0" smtClean="0"/>
          </a:p>
          <a:p>
            <a:r>
              <a:rPr lang="zh-CN" altLang="en-US" sz="2400" b="1" dirty="0" smtClean="0"/>
              <a:t>路径覆盖 </a:t>
            </a:r>
            <a:r>
              <a:rPr lang="zh-CN" altLang="en-US" sz="2400" dirty="0" smtClean="0"/>
              <a:t>（</a:t>
            </a:r>
            <a:r>
              <a:rPr lang="en-US" altLang="zh-CN" sz="2400" dirty="0" smtClean="0"/>
              <a:t>2</a:t>
            </a:r>
            <a:r>
              <a:rPr lang="en-US" altLang="zh-CN" sz="2400" baseline="30000" dirty="0" smtClean="0"/>
              <a:t>3</a:t>
            </a:r>
            <a:r>
              <a:rPr lang="en-US" altLang="zh-CN" sz="2400" dirty="0" smtClean="0"/>
              <a:t>=8</a:t>
            </a:r>
            <a:r>
              <a:rPr lang="zh-CN" altLang="en-US" sz="2400" dirty="0" smtClean="0"/>
              <a:t>个路径）</a:t>
            </a:r>
            <a:endParaRPr lang="en-US" altLang="zh-CN" sz="2400" dirty="0" smtClean="0"/>
          </a:p>
          <a:p>
            <a:pPr marL="514350" indent="-514350">
              <a:buFont typeface="+mj-ea"/>
              <a:buAutoNum type="circleNumDbPlain"/>
            </a:pPr>
            <a:r>
              <a:rPr lang="en-US" altLang="zh-CN" sz="2400" dirty="0"/>
              <a:t>A=0, B=5, C=10 (FFF)    </a:t>
            </a:r>
            <a:endParaRPr lang="en-US" altLang="zh-CN" sz="2400" dirty="0"/>
          </a:p>
          <a:p>
            <a:pPr marL="514350" indent="-514350">
              <a:buFont typeface="+mj-ea"/>
              <a:buAutoNum type="circleNumDbPlain"/>
            </a:pPr>
            <a:r>
              <a:rPr lang="en-US" altLang="zh-CN" sz="2400" dirty="0"/>
              <a:t>A=0, B=5, </a:t>
            </a:r>
            <a:r>
              <a:rPr lang="en-US" altLang="zh-CN" sz="2400" dirty="0" smtClean="0"/>
              <a:t>C=20 </a:t>
            </a:r>
            <a:r>
              <a:rPr lang="en-US" altLang="zh-CN" sz="2400" dirty="0"/>
              <a:t>(</a:t>
            </a:r>
            <a:r>
              <a:rPr lang="en-US" altLang="zh-CN" sz="2400" dirty="0" smtClean="0"/>
              <a:t>FFT) </a:t>
            </a:r>
            <a:endParaRPr lang="en-US" altLang="zh-CN" sz="2400" dirty="0" smtClean="0"/>
          </a:p>
          <a:p>
            <a:pPr marL="514350" indent="-514350">
              <a:buFont typeface="+mj-ea"/>
              <a:buAutoNum type="circleNumDbPlain"/>
            </a:pPr>
            <a:r>
              <a:rPr lang="en-US" altLang="zh-CN" sz="2400" dirty="0" smtClean="0"/>
              <a:t>A=0</a:t>
            </a:r>
            <a:r>
              <a:rPr lang="en-US" altLang="zh-CN" sz="2400" dirty="0"/>
              <a:t>, </a:t>
            </a:r>
            <a:r>
              <a:rPr lang="en-US" altLang="zh-CN" sz="2400" dirty="0" smtClean="0"/>
              <a:t>B=15</a:t>
            </a:r>
            <a:r>
              <a:rPr lang="en-US" altLang="zh-CN" sz="2400" dirty="0"/>
              <a:t>, </a:t>
            </a:r>
            <a:r>
              <a:rPr lang="en-US" altLang="zh-CN" sz="2400" dirty="0" smtClean="0"/>
              <a:t>C=10 </a:t>
            </a:r>
            <a:r>
              <a:rPr lang="en-US" altLang="zh-CN" sz="2400" dirty="0"/>
              <a:t>(</a:t>
            </a:r>
            <a:r>
              <a:rPr lang="en-US" altLang="zh-CN" sz="2400" dirty="0" smtClean="0"/>
              <a:t>FTF) </a:t>
            </a:r>
            <a:endParaRPr lang="en-US" altLang="zh-CN" sz="2400" dirty="0"/>
          </a:p>
          <a:p>
            <a:pPr marL="514350" indent="-514350">
              <a:buFont typeface="+mj-ea"/>
              <a:buAutoNum type="circleNumDbPlain"/>
            </a:pPr>
            <a:r>
              <a:rPr lang="en-US" altLang="zh-CN" sz="2400" dirty="0"/>
              <a:t>A=0, B=15, </a:t>
            </a:r>
            <a:r>
              <a:rPr lang="en-US" altLang="zh-CN" sz="2400" dirty="0" smtClean="0"/>
              <a:t>C=20 </a:t>
            </a:r>
            <a:r>
              <a:rPr lang="en-US" altLang="zh-CN" sz="2400" dirty="0"/>
              <a:t>(</a:t>
            </a:r>
            <a:r>
              <a:rPr lang="en-US" altLang="zh-CN" sz="2400" dirty="0" smtClean="0"/>
              <a:t>FTT) </a:t>
            </a:r>
            <a:endParaRPr lang="en-US" altLang="zh-CN" sz="2400" dirty="0"/>
          </a:p>
          <a:p>
            <a:pPr marL="514350" indent="-514350">
              <a:buFont typeface="+mj-ea"/>
              <a:buAutoNum type="circleNumDbPlain"/>
            </a:pPr>
            <a:r>
              <a:rPr lang="en-US" altLang="zh-CN" sz="2400" dirty="0" smtClean="0"/>
              <a:t>A=10</a:t>
            </a:r>
            <a:r>
              <a:rPr lang="en-US" altLang="zh-CN" sz="2400" dirty="0"/>
              <a:t>, B=5, C=10 </a:t>
            </a:r>
            <a:r>
              <a:rPr lang="en-US" altLang="zh-CN" sz="2400" dirty="0" smtClean="0"/>
              <a:t>(TFF</a:t>
            </a:r>
            <a:r>
              <a:rPr lang="en-US" altLang="zh-CN" sz="2400" dirty="0"/>
              <a:t>)    </a:t>
            </a:r>
            <a:endParaRPr lang="en-US" altLang="zh-CN" sz="2400" dirty="0"/>
          </a:p>
          <a:p>
            <a:pPr marL="514350" indent="-514350">
              <a:buFont typeface="+mj-ea"/>
              <a:buAutoNum type="circleNumDbPlain"/>
            </a:pPr>
            <a:r>
              <a:rPr lang="en-US" altLang="zh-CN" sz="2400" dirty="0"/>
              <a:t>A=10, </a:t>
            </a:r>
            <a:r>
              <a:rPr lang="en-US" altLang="zh-CN" sz="2400" dirty="0" smtClean="0"/>
              <a:t>B=5</a:t>
            </a:r>
            <a:r>
              <a:rPr lang="en-US" altLang="zh-CN" sz="2400" dirty="0"/>
              <a:t>, C=20 (</a:t>
            </a:r>
            <a:r>
              <a:rPr lang="en-US" altLang="zh-CN" sz="2400" dirty="0" smtClean="0"/>
              <a:t>TFT</a:t>
            </a:r>
            <a:r>
              <a:rPr lang="en-US" altLang="zh-CN" sz="2400" dirty="0"/>
              <a:t>)</a:t>
            </a:r>
            <a:endParaRPr lang="en-US" altLang="zh-CN" sz="2400" dirty="0"/>
          </a:p>
          <a:p>
            <a:pPr marL="514350" indent="-514350">
              <a:buFont typeface="+mj-ea"/>
              <a:buAutoNum type="circleNumDbPlain"/>
            </a:pPr>
            <a:r>
              <a:rPr lang="en-US" altLang="zh-CN" sz="2400" dirty="0"/>
              <a:t>A=10, B=15, </a:t>
            </a:r>
            <a:r>
              <a:rPr lang="en-US" altLang="zh-CN" sz="2400" dirty="0" smtClean="0"/>
              <a:t>C=10 </a:t>
            </a:r>
            <a:r>
              <a:rPr lang="en-US" altLang="zh-CN" sz="2400" dirty="0"/>
              <a:t>(</a:t>
            </a:r>
            <a:r>
              <a:rPr lang="en-US" altLang="zh-CN" sz="2400" dirty="0" smtClean="0"/>
              <a:t>TTF)</a:t>
            </a:r>
            <a:endParaRPr lang="en-US" altLang="zh-CN" sz="2400" dirty="0"/>
          </a:p>
          <a:p>
            <a:pPr marL="514350" indent="-514350">
              <a:buFont typeface="+mj-ea"/>
              <a:buAutoNum type="circleNumDbPlain"/>
            </a:pPr>
            <a:r>
              <a:rPr lang="en-US" altLang="zh-CN" sz="2400" dirty="0"/>
              <a:t>A=10, B=15, C=20 (TTT</a:t>
            </a:r>
            <a:r>
              <a:rPr lang="en-US" altLang="zh-CN" sz="2400" dirty="0" smtClean="0"/>
              <a:t>) </a:t>
            </a:r>
            <a:endParaRPr lang="en-US" altLang="zh-CN" sz="2400" dirty="0"/>
          </a:p>
          <a:p>
            <a:pPr marL="514350" indent="-514350">
              <a:buFont typeface="+mj-ea"/>
              <a:buAutoNum type="circleNumDbPlain"/>
            </a:pPr>
            <a:endParaRPr lang="zh-CN" altLang="en-US" sz="24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528" y="34389"/>
            <a:ext cx="2705100" cy="643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EEE179D8-CEE7-4112-880C-993CB2BE9D98}" type="datetime11">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p:cTn id="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
                                            <p:txEl>
                                              <p:pRg st="3" end="3"/>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p:cTn id="12"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14" dur="500"/>
                                        <p:tgtEl>
                                          <p:spTgt spid="3">
                                            <p:txEl>
                                              <p:pRg st="4" end="4"/>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p:cTn id="1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9" dur="500"/>
                                        <p:tgtEl>
                                          <p:spTgt spid="3">
                                            <p:txEl>
                                              <p:pRg st="5" end="5"/>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 calcmode="lin" valueType="num">
                                      <p:cBhvr>
                                        <p:cTn id="22"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24" dur="500"/>
                                        <p:tgtEl>
                                          <p:spTgt spid="3">
                                            <p:txEl>
                                              <p:pRg st="6" end="6"/>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p:cTn id="27"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29" dur="500"/>
                                        <p:tgtEl>
                                          <p:spTgt spid="3">
                                            <p:txEl>
                                              <p:pRg st="7" end="7"/>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 calcmode="lin" valueType="num">
                                      <p:cBhvr>
                                        <p:cTn id="32"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4" dur="500"/>
                                        <p:tgtEl>
                                          <p:spTgt spid="3">
                                            <p:txEl>
                                              <p:pRg st="8" end="8"/>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p:cTn id="37"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39" dur="500"/>
                                        <p:tgtEl>
                                          <p:spTgt spid="3">
                                            <p:txEl>
                                              <p:pRg st="9" end="9"/>
                                            </p:txEl>
                                          </p:spTgt>
                                        </p:tgtEl>
                                      </p:cBhvr>
                                    </p:animEffect>
                                  </p:childTnLst>
                                </p:cTn>
                              </p:par>
                              <p:par>
                                <p:cTn id="40" presetID="53" presetClass="entr" presetSubtype="16"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 calcmode="lin" valueType="num">
                                      <p:cBhvr>
                                        <p:cTn id="42"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44" dur="500"/>
                                        <p:tgtEl>
                                          <p:spTgt spid="3">
                                            <p:txEl>
                                              <p:pRg st="10" end="10"/>
                                            </p:txEl>
                                          </p:spTgt>
                                        </p:tgtEl>
                                      </p:cBhvr>
                                    </p:animEffect>
                                  </p:childTnLst>
                                </p:cTn>
                              </p:par>
                              <p:par>
                                <p:cTn id="45" presetID="53" presetClass="entr" presetSubtype="16"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p:cTn id="47"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4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随堂练习 </a:t>
            </a:r>
            <a:r>
              <a:rPr lang="en-US" altLang="zh-CN" dirty="0" smtClean="0"/>
              <a:t>(</a:t>
            </a:r>
            <a:r>
              <a:rPr lang="en-US" altLang="zh-CN" dirty="0" smtClean="0">
                <a:solidFill>
                  <a:srgbClr val="FF0000"/>
                </a:solidFill>
              </a:rPr>
              <a:t>10 minutes</a:t>
            </a:r>
            <a:r>
              <a:rPr lang="en-US" altLang="zh-CN" dirty="0" smtClean="0"/>
              <a:t>)</a:t>
            </a:r>
            <a:endParaRPr lang="zh-CN" altLang="en-US" dirty="0"/>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772816"/>
            <a:ext cx="7344816" cy="2980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56C481F-B573-4CC3-B9BB-16CAF3BF4EBD}"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2019600" y="4273560"/>
              <a:ext cx="5975640" cy="552960"/>
            </p14:xfrm>
          </p:contentPart>
        </mc:Choice>
        <mc:Fallback xmlns="">
          <p:pic>
            <p:nvPicPr>
              <p:cNvPr id="4" name="墨迹 3"/>
            </p:nvPicPr>
            <p:blipFill>
              <a:blip r:embed="rId3"/>
            </p:blipFill>
            <p:spPr>
              <a:xfrm>
                <a:off x="2019600" y="4273560"/>
                <a:ext cx="5975640" cy="552960"/>
              </a:xfrm>
              <a:prstGeom prst="rect"/>
            </p:spPr>
          </p:pic>
        </mc:Fallback>
      </mc:AlternateContent>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等价划分（分类）法解题步骤</a:t>
            </a:r>
            <a:endParaRPr lang="zh-CN" altLang="en-US" dirty="0"/>
          </a:p>
        </p:txBody>
      </p:sp>
      <p:sp>
        <p:nvSpPr>
          <p:cNvPr id="3" name="内容占位符 2"/>
          <p:cNvSpPr>
            <a:spLocks noGrp="1"/>
          </p:cNvSpPr>
          <p:nvPr>
            <p:ph idx="1"/>
          </p:nvPr>
        </p:nvSpPr>
        <p:spPr>
          <a:xfrm>
            <a:off x="457200" y="1600200"/>
            <a:ext cx="8413750" cy="4526280"/>
          </a:xfrm>
        </p:spPr>
        <p:txBody>
          <a:bodyPr/>
          <a:lstStyle/>
          <a:p>
            <a:pPr marL="514350" indent="-514350">
              <a:buFont typeface="+mj-lt"/>
              <a:buAutoNum type="arabicPeriod"/>
            </a:pPr>
            <a:r>
              <a:rPr lang="zh-CN" altLang="en-US" dirty="0" smtClean="0"/>
              <a:t>设计有效等价类与无效等价类 （</a:t>
            </a:r>
            <a:r>
              <a:rPr lang="zh-CN" altLang="en-US" u="sng" dirty="0" smtClean="0">
                <a:highlight>
                  <a:srgbClr val="FFFF00"/>
                </a:highlight>
              </a:rPr>
              <a:t>强烈</a:t>
            </a:r>
            <a:r>
              <a:rPr lang="zh-CN" altLang="en-US" u="sng" dirty="0" smtClean="0">
                <a:highlight>
                  <a:srgbClr val="FFFF00"/>
                </a:highlight>
              </a:rPr>
              <a:t>建议使用表格，并将每一类编号</a:t>
            </a:r>
            <a:r>
              <a:rPr lang="zh-CN" altLang="en-US" dirty="0" smtClean="0"/>
              <a:t>）；</a:t>
            </a:r>
            <a:endParaRPr lang="en-US" altLang="zh-CN" dirty="0" smtClean="0"/>
          </a:p>
          <a:p>
            <a:pPr marL="514350" indent="-514350">
              <a:buFont typeface="+mj-lt"/>
              <a:buAutoNum type="arabicPeriod"/>
            </a:pPr>
            <a:r>
              <a:rPr lang="zh-CN" altLang="en-US" dirty="0" smtClean="0"/>
              <a:t>给出有效等价类的测试用例（注明对应的编号）；</a:t>
            </a:r>
            <a:endParaRPr lang="en-US" altLang="zh-CN" dirty="0" smtClean="0"/>
          </a:p>
          <a:p>
            <a:pPr marL="514350" indent="-514350">
              <a:buFont typeface="+mj-lt"/>
              <a:buAutoNum type="arabicPeriod"/>
            </a:pPr>
            <a:r>
              <a:rPr lang="zh-CN" altLang="en-US" dirty="0" smtClean="0"/>
              <a:t>无效</a:t>
            </a:r>
            <a:r>
              <a:rPr lang="zh-CN" altLang="en-US" dirty="0"/>
              <a:t>等价类的</a:t>
            </a:r>
            <a:r>
              <a:rPr lang="zh-CN" altLang="en-US" dirty="0" smtClean="0"/>
              <a:t>测试用例</a:t>
            </a:r>
            <a:r>
              <a:rPr lang="zh-CN" altLang="en-US" dirty="0"/>
              <a:t>（注明对应的编号）。</a:t>
            </a:r>
            <a:endParaRPr lang="en-US" altLang="zh-CN"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9450" y="1484784"/>
            <a:ext cx="7582619" cy="3606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DAAE6A77-4D6F-4B1E-9CA7-2C417CB83635}"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4667400" y="2451240"/>
              <a:ext cx="3556440" cy="2489400"/>
            </p14:xfrm>
          </p:contentPart>
        </mc:Choice>
        <mc:Fallback xmlns="">
          <p:pic>
            <p:nvPicPr>
              <p:cNvPr id="4" name="墨迹 3"/>
            </p:nvPicPr>
            <p:blipFill>
              <a:blip r:embed="rId3"/>
            </p:blipFill>
            <p:spPr>
              <a:xfrm>
                <a:off x="4667400" y="2451240"/>
                <a:ext cx="3556440" cy="2489400"/>
              </a:xfrm>
              <a:prstGeom prst="rect"/>
            </p:spPr>
          </p:pic>
        </mc:Fallback>
      </mc:AlternateContent>
      <p:sp>
        <p:nvSpPr>
          <p:cNvPr id="5" name="TextBox 4"/>
          <p:cNvSpPr txBox="1"/>
          <p:nvPr/>
        </p:nvSpPr>
        <p:spPr>
          <a:xfrm>
            <a:off x="467544" y="476672"/>
            <a:ext cx="8208912" cy="584775"/>
          </a:xfrm>
          <a:prstGeom prst="rect">
            <a:avLst/>
          </a:prstGeom>
          <a:noFill/>
        </p:spPr>
        <p:txBody>
          <a:bodyPr wrap="square" rtlCol="0">
            <a:spAutoFit/>
          </a:bodyPr>
          <a:lstStyle/>
          <a:p>
            <a:r>
              <a:rPr lang="zh-CN" altLang="en-US" sz="3200" dirty="0" smtClean="0"/>
              <a:t>（</a:t>
            </a:r>
            <a:r>
              <a:rPr lang="en-US" altLang="zh-CN" sz="3200" dirty="0" smtClean="0"/>
              <a:t>1</a:t>
            </a:r>
            <a:r>
              <a:rPr lang="zh-CN" altLang="en-US" sz="3200" dirty="0" smtClean="0"/>
              <a:t>）</a:t>
            </a:r>
            <a:r>
              <a:rPr lang="zh-CN" altLang="en-US" sz="3200" dirty="0"/>
              <a:t>有效等价类与</a:t>
            </a:r>
            <a:r>
              <a:rPr lang="zh-CN" altLang="en-US" sz="3200" dirty="0" smtClean="0"/>
              <a:t>无效等价类</a:t>
            </a:r>
            <a:endParaRPr lang="en-US" altLang="zh-CN" sz="3200"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smtClean="0"/>
              <a:t>2</a:t>
            </a:r>
            <a:r>
              <a:rPr lang="zh-CN" altLang="en-US" dirty="0" smtClean="0"/>
              <a:t>）有效等价类的测试用例</a:t>
            </a:r>
            <a:endParaRPr lang="zh-CN" altLang="en-US" dirty="0"/>
          </a:p>
        </p:txBody>
      </p:sp>
      <p:sp>
        <p:nvSpPr>
          <p:cNvPr id="3" name="内容占位符 2"/>
          <p:cNvSpPr>
            <a:spLocks noGrp="1"/>
          </p:cNvSpPr>
          <p:nvPr>
            <p:ph idx="1"/>
          </p:nvPr>
        </p:nvSpPr>
        <p:spPr/>
        <p:txBody>
          <a:bodyPr/>
          <a:lstStyle/>
          <a:p>
            <a:pPr marL="514350" indent="-514350">
              <a:buFont typeface="+mj-ea"/>
              <a:buAutoNum type="circleNumDbPlain"/>
            </a:pPr>
            <a:r>
              <a:rPr lang="en-US" altLang="zh-CN" dirty="0" smtClean="0"/>
              <a:t>a=6, b=7, c=8</a:t>
            </a:r>
            <a:endParaRPr lang="en-US" altLang="zh-CN" dirty="0" smtClean="0"/>
          </a:p>
          <a:p>
            <a:pPr marL="514350" indent="-514350">
              <a:buFont typeface="+mj-ea"/>
              <a:buAutoNum type="circleNumDbPlain"/>
            </a:pPr>
            <a:r>
              <a:rPr lang="en-US" altLang="zh-CN" dirty="0" smtClean="0"/>
              <a:t>a=3, b=4, c=5</a:t>
            </a:r>
            <a:endParaRPr lang="en-US" altLang="zh-CN" dirty="0" smtClean="0"/>
          </a:p>
          <a:p>
            <a:pPr marL="514350" indent="-514350">
              <a:buFont typeface="+mj-ea"/>
              <a:buAutoNum type="circleNumDbPlain"/>
            </a:pPr>
            <a:r>
              <a:rPr lang="en-US" altLang="zh-CN" dirty="0" smtClean="0"/>
              <a:t>a=3, b=3, c=4</a:t>
            </a:r>
            <a:endParaRPr lang="en-US" altLang="zh-CN" dirty="0" smtClean="0"/>
          </a:p>
          <a:p>
            <a:pPr marL="514350" indent="-514350">
              <a:buFont typeface="+mj-ea"/>
              <a:buAutoNum type="circleNumDbPlain"/>
            </a:pPr>
            <a:r>
              <a:rPr lang="en-US" altLang="zh-CN" dirty="0"/>
              <a:t>a=6, </a:t>
            </a:r>
            <a:r>
              <a:rPr lang="en-US" altLang="zh-CN" dirty="0" smtClean="0"/>
              <a:t>b=6, c=6</a:t>
            </a:r>
            <a:endParaRPr lang="en-US" altLang="zh-CN" dirty="0"/>
          </a:p>
          <a:p>
            <a:pPr marL="514350" indent="-514350">
              <a:buFont typeface="+mj-ea"/>
              <a:buAutoNum type="circleNumDbPlain"/>
            </a:pPr>
            <a:endParaRPr lang="en-US" altLang="zh-CN" dirty="0" smtClean="0"/>
          </a:p>
          <a:p>
            <a:pPr marL="514350" indent="-514350">
              <a:buFont typeface="+mj-ea"/>
              <a:buAutoNum type="circleNumDbPlain"/>
            </a:pPr>
            <a:endParaRPr lang="en-US" altLang="zh-CN" dirty="0"/>
          </a:p>
          <a:p>
            <a:pPr marL="514350" indent="-514350">
              <a:buFont typeface="+mj-ea"/>
              <a:buAutoNum type="circleNumDbPlain"/>
            </a:pPr>
            <a:endParaRPr lang="en-US" altLang="zh-CN" dirty="0"/>
          </a:p>
          <a:p>
            <a:pPr marL="514350" indent="-514350">
              <a:buFont typeface="+mj-ea"/>
              <a:buAutoNum type="circleNumDbPlain"/>
            </a:pPr>
            <a:endParaRPr lang="en-US" altLang="zh-CN" dirty="0" smtClean="0"/>
          </a:p>
          <a:p>
            <a:pPr marL="514350" indent="-514350">
              <a:buFont typeface="+mj-ea"/>
              <a:buAutoNum type="circleNumDbPlain"/>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a:t>
            </a:r>
            <a:r>
              <a:rPr lang="en-US" altLang="zh-CN" dirty="0"/>
              <a:t>3</a:t>
            </a:r>
            <a:r>
              <a:rPr lang="zh-CN" altLang="en-US" dirty="0" smtClean="0"/>
              <a:t>）</a:t>
            </a:r>
            <a:r>
              <a:rPr lang="zh-CN" altLang="en-US" dirty="0"/>
              <a:t>无效</a:t>
            </a:r>
            <a:r>
              <a:rPr lang="zh-CN" altLang="en-US" dirty="0" smtClean="0"/>
              <a:t>等价类的测试用例</a:t>
            </a:r>
            <a:endParaRPr lang="zh-CN" altLang="en-US" dirty="0"/>
          </a:p>
        </p:txBody>
      </p:sp>
      <p:sp>
        <p:nvSpPr>
          <p:cNvPr id="3" name="内容占位符 2"/>
          <p:cNvSpPr>
            <a:spLocks noGrp="1"/>
          </p:cNvSpPr>
          <p:nvPr>
            <p:ph idx="1"/>
          </p:nvPr>
        </p:nvSpPr>
        <p:spPr/>
        <p:txBody>
          <a:bodyPr/>
          <a:lstStyle/>
          <a:p>
            <a:pPr marL="514350" indent="-514350">
              <a:buFont typeface="+mj-ea"/>
              <a:buAutoNum type="circleNumDbPlain" startAt="5"/>
            </a:pPr>
            <a:r>
              <a:rPr lang="en-US" altLang="zh-CN" dirty="0" smtClean="0"/>
              <a:t>a=6, b=7, c=15</a:t>
            </a:r>
            <a:endParaRPr lang="en-US" altLang="zh-CN" dirty="0" smtClean="0"/>
          </a:p>
          <a:p>
            <a:pPr marL="514350" indent="-514350">
              <a:buFont typeface="+mj-ea"/>
              <a:buAutoNum type="circleNumDbPlain" startAt="5"/>
            </a:pPr>
            <a:r>
              <a:rPr lang="en-US" altLang="zh-CN" dirty="0" smtClean="0"/>
              <a:t>a=3, b=4, c=6</a:t>
            </a:r>
            <a:endParaRPr lang="en-US" altLang="zh-CN" dirty="0" smtClean="0"/>
          </a:p>
          <a:p>
            <a:pPr marL="514350" indent="-514350">
              <a:buFont typeface="+mj-ea"/>
              <a:buAutoNum type="circleNumDbPlain" startAt="5"/>
            </a:pPr>
            <a:r>
              <a:rPr lang="en-US" altLang="zh-CN" dirty="0" smtClean="0"/>
              <a:t>a=3, b=5, c=7</a:t>
            </a:r>
            <a:endParaRPr lang="en-US" altLang="zh-CN" dirty="0" smtClean="0"/>
          </a:p>
          <a:p>
            <a:pPr marL="514350" indent="-514350">
              <a:buFont typeface="+mj-ea"/>
              <a:buAutoNum type="circleNumDbPlain" startAt="5"/>
            </a:pPr>
            <a:r>
              <a:rPr lang="en-US" altLang="zh-CN" dirty="0"/>
              <a:t>a=6, </a:t>
            </a:r>
            <a:r>
              <a:rPr lang="en-US" altLang="zh-CN" dirty="0" smtClean="0"/>
              <a:t>b=6, c=7</a:t>
            </a:r>
            <a:endParaRPr lang="en-US" altLang="zh-CN" dirty="0"/>
          </a:p>
          <a:p>
            <a:pPr marL="514350" indent="-514350">
              <a:buFont typeface="+mj-ea"/>
              <a:buAutoNum type="circleNumDbPlain" startAt="5"/>
            </a:pPr>
            <a:endParaRPr lang="en-US" altLang="zh-CN" dirty="0" smtClean="0"/>
          </a:p>
          <a:p>
            <a:pPr marL="514350" indent="-514350">
              <a:buFont typeface="+mj-ea"/>
              <a:buAutoNum type="circleNumDbPlain" startAt="5"/>
            </a:pPr>
            <a:endParaRPr lang="en-US" altLang="zh-CN" dirty="0"/>
          </a:p>
          <a:p>
            <a:pPr marL="514350" indent="-514350">
              <a:buFont typeface="+mj-ea"/>
              <a:buAutoNum type="circleNumDbPlain" startAt="5"/>
            </a:pPr>
            <a:endParaRPr lang="en-US" altLang="zh-CN" dirty="0"/>
          </a:p>
          <a:p>
            <a:pPr marL="514350" indent="-514350">
              <a:buFont typeface="+mj-ea"/>
              <a:buAutoNum type="circleNumDbPlain" startAt="5"/>
            </a:pPr>
            <a:endParaRPr lang="en-US" altLang="zh-CN" dirty="0" smtClean="0"/>
          </a:p>
          <a:p>
            <a:pPr marL="514350" indent="-514350">
              <a:buFont typeface="+mj-ea"/>
              <a:buAutoNum type="circleNumDbPlain" startAt="5"/>
            </a:pPr>
            <a:endParaRPr lang="zh-CN" altLang="en-US" dirty="0"/>
          </a:p>
        </p:txBody>
      </p:sp>
      <p:sp>
        <p:nvSpPr>
          <p:cNvPr id="4" name="日期占位符 3"/>
          <p:cNvSpPr>
            <a:spLocks noGrp="1"/>
          </p:cNvSpPr>
          <p:nvPr>
            <p:ph type="dt" sz="half" idx="10"/>
          </p:nvPr>
        </p:nvSpPr>
        <p:spPr/>
        <p:txBody>
          <a:bodyPr/>
          <a:lstStyle/>
          <a:p>
            <a:fld id="{1E5C888E-D020-4FDB-A1E6-06CBCE604824}" type="datetime11">
              <a:rPr lang="zh-CN" altLang="en-US" smtClean="0"/>
            </a:fld>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WRkYWM2NTk3YTg3N2JkZWYxNzVkMWE0MDlhMjU5MD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10142</Words>
  <Application>WPS 演示</Application>
  <PresentationFormat>全屏显示(4:3)</PresentationFormat>
  <Paragraphs>1078</Paragraphs>
  <Slides>128</Slides>
  <Notes>14</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128</vt:i4>
      </vt:variant>
    </vt:vector>
  </HeadingPairs>
  <TitlesOfParts>
    <vt:vector size="138" baseType="lpstr">
      <vt:lpstr>Arial</vt:lpstr>
      <vt:lpstr>宋体</vt:lpstr>
      <vt:lpstr>Wingdings</vt:lpstr>
      <vt:lpstr>Times New Roman</vt:lpstr>
      <vt:lpstr>Calibri</vt:lpstr>
      <vt:lpstr>微软雅黑</vt:lpstr>
      <vt:lpstr>Arial Unicode MS</vt:lpstr>
      <vt:lpstr>Office 主题</vt:lpstr>
      <vt:lpstr>自定义设计方案</vt:lpstr>
      <vt:lpstr>1_自定义设计方案</vt:lpstr>
      <vt:lpstr>Revisiting what we learned last time</vt:lpstr>
      <vt:lpstr>PowerPoint 演示文稿</vt:lpstr>
      <vt:lpstr>PowerPoint 演示文稿</vt:lpstr>
      <vt:lpstr>（1）顺序结构</vt:lpstr>
      <vt:lpstr>（2）选择结构</vt:lpstr>
      <vt:lpstr>（3）重复结构</vt:lpstr>
      <vt:lpstr>第7章 实现</vt:lpstr>
      <vt:lpstr>PowerPoint 演示文稿</vt:lpstr>
      <vt:lpstr>概述</vt:lpstr>
      <vt:lpstr>Outline</vt:lpstr>
      <vt:lpstr>7.1 编码</vt:lpstr>
      <vt:lpstr>选择编程语言的理论标准</vt:lpstr>
      <vt:lpstr>选择编程语言的实用标准</vt:lpstr>
      <vt:lpstr>7.1.2 编码风格</vt:lpstr>
      <vt:lpstr>2）数据说明</vt:lpstr>
      <vt:lpstr>3）语句构造</vt:lpstr>
      <vt:lpstr>4）输入输出</vt:lpstr>
      <vt:lpstr>5）效率</vt:lpstr>
      <vt:lpstr>效率问题的三个方面</vt:lpstr>
      <vt:lpstr>（1）程序运行时间</vt:lpstr>
      <vt:lpstr>（2）存储器效率</vt:lpstr>
      <vt:lpstr>（3）输入输出效率</vt:lpstr>
      <vt:lpstr>编码的几个一般原则</vt:lpstr>
      <vt:lpstr>为什么少用技巧？</vt:lpstr>
      <vt:lpstr>7.2 软件测试基础</vt:lpstr>
      <vt:lpstr>测试的意义和几点说明</vt:lpstr>
      <vt:lpstr>PowerPoint 演示文稿</vt:lpstr>
      <vt:lpstr>7.2.2 软件测试准则</vt:lpstr>
      <vt:lpstr>PowerPoint 演示文稿</vt:lpstr>
      <vt:lpstr>PowerPoint 演示文稿</vt:lpstr>
      <vt:lpstr>关于穷举测试</vt:lpstr>
      <vt:lpstr>PowerPoint 演示文稿</vt:lpstr>
      <vt:lpstr>7.2.3 测试方法</vt:lpstr>
      <vt:lpstr>黑盒测试不可能实现穷举测试</vt:lpstr>
      <vt:lpstr>白盒测试也不可能实现穷举测试</vt:lpstr>
      <vt:lpstr>7.2.4 测试步骤</vt:lpstr>
      <vt:lpstr>（3）系统测试</vt:lpstr>
      <vt:lpstr>（4）验收测试（确认测试）</vt:lpstr>
      <vt:lpstr>（5）平行运行</vt:lpstr>
      <vt:lpstr>7.2.5 测试阶段的信息流</vt:lpstr>
      <vt:lpstr>测试计划 vs 测试方案</vt:lpstr>
      <vt:lpstr>7.3 单元测试</vt:lpstr>
      <vt:lpstr>7.3.1 测试重点</vt:lpstr>
      <vt:lpstr>7.3.2 代码审查</vt:lpstr>
      <vt:lpstr>7.3.3 计算机测试</vt:lpstr>
      <vt:lpstr>对计算机测试的理解</vt:lpstr>
      <vt:lpstr>2-3-5-6章学习的工具 整理完了吗？</vt:lpstr>
      <vt:lpstr>Revisiting what have learned</vt:lpstr>
      <vt:lpstr>计算环形复杂度的例子</vt:lpstr>
      <vt:lpstr>PowerPoint 演示文稿</vt:lpstr>
      <vt:lpstr>随堂练习（讲完本次课内容后进行）</vt:lpstr>
      <vt:lpstr>参考答案</vt:lpstr>
      <vt:lpstr>PowerPoint 演示文稿</vt:lpstr>
      <vt:lpstr>PowerPoint 演示文稿</vt:lpstr>
      <vt:lpstr>PowerPoint 演示文稿</vt:lpstr>
      <vt:lpstr>Outline of this chapter</vt:lpstr>
      <vt:lpstr>7.4 集成测试</vt:lpstr>
      <vt:lpstr>集成测试的实施策略</vt:lpstr>
      <vt:lpstr>非渐增式测试 vs 渐增式测试</vt:lpstr>
      <vt:lpstr>7.4.1 自顶向下集成</vt:lpstr>
      <vt:lpstr>关于驱动程序与存根程序</vt:lpstr>
      <vt:lpstr>模块测试结合顺序</vt:lpstr>
      <vt:lpstr>自顶向下集成的基本过程</vt:lpstr>
      <vt:lpstr>7.4.2 自底向上集成</vt:lpstr>
      <vt:lpstr>自底向上集成的基本过程</vt:lpstr>
      <vt:lpstr>PowerPoint 演示文稿</vt:lpstr>
      <vt:lpstr>7.4.3 不同集成测试策略的比较</vt:lpstr>
      <vt:lpstr>混合集成测试方法</vt:lpstr>
      <vt:lpstr>PowerPoint 演示文稿</vt:lpstr>
      <vt:lpstr>7.4.4 回归测试</vt:lpstr>
      <vt:lpstr>7.5 确认测试（验收测试）</vt:lpstr>
      <vt:lpstr>确认测试的主要特点及内容</vt:lpstr>
      <vt:lpstr>软件配置复查</vt:lpstr>
      <vt:lpstr>Alpha和Beta测试 （了解）</vt:lpstr>
      <vt:lpstr>7.6 白盒测试技术</vt:lpstr>
      <vt:lpstr>7.6.1 逻辑覆盖</vt:lpstr>
      <vt:lpstr>a) 语句覆盖</vt:lpstr>
      <vt:lpstr>被测试模块的流程图及测试用例</vt:lpstr>
      <vt:lpstr>b) 判定覆盖</vt:lpstr>
      <vt:lpstr>随堂练习</vt:lpstr>
      <vt:lpstr>参考答案</vt:lpstr>
      <vt:lpstr>c) 条件覆盖</vt:lpstr>
      <vt:lpstr>PowerPoint 演示文稿</vt:lpstr>
      <vt:lpstr>d) 判定/条件覆盖</vt:lpstr>
      <vt:lpstr>e) 条件组合覆盖</vt:lpstr>
      <vt:lpstr>小结</vt:lpstr>
      <vt:lpstr>Revisiting what we have learned</vt:lpstr>
      <vt:lpstr>PowerPoint 演示文稿</vt:lpstr>
      <vt:lpstr>PowerPoint 演示文稿</vt:lpstr>
      <vt:lpstr>PowerPoint 演示文稿</vt:lpstr>
      <vt:lpstr>f) 点覆盖</vt:lpstr>
      <vt:lpstr>g) 边覆盖</vt:lpstr>
      <vt:lpstr>h)路径覆盖</vt:lpstr>
      <vt:lpstr>各种覆盖之间的强弱关系</vt:lpstr>
      <vt:lpstr>7.6.2 控制结构测试</vt:lpstr>
      <vt:lpstr>7.7 黑盒测试技术</vt:lpstr>
      <vt:lpstr>PowerPoint 演示文稿</vt:lpstr>
      <vt:lpstr>7.7.1 等价划分 (Equivalence Partitioning)</vt:lpstr>
      <vt:lpstr>划分等价类的经验（续）</vt:lpstr>
      <vt:lpstr>PowerPoint 演示文稿</vt:lpstr>
      <vt:lpstr>PowerPoint 演示文稿</vt:lpstr>
      <vt:lpstr>PowerPoint 演示文稿</vt:lpstr>
      <vt:lpstr>PowerPoint 演示文稿</vt:lpstr>
      <vt:lpstr>PowerPoint 演示文稿</vt:lpstr>
      <vt:lpstr>7.7.2 边界值分析  (Boundary Value Analysis)</vt:lpstr>
      <vt:lpstr>7.7.3 错误推测 (Failure Prediction)</vt:lpstr>
      <vt:lpstr>PowerPoint 演示文稿</vt:lpstr>
      <vt:lpstr>7.7.4 实用策略 (Practical Strategies)</vt:lpstr>
      <vt:lpstr>7.8 调试 (Debugging)</vt:lpstr>
      <vt:lpstr>PowerPoint 演示文稿</vt:lpstr>
      <vt:lpstr>调试策略</vt:lpstr>
      <vt:lpstr>PowerPoint 演示文稿</vt:lpstr>
      <vt:lpstr>归纳法</vt:lpstr>
      <vt:lpstr>演绎法</vt:lpstr>
      <vt:lpstr>7.9 软件可靠性 (Reliability)</vt:lpstr>
      <vt:lpstr>系统的稳态可用性</vt:lpstr>
      <vt:lpstr>7.9.2 估算MTTF （平均无故障时间）</vt:lpstr>
      <vt:lpstr>PowerPoint 演示文稿</vt:lpstr>
      <vt:lpstr>PowerPoint 演示文稿</vt:lpstr>
      <vt:lpstr>PowerPoint 演示文稿</vt:lpstr>
      <vt:lpstr>本章小结</vt:lpstr>
      <vt:lpstr>随堂练习 （10 minutes）</vt:lpstr>
      <vt:lpstr>PowerPoint 演示文稿</vt:lpstr>
      <vt:lpstr>随堂练习 (10 minutes)</vt:lpstr>
      <vt:lpstr>等价划分（分类）法解题步骤</vt:lpstr>
      <vt:lpstr>PowerPoint 演示文稿</vt:lpstr>
      <vt:lpstr>（2）有效等价类的测试用例</vt:lpstr>
      <vt:lpstr>（3）无效等价类的测试用例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实现</dc:title>
  <dc:creator>Guohua</dc:creator>
  <cp:lastModifiedBy>LV</cp:lastModifiedBy>
  <cp:revision>1197</cp:revision>
  <cp:lastPrinted>2016-10-26T01:16:00Z</cp:lastPrinted>
  <dcterms:created xsi:type="dcterms:W3CDTF">2016-10-16T07:37:00Z</dcterms:created>
  <dcterms:modified xsi:type="dcterms:W3CDTF">2025-10-27T15:19:15Z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8C7D4EF2C92C4F2899F96ABFEF244553_12</vt:lpwstr>
  </property>
</Properties>
</file>