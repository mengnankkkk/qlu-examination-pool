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2.xml" ContentType="application/inkml+xml"/>
  <Override PartName="/ppt/ink/ink3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sldIdLst>
    <p:sldId id="276" r:id="rId3"/>
    <p:sldId id="279" r:id="rId5"/>
    <p:sldId id="280" r:id="rId6"/>
    <p:sldId id="277" r:id="rId7"/>
    <p:sldId id="278" r:id="rId8"/>
    <p:sldId id="256" r:id="rId9"/>
    <p:sldId id="281" r:id="rId10"/>
    <p:sldId id="257" r:id="rId11"/>
    <p:sldId id="258" r:id="rId12"/>
    <p:sldId id="259" r:id="rId13"/>
    <p:sldId id="260" r:id="rId14"/>
    <p:sldId id="261" r:id="rId15"/>
    <p:sldId id="262" r:id="rId16"/>
    <p:sldId id="266" r:id="rId17"/>
    <p:sldId id="267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9144000" cy="6858000" type="screen4x3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514" autoAdjust="0"/>
  </p:normalViewPr>
  <p:slideViewPr>
    <p:cSldViewPr showGuides="1">
      <p:cViewPr varScale="1">
        <p:scale>
          <a:sx n="59" d="100"/>
          <a:sy n="59" d="100"/>
        </p:scale>
        <p:origin x="-1408" y="-56"/>
      </p:cViewPr>
      <p:guideLst>
        <p:guide orient="horz" pos="2147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gs" Target="tags/tag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0-11-09T00:02: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10283.000 14764.000,'0.000'0.000,"0.000"0.000,18.000 0.000,-18.000 0.000,35.000 0.000,-35.000 0.000,18.000 0.000,-18.000 0.000,35.000 0.000,-35.000 0.000,18.000 0.000,-18.000 0.000,35.000 0.000,1.000 0.000,-1.000 0.000,-18.000 0.000,19.000 0.000,-1.000 0.000,18.000 0.000,0.000 0.000,-36.000 0.000,19.000 0.000,-1.000 0.000,0.000 0.000,-17.000 0.000,17.000 0.000,0.000 0.000,1.000 0.000,-19.000 0.000,36.000 0.000,-17.000 0.000,17.000 0.000,17.000 0.000,-17.000 0.000,18.000 0.000,-19.000 0.000,19.000 0.000,-36.000 0.000,18.000 0.000,-18.000 0.000,1.000 0.000,17.000 0.000,-36.000 0.000,19.000 0.000,17.000 0.000,-1.000 0.000,1.000 0.000,0.000 0.000,18.000 0.000,-18.000 0.000,17.000 0.000,1.000 0.000,-1.000 0.000,-17.000 0.000,18.000 0.000,35.000 0.000,0.000 0.000,-18.000 0.000,35.000 0.000,-17.000 0.000,0.000 0.000,-18.000 0.000,36.000 0.000,-36.000 0.000,-18.000 0.000,18.000 0.000,-17.000 0.000,-18.000 0.000,-18.000 0.000,1.000 0.000,16.000 0.000,1.000 0.000,0.000 0.000,-17.000 0.000,-1.000 0.000,0.000 0.000,18.000 0.000,-35.000 0.000,52.000 0.000,-52.000 0.000,35.000 0.000,0.000 0.000,-18.000 0.000,18.000 0.000,17.000 0.000,19.000 0.000,-19.000 0.000,18.000 0.000,36.000 0.000,-54.000 0.000,54.000 0.000,-18.000 0.000,-18.000 0.000,35.000 0.000,-17.000 0.000,35.000 0.000,-17.000 0.000,-1.000 0.000,1.000 0.000,-36.000 0.000,71.000 0.000,-71.000 0.000,-18.000 0.000,36.000 0.000,-35.000 0.000,-1.000 0.000,19.000 0.000,-19.000 0.000,-17.000-18.000,35.000 0.000,-17.000 18.000,-18.000-35.000,17.000 35.000,18.000 0.000,-17.000 0.000,-18.000-17.000,17.000 17.000,1.000 0.000,-18.000 0.000,18.000-18.000,-19.000 18.000,-16.000 0.000,-1.000-35.000,18.000 35.000,0.000 0.000,-18.000 0.000,18.000-18.000,-18.000 18.000,1.000 0.000,-1.000 0.000,0.000 0.000,0.000 0.000,1.000 0.000,-1.000 0.000,18.000 0.000,0.000 0.000,0.000 0.000,-18.000 0.000,18.000 0.000,-18.000 0.000,0.000 0.000,1.000 0.000,17.000 0.000,-18.000 0.000,-17.000 0.000,17.000 0.000,0.000 0.000,0.000 0.000,-17.000 0.000,35.000 0.000,-18.000 0.000,1.000 0.000,-19.000 0.000,18.000 0.000,1.000 0.000,17.000 0.000,-18.000 0.000,0.000 0.000,0.000 0.000,1.000 0.000,17.000 0.000,17.000 0.000,1.000 0.000,-36.000 0.000,0.000 0.000,1.000 0.000,17.000 0.000,-18.000 0.000,0.000 0.000,-17.000 0.000,35.000 0.000,-36.000 0.000,36.000 0.000,18.000 0.000,-54.000 0.000,19.000 0.000,-19.000 0.000,19.000 0.000,-36.000 0.000,17.000 0.000,18.000 0.000,-35.000 0.000,18.000 0.000,17.000 0.000,-17.000 0.000,17.000 0.000,-17.000 0.000,0.000 0.000,17.000 0.000,-17.000 0.000,-1.000 0.000,18.000 0.000,-35.000 0.000,36.000 0.000,-19.000 0.000,1.000 0.000,17.000 0.000,-17.000 0.000,-18.000 0.000,35.000 0.000,-35.000 0.000,18.000 0.000,-18.000 0.000,35.000 0.000,-17.000 0.000,17.000 0.000,-17.000 0.000,-18.000 0.000,17.000 0.000,1.000 0.000,0.000 0.000,-18.000 0.000,17.000 0.000,1.000 0.000,-1.000 0.000,-17.000 0.000,18.000 0.000,17.000 0.000,-35.000 0.000,18.000 0.000,0.000 0.000,-1.000 0.000,-17.000 0.000,18.000 0.000,0.000 0.000,-1.000 0.000,-17.000 0.000,18.000 0.000,0.000 0.000,-1.000 0.000,-17.000 0.000,18.000 0.000,-1.000 0.000,1.000 0.000</inkml:trace>
  <inkml:trace contextRef="#ctx0" brushRef="#br0">2805.000 16087.000,'0.000'0.000,"0.000"0.000,35.000 0.000,-17.000 0.000,34.000 0.000,-16.000 0.000,34.000 0.000,-34.000 0.000,34.000 0.000,1.000 0.000,34.000 0.000,-16.000 0.000,34.000 0.000,-17.000 0.000,-18.000 0.000,18.000 0.000,0.000 0.000,-18.000 0.000,-17.000 0.000,34.000 0.000,-34.000 0.000,17.000 0.000,0.000 0.000,1.000-36.000,-19.000 36.000,1.000-17.000,-18.000 17.000,0.000 0.000,-18.000 0.000,-35.000 0.000,35.000 0.000,0.000-18.000,1.000 18.000,-19.000 0.000,19.000 0.000,-19.000 0.000,18.000 0.000,-17.000 0.000,0.000 0.000,-1.000 0.000,1.000 0.000,-18.000 0.000,18.000 0.000,-1.000 0.000,1.000 0.000,17.000 0.000,0.000 0.000,-17.000 0.000,17.000 0.000,18.000 0.000,-17.000 0.000,17.000 0.000,-18.000 18.000,-18.000-18.000,36.000 0.000,-35.000 0.000,17.000 0.000,-17.000 0.000,0.000 0.000,17.000 0.000,18.000 0.000,-18.000 0.000,53.000 17.000,-17.000-17.000,35.000 18.000,-53.000-18.000,17.000 18.000,-17.000-18.000,-18.000 17.000,1.000-17.000,16.000 0.000,-34.000 18.000,17.000-18.000,18.000 18.000,-17.000-18.000,52.000 17.000,-18.000-17.000,-17.000 0.000,18.000 18.000,-36.000-18.000,0.000 0.000,1.000 0.000,-19.000 0.000,19.000 0.000,-1.000 0.000,0.000 0.000,0.000 0.000,36.000 0.000,-18.000 0.000,0.000 0.000,0.000 0.000,-18.000 0.000,18.000 0.000,-53.000 0.000,35.000 0.000,18.000 0.000,0.000 0.000,-18.000 0.000,1.000 0.000,34.000 0.000,1.000 0.000,-18.000 0.000,17.000 0.000,-17.000 0.000,35.000 0.000,-35.000 0.000,-18.000 0.000,36.000 0.000,-18.000 0.000,17.000 0.000,-17.000 0.000,18.000 0.000,-18.000 0.000,17.000 0.000,19.000 0.000,-54.000 0.000,71.000 0.000,-36.000 0.000,1.000 0.000,35.000 0.000,-36.000 0.000,1.000 0.000,17.000 0.000,-17.000 0.000,-1.000 0.000,1.000 0.000,34.000 0.000,-34.000 0.000,35.000 0.000,-36.000 0.000,1.000 0.000,0.000 0.000,-19.000 0.000,37.000 0.000,-36.000 0.000,17.000 0.000,1.000 0.000,-18.000 0.000,35.000 0.000,-18.000 0.000,19.000 0.000,-37.000 0.000,19.000 0.000,0.000 0.000,-36.000 0.000,53.000 0.000,-17.000 0.000,-1.000-18.000,1.000 18.000,17.000 0.000,18.000-35.000,-18.000 35.000,-18.000 0.000,-17.000-18.000,18.000 18.000,-18.000-17.000,17.000 17.000,36.000-18.000,-53.000 18.000,18.000 0.000,17.000 0.000,0.000 0.000,-17.000-35.000,17.000 35.000,-18.000 0.000,-17.000-18.000,18.000 18.000,17.000-18.000,-35.000 18.000,0.000-35.000,17.000 35.000,-17.000 0.000,0.000 0.000,0.000 0.000,18.000-17.000,-1.000-1.000,-17.000 18.000,18.000-35.000,-18.000 35.000,0.000 0.000,0.000 0.000,-1.000 0.000,-16.000 0.000,17.000 0.000,0.000 0.000,-1.000 0.000,-16.000 0.000,17.000 0.000,0.000 0.000,-18.000 0.000,0.000 0.000,0.000 0.000,18.000 0.000,-17.000 0.000,-19.000 0.000,19.000 0.000,-1.000 0.000,18.000 0.000,-36.000 0.000,36.000 0.000,-17.000 0.000,-1.000 0.000,18.000 0.000,0.000 0.000,-36.000 0.000,19.000 0.000,-19.000 0.000,1.000 0.000,35.000 0.000,0.000 17.000,-18.000 1.000,0.000 0.000,36.000-1.000,-1.000-17.000,1.000 0.000,-1.000 0.000,19.000 0.000,-19.000 0.000,18.000 0.000,1.000 0.000,-1.000 0.000,35.000 0.000,-52.000 0.000,35.000 0.000,-53.000 0.000,-18.000 0.000,0.000 0.000,0.000 0.000,-17.000 0.000,0.000 0.000,-18.000 0.000,17.000 0.000,1.000 0.000,17.000 35.000,-17.000-17.000,-18.000-18.000,35.000 0.000,0.000 0.000,-17.000 0.000,0.000 0.000,-1.000 0.000,1.000 0.000,0.000 0.000,17.000 0.000,-35.000 0.000,35.000 0.000,18.000 0.000,0.000 0.000,18.000 0.000,-36.000 0.000,0.000 0.000,36.000 0.000,-36.000 0.000,0.000 0.000,18.000 0.000,0.000 0.000,18.000 0.000,-36.000 0.000,35.000 0.000,-17.000 0.000,0.000 0.000,0.000 0.000,-17.000 0.000,16.000 0.000,-52.000 0.000,36.000 0.000,-1.000 0.000,0.000 0.000,-17.000 0.000,17.000 0.000,0.000 0.000,-17.000 0.000,0.000 0.000,17.000 0.000,0.000 0.000,-35.000 0.000,36.000 0.000,-36.000 0.000,17.000 0.000,-17.000 0.000,35.000 0.000,-35.000 0.000,18.000 0.000,-18.000 0.000,18.000 0.000,-1.000 0.000,-17.000 0.000,18.000 0.000,-18.000 0.000,35.000 0.000,-35.000 0.000,18.000 0.000,-18.000 0.000,35.000 0.000,-35.000 0.000,18.000 0.000,-18.000 0.000,35.000 0.000,-17.000-18.000,-1.000 18.000,1.000 0.000,0.000 0.000,-1.000 0.000,1.000 0.000,0.000 0.000,-18.000 0.000,35.000 0.000,-17.000 0.000,-18.000 0.000,17.000-17.000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0-11-09T00:02: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4339.000 7938.000,'0.000'0.000,"0.000"0.000,0.000 17.000,0.000 1.000,0.000-1.000,0.000 1.000,0.000 0.000,0.000-1.000,0.000 1.000,0.000 17.000,0.000-35.000,0.000 18.000,0.000 17.000,0.000 0.000,0.000-17.000,0.000 0.000,0.000 35.000,0.000-18.000,0.000-17.000,0.000 17.000,18.000-35.000,-18.000 17.000,0.000 1.000,0.000 17.000,0.000-17.000,0.000-18.000,0.000 18.000,0.000 17.000,0.000-35.000</inkml:trace>
  <inkml:trace contextRef="#ctx0" brushRef="#br0">10160.000 8043.000,'0.000'0.000,"18.000"0.000,-1.000-17.000,-17.000-1.000,18.000 18.000,0.000-18.000,-1.000 1.000,1.000 17.000,-18.000 0.000,17.000-18.000,1.000 18.000,0.000 0.000,-18.000 0.000,17.000 0.000,1.000 0.000,0.000 0.000,-18.000 0.000,17.000 0.000,19.000 0.000,-19.000 0.000,-17.000 0.000,18.000 0.000,0.000 0.000,-1.000 0.000,-17.000 0.000,18.000 0.000,-18.000 0.000,17.000 0.000,-17.000 0.000,36.000 0.000,-36.000 18.000,35.000-18.000,-35.000 17.000,0.000 1.000,18.000 0.000,-18.000-18.000,0.000 17.000,-18.000 36.000,18.000-53.000,-18.000 36.000,1.000-1.000,17.000-35.000,-18.000 35.000,18.000-35.000,-18.000 18.000,1.000-1.000,17.000 1.000,-18.000-18.000,18.000 18.000,-17.000-18.000,-1.000 0.000,-35.000 17.000,53.000 1.000,-18.000-18.000,18.000 0.000,-17.000 18.000,17.000-18.000,-18.000 0.000,0.000 0.000,18.000 0.000,-17.000 17.000,17.000 1.000,-18.000-18.000,0.000 0.000,18.000 17.000,-17.000-17.000,17.000 0.000,-35.000 0.000,35.000 0.000,-18.000 0.000,18.000 18.000,-18.000 0.000,18.000-18.000,18.000 0.000,0.000 0.000,-18.000 0.000,17.000 0.000,1.000 0.000,-1.000 0.000,19.000 0.000,-19.000 0.000,19.000 0.000,-19.000 0.000,1.000 0.000,0.000 0.000,-1.000 0.000,-17.000 0.000,18.000 0.000,17.000 0.000,-35.000 0.000,35.000 0.000,1.000 0.000,-1.000 0.000,-17.000 0.000,35.000 0.000,-18.000 0.000,0.000 0.000,-35.000 0.000,18.000 0.000</inkml:trace>
  <inkml:trace contextRef="#ctx0" brushRef="#br0">12594.000 9948.000,'0.000'0.000,"0.000"-17.000,0.000 17.000,18.000-18.000,17.000 0.000,-35.000 18.000,18.000 0.000,-18.000 0.000,35.000 0.000,-35.000 0.000,18.000-17.000,-18.000 17.000,35.000 0.000,-35.000 0.000,18.000 0.000,-1.000 17.000,1.000-17.000,-18.000 0.000,17.000 18.000,1.000 0.000,-18.000-1.000,0.000-17.000,0.000 18.000,0.000 0.000,0.000-18.000,0.000 17.000,0.000 1.000,0.000 0.000,0.000-1.000,0.000 1.000,0.000-1.000,0.000 1.000,0.000-18.000,0.000 18.000,0.000-18.000,0.000 17.000,-18.000 1.000,1.000 0.000,-1.000-18.000,18.000 17.000,-17.000 1.000,17.000-18.000,-36.000 18.000,19.000-1.000,-1.000-17.000,-17.000 18.000,17.000-1.000,0.000-17.000,18.000 0.000,0.000 0.000,0.000 0.000,18.000 0.000,0.000 0.000,17.000 0.000,-35.000 0.000,18.000 0.000,-1.000 0.000,1.000 0.000,0.000 0.000,-18.000 0.000,35.000 0.000,-18.000 0.000,1.000 18.000,-18.000-18.000,18.000 18.000,-18.000-1.000,17.000-17.000,1.000 18.000,-18.000-18.000,0.000 18.000,18.000-1.000,-18.000 1.000,0.000-18.000,0.000 18.000,0.000-1.000,0.000 1.000,0.000-18.000,0.000 18.000,0.000-1.000,0.000 1.000,0.000-1.000,0.000 19.000,0.000-19.000,0.000-17.000,0.000 18.000,0.000 0.000,0.000-1.000,0.000-17.000,-18.000 18.000,18.000-18.000,-18.000 18.000,1.000-18.000,-1.000 17.000,18.000-17.000,-18.000 0.000,1.000 0.000,-1.000 18.000,18.000-18.000,-17.000 0.000,-1.000 0.000,-35.000 17.000,35.000-17.000,-35.000 18.000,18.000 0.000,0.000-1.000,35.000-17.000,-18.000 0.000,1.000 0.000,-1.000 0.000,18.000 0.000,-18.000 0.000</inkml:trace>
  <inkml:trace contextRef="#ctx0" brushRef="#br0">16140.000 10336.000,'0.000'0.000,"-18.000"0.000,0.000 0.000,1.000 0.000,-1.000 0.000,18.000 0.000,-18.000 18.000,1.000 0.000,-19.000 17.000,19.000-17.000,17.000-1.000,-18.000 1.000,1.000 0.000,17.000-18.000,-18.000 17.000,0.000-17.000,18.000 18.000,0.000-1.000,-17.000 1.000,17.000-18.000,-18.000 18.000,18.000-1.000,18.000-17.000,17.000 0.000,-17.000 0.000,34.000 0.000,19.000 0.000,-18.000 0.000,18.000 0.000,-36.000 0.000,35.000 0.000,-17.000 0.000,0.000 0.000,53.000 0.000,-53.000-35.000,17.000 17.000,-17.000 18.000,0.000 0.000,-17.000 0.000,-19.000 0.000,19.000 0.000,-36.000 0.000,17.000-17.000,-17.000 17.000</inkml:trace>
  <inkml:trace contextRef="#ctx0" brushRef="#br0">16581.000 10336.000,'-18.000'0.000,"18.000"0.000,-35.000 18.000,35.000 35.000,0.000-35.000,0.000 17.000,0.000-17.000,0.000-18.000,0.000 17.000,0.000 18.000,0.000-35.000,0.000 18.000,0.000 17.000,-36.000-17.000,36.000 17.000,0.000-17.000,0.000 17.000,0.000-17.000,0.000-1.000,0.000 1.000,0.000 0.000,0.000-18.000,0.000 17.000,0.000 1.000,0.000 0.000</inkml:trace>
  <inkml:trace contextRef="#ctx0" brushRef="#br0">15946.000 12153.000,'0.000'0.000,"0.000"0.000,0.000 35.000,0.000-35.000,0.000 18.000,0.000 17.000,0.000-17.000,0.000 0.000,0.000 17.000,0.000-35.000,0.000 35.000,0.000-35.000,0.000 18.000,0.000-18.000,0.000 35.000,0.000-35.000,-18.000 35.000,18.000-17.000,0.000-18.000,0.000 0.000,0.000 0.000,0.000 0.000,18.000 0.000,-1.000 0.000,1.000 0.000,-1.000 0.000,1.000 0.000,0.000 0.000,-18.000 0.000,35.000 0.000,-17.000 0.000,-1.000 0.000,-17.000 0.000,18.000 0.000,-18.000 18.000,0.000-1.000,18.000-17.000,-1.000 18.000,-17.000 17.000,0.000-17.000,0.000 0.000,0.000-18.000,0.000 17.000,0.000 1.000,0.000-1.000,0.000-17.000,0.000 18.000,0.000 0.000,0.000-1.000,0.000-17.000,0.000 18.000,0.000 0.000,-17.000-1.000,-1.000-17.000,18.000 0.000,-35.000 0.000,35.000 18.000,-18.000-18.000,0.000 0.000,1.000 18.000,-19.000-18.000,36.000 0.000,-17.000 0.000,-1.000 0.000,1.000 17.000,17.000-17.000,-18.000 0.000,18.000 0.000,0.000 0.000</inkml:trace>
  <inkml:trace contextRef="#ctx0" brushRef="#br0">15946.000 12259.000,'0.000'0.000,"17.000"-18.000,-17.000 18.000,18.000 0.000,17.000 0.000,0.000 0.000,-17.000-17.000,17.000 17.000,18.000-18.000,-53.000 18.000,18.000 0.000,-18.000 0.000,18.000 0.000,17.000 0.000,-18.000 0.000,1.000-18.000,0.000 18.000,-1.000 0.000,19.000 0.000,-36.000 0.000,17.000 0.000,19.000 0.000,-19.000 0.000,1.000 0.000,17.000 0.000,-35.000 0.000,18.000 0.000,-1.000 0.000,1.000 0.000,-18.000 0.000</inkml:trace>
  <inkml:trace contextRef="#ctx0" brushRef="#br0">7902.000 10495.000,'0.000'0.000,"-17.000"0.000,17.000 0.000,-18.000 35.000,18.000-35.000,-53.000 53.000,53.000-35.000,-18.000-18.000,18.000 35.000,-17.000-17.000,-1.000 0.000,18.000-1.000,-18.000-17.000,1.000 35.000,-1.000-35.000,18.000 18.000,0.000 0.000,-17.000 17.000,17.000 0.000,0.000-35.000,0.000 36.000,-36.000-1.000,36.000-18.000,0.000 19.000,0.000-1.000,-17.000-17.000,17.000-1.000,0.000 1.000,0.000 0.000,0.000 17.000,0.000 0.000,0.000-35.000,0.000 35.000,0.000-17.000,0.000-18.000,0.000 35.000,0.000-35.000,0.000 18.000,0.000-18.000,0.000 35.000,0.000-35.000,0.000 36.000,17.000-19.000,1.000 1.000,-18.000-18.000,18.000 17.000,-18.000-17.000,17.000 0.000,-17.000 0.000,35.000 0.000,-35.000 0.000,18.000 0.000,-18.000 0.000,35.000 0.000,-35.000 0.000,36.000 0.000,-36.000 0.000,17.000-35.000,1.000 35.000,0.000-17.000,-18.000-1.000,0.000 0.000,17.000 1.000,-17.000-1.000,18.000 18.000,-18.000-18.000,0.000 1.000,0.000-1.000,0.000 18.000,0.000-18.000,0.000 1.000,0.000-1.000,0.000 18.000,0.000-17.000,0.000-1.000,18.000 0.000,-18.000 18.000,-18.000 0.000,18.000 0.000,-18.000 0.000,1.000 0.000,17.000 0.000,-18.000 0.000,0.000 0.000,1.000 0.000,17.000 0.000,-18.000 0.000,0.000 0.000,1.000 0.000,17.000 0.000,-18.000 0.000,0.000 0.000,1.000 0.000,17.000 18.000</inkml:trace>
  <inkml:trace contextRef="#ctx0" brushRef="#br0">7549.000 11800.000,'36.000'0.000,"-19.000"0.000,19.000 0.000,-19.000 0.000,54.000 0.000,-54.000 0.000,36.000 0.000,-17.000 0.000,-19.000 0.000,1.000 0.000,0.000 0.000,-1.000 0.000,-17.000-17.000,18.000 17.000,0.000 0.000,-1.000 0.000,-17.000 0.000,35.000 0.000,-35.000-18.000,18.000 18.000,-18.000 0.000,0.000 35.000,0.000-35.000,0.000 18.000,0.000-18.000,0.000 35.000,0.000-35.000,0.000 18.000,0.000-18.000,0.000 35.000,0.000-35.000,-18.000 18.000,18.000-18.000,-17.000 35.000,17.000-17.000,-18.000-18.000,18.000 35.000,0.000-35.000,0.000 18.000,0.000-18.000,-17.000 35.000,-1.000-17.000,18.000-18.000,-18.000 17.000,1.000-17.000,17.000 18.000</inkml:trace>
  <inkml:trace contextRef="#ctx0" brushRef="#br0">7902.000 12100.000,'-17.000'0.000,"-1.000"0.000,18.000 0.000,-18.000 18.000,18.000-18.000,-17.000 18.000,17.000-1.000,-18.000-17.000,0.000 18.000,18.000-18.000,0.000 17.000,-17.000-17.000,17.000 18.000,0.000 0.000,-18.000-18.000,18.000 17.000,0.000 1.000,0.000 0.000,-18.000-18.000,18.000 17.000,0.000 1.000</inkml:trace>
  <inkml:trace contextRef="#ctx0" brushRef="#br0">7655.000 12594.000,'0.000'0.000,"0.000"0.000,-17.000 0.000,-1.000 0.000,18.000 0.000,-18.000 0.000,1.000 0.000,-1.000 0.000,18.000 0.000,-18.000 0.000,1.000 0.000,-1.000 0.000,18.000 0.000,-17.000 0.000,-1.000 0.000,0.000 0.000,18.000 0.000,-17.000 0.000,-1.000 0.000,0.000 0.000,18.000 0.000,-17.000 18.000,17.000-1.000,-36.000 1.000,36.000 0.000,0.000-18.000,0.000 17.000,-17.000 1.000,17.000-18.000,0.000 18.000,0.000-1.000,0.000 1.000,0.000-18.000,0.000 18.000,0.000-1.000,0.000 1.000,0.000-18.000,0.000 17.000,0.000 1.000,0.000 17.000,0.000-35.000,0.000 18.000,17.000 17.000,-17.000-35.000,18.000 18.000,-18.000 0.000,35.000-1.000,-35.000 1.000,18.000-18.000,-18.000 18.000,35.000-1.000,-35.000 1.000,18.000-18.000,0.000 17.000,-1.000-17.000,-17.000 18.000,35.000 0.000,-35.000-18.000,18.000 0.000,17.000 35.000,-17.000-17.000,0.000-1.000,-18.000-17.000,17.000 18.000,-17.000-18.000,0.000 18.000,0.000-1.000,0.000 1.000,0.000-18.000,-17.000 35.000,-1.000-35.000,0.000 0.000,18.000 18.000,-17.000-18.000,-1.000 0.000,18.000 0.000,-18.000 0.000,1.000 0.000,-1.000 0.000,-17.000 0.000,35.000 0.000,-18.000 0.000,18.000 0.000,-17.000 0.000,-1.000 0.000,0.000 0.000,18.000 0.000,-17.000 0.000,-1.000 0.000,0.000 0.000,-17.000 0.000,35.000 0.000,-17.000 0.000,17.000 0.000,-18.000 0.000,18.000-36.000,0.000 36.000,0.000-17.000,0.000 17.000,0.000-35.000,0.000 35.000,0.000-18.000,0.000 18.000,0.000-35.000,18.000 17.000,-1.000 0.000,-17.000 18.000,35.000 0.000,-17.000-35.000,0.000 35.000,17.000-18.000,-35.000 18.000,18.000-17.000,-18.000-1.000,35.000 18.000,-35.000-17.000,18.000 17.000,-1.000-36.000,1.000 36.000,-18.000-17.000,17.000 17.000,-17.000-18.000,36.000 0.000,-36.000 1.000,17.000-19.000,1.000 36.000,-18.000-35.000,18.000 35.000,-18.000-18.000,0.000 1.000,17.000-18.000,-17.000 35.000,0.000-18.000,0.000 18.000,0.000-35.000,0.000 35.000,0.000-18.000,0.000 18.000,0.000-35.000,0.000 35.000</inkml:trace>
  <inkml:trace contextRef="#ctx0" brushRef="#br0">12771.000 13317.000,'-18.000'0.000,"0.000"0.000,18.000 0.000,-17.000 0.000,17.000 0.000,-18.000 0.000,0.000 0.000,18.000 0.000,-17.000 0.000,17.000 0.000,-36.000 0.000,19.000 0.000,-1.000 0.000,1.000 0.000,17.000 0.000,-18.000 0.000,0.000 0.000,-17.000 0.000,35.000 0.000,-18.000 18.000,1.000-18.000,-1.000 0.000,18.000 18.000,-18.000-18.000,-17.000 35.000,18.000-17.000,-1.000-18.000,18.000 17.000,0.000-17.000,-18.000 18.000,18.000-1.000,0.000 1.000,0.000-18.000,0.000 18.000,0.000-1.000,0.000 1.000,0.000-18.000,0.000 18.000,0.000-1.000,0.000 19.000,0.000-36.000,18.000 0.000,0.000 17.000,-1.000-17.000,-17.000 0.000,18.000 0.000,-1.000 0.000,1.000 0.000,17.000-17.000,-17.000 17.000,17.000-18.000,-17.000 18.000,-18.000 0.000,18.000 0.000,17.000 0.000,-18.000 0.000,-17.000 0.000,36.000-18.000,-1.000 18.000,-17.000-17.000,-1.000-1.000,-17.000 18.000,0.000 18.000,0.000 17.000,0.000-35.000,0.000 18.000,0.000-1.000,0.000 1.000,0.000 0.000,0.000-1.000,-17.000 18.000,17.000 18.000,0.000-35.000,0.000 0.000,0.000 17.000,-18.000-17.000,18.000-1.000,0.000 1.000,0.000-1.000,0.000-17.000,0.000 18.000,-18.000 0.000,18.000-1.000,0.000 19.000,0.000-36.000,0.000 17.000,0.000 19.000</inkml:trace>
  <inkml:trace contextRef="#ctx0" brushRef="#br0">10231.000 14358.000,'0.000'0.000,"0.000"18.000,0.000-1.000,0.000-17.000,0.000 18.000,0.000 0.000,0.000-1.000,0.000-17.000,0.000 18.000,0.000 0.000,0.000-1.000,0.000-17.000,0.000 18.000,0.000-1.000,0.000 1.000,0.000-18.000,0.000 18.000,0.000 17.000,0.000-17.000,0.000-1.000,0.000 1.000,0.000 0.000,0.000 17.000,0.000-18.000,0.000 19.000,0.000-19.000,0.000-17.000,0.000 36.000,0.000-19.000,0.000-17.000,0.000 18.000,-18.000 0.000,18.000-18.000,0.000 17.000,0.000 1.000,0.000 0.000,0.000-1.000,0.000-17.000,-18.000 35.000,18.000-35.000,0.000 18.000,0.000 0.000,0.000-18.000,-17.000 17.000</inkml:trace>
  <inkml:trace contextRef="#ctx0" brushRef="#br0">10619.000 14499.000,'0.000'0.000,"0.000"0.000,-18.000 18.000,18.000-1.000,0.000 1.000,-18.000 17.000,18.000-17.000,0.000 0.000,0.000-1.000,0.000 1.000,0.000 0.000,-17.000-18.000,17.000 17.000,0.000 1.000,0.000-1.000,0.000 19.000,0.000-36.000,0.000 17.000,0.000 1.000,0.000 0.000,0.000-18.000,0.000 35.000,0.000-17.000,0.000-18.000,0.000 17.000,0.000 1.000,0.000 17.000,0.000-35.000,17.000 0.000,1.000 0.000,0.000 0.000,-18.000 0.000,17.000 0.000,19.000-17.000,-19.000 17.000,18.000 0.000,-17.000 0.000,17.000 0.000,-17.000 0.000,0.000-18.000,17.000 0.000,0.000 1.000,0.000-1.000,-35.000 18.000,18.000 0.000,0.000-35.000,-1.000 35.000,-17.000-18.000,18.000 0.000,0.000 18.000,-18.000-17.000,17.000-1.000,-17.000 0.000,0.000 1.000,0.000-1.000,18.000 1.000,-18.000 17.000,0.000-18.000,0.000 0.000,0.000-17.000,0.000 17.000,0.000 18.000,0.000-35.000,0.000 0.000,0.000 17.000,-18.000 1.000,18.000-1.000,0.000-17.000,0.000 17.000,-17.000 0.000,-1.000 18.000,18.000 0.000,-18.000 0.000,18.000 0.000,-35.000 0.000,35.000 0.000,-18.000 0.000,18.000 0.000,-35.000 0.000,35.000 0.000,-17.000 0.000,17.000 0.000,-36.000 0.000,36.000 0.000,-17.000 0.000,17.000 0.000,-36.000 0.000,36.000 0.000,-17.000 0.000,17.000 0.000,-18.000 18.000,0.000 0.000,18.000-18.000,-17.000 17.000,17.000-17.000,0.000 18.000,-18.000-18.000,18.000 18.000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0-11-09T00:02: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3281.000 7250.000,'0.000'0.000,"0.000"17.000,0.000-17.000,0.000 18.000,0.000 0.000,0.000-1.000,0.000 18.000,0.000 1.000,0.000-1.000,0.000-17.000,0.000-18.000,0.000 35.000,0.000-17.000,0.000 17.000,0.000-35.000,0.000 17.000,0.000 19.000,0.000-19.000,0.000 1.000,0.000 17.000,0.000-17.000,0.000 0.000,0.000-1.000,0.000-17.000,0.000 18.000,0.000 17.000,0.000-17.000,-18.000 52.000,18.000-70.000,0.000 18.000,0.000 17.000,0.000-35.000</inkml:trace>
  <inkml:trace contextRef="#ctx0" brushRef="#br0">5891.000 7567.000,'0.000'0.000,"0.000"-35.000,0.000 35.000,0.000-18.000,18.000 1.000,0.000-19.000,-1.000 36.000,1.000-17.000,0.000-1.000,-18.000 0.000,17.000 18.000,1.000-17.000,0.000-1.000,-18.000 18.000,52.000-18.000,-16.000 1.000,-1.000 17.000,-17.000 0.000,17.000-18.000,18.000-17.000,-36.000 35.000,19.000-18.000,-1.000 18.000,-35.000-17.000,18.000 17.000,-1.000 0.000,1.000 0.000,0.000 0.000,-18.000 17.000,0.000-17.000,17.000 18.000,-17.000 17.000,0.000-17.000,0.000 17.000,0.000 0.000,0.000 18.000,0.000-35.000,0.000 35.000,0.000-18.000,0.000 0.000,-17.000 18.000,-19.000-35.000,1.000 52.000,-36.000-17.000,-17.000 0.000,0.000 18.000,18.000-18.000,-1.000 0.000,53.000-53.000,-17.000 35.000,35.000-35.000,-18.000 0.000,1.000 18.000,17.000-18.000,17.000 0.000,19.000 0.000,17.000 0.000,35.000 0.000,18.000 0.000,-18.000 0.000,18.000-36.000,-53.000 19.000,35.000 17.000,-71.000 0.000,1.000 0.000,0.000 0.000,-18.000-18.000,17.000 18.000</inkml:trace>
  <inkml:trace contextRef="#ctx0" brushRef="#br0">10372.000 7214.000,'0.000'-17.000,"0.000"17.000,17.000 0.000,-17.000-18.000,18.000 18.000,0.000-18.000,-1.000 18.000,19.000-17.000,-1.000 17.000,18.000 0.000,-18.000-18.000,18.000 18.000,-18.000 0.000,-35.000 0.000,18.000 0.000,-1.000 0.000,19.000 0.000,-19.000 18.000,-17.000-18.000,36.000 17.000,-19.000-17.000,1.000 18.000,-18.000 0.000,18.000-1.000,-18.000 19.000,0.000-19.000,0.000-17.000,0.000 36.000,0.000-36.000,0.000 35.000,0.000 0.000,0.000 0.000,0.000 1.000,-18.000-1.000,-17.000 0.000,17.000-17.000,0.000-1.000,1.000 1.000,-1.000-18.000,-17.000 18.000,-18.000 17.000,18.000-17.000,-54.000-1.000,54.000-17.000,0.000 36.000,0.000-36.000,35.000 17.000,-18.000-17.000,18.000 0.000,-35.000 0.000,35.000 0.000,0.000 0.000,53.000 0.000,17.000 0.000,36.000 0.000,-35.000 0.000,-1.000 0.000,18.000 0.000,-35.000 0.000,0.000 0.000,0.000 0.000,-35.000 0.000,17.000 0.000,-17.000 0.000,-18.000 18.000,0.000-18.000,0.000 35.000,0.000-35.000,0.000 35.000,0.000-35.000,0.000 18.000,0.000-18.000,0.000 18.000,0.000-1.000,0.000 1.000,0.000 0.000,0.000-1.000,-18.000 19.000,-17.000-19.000,17.000 36.000,0.000-35.000,-17.000 17.000,17.000 0.000,-17.000-17.000,35.000 0.000,-17.000-18.000,17.000 17.000,-18.000 1.000,0.000-18.000,18.000 0.000,-17.000 0.000,-36.000 0.000,35.000 0.000,-52.000 0.000,-54.000 0.000,36.000 0.000,0.000 0.000,17.000 17.000,-17.000 1.000,88.000-18.000,-35.000 0.000,17.000 18.000</inkml:trace>
  <inkml:trace contextRef="#ctx0" brushRef="#br0">16775.000 7232.000,'0.000'0.000,"-36.000"-18.000,19.000 1.000,-19.000 17.000,1.000-18.000,0.000 18.000,-18.000 0.000,0.000 0.000,-18.000 0.000,19.000 0.000,16.000 0.000,-17.000 0.000,36.000 0.000,-19.000 0.000,19.000 0.000,-36.000 0.000,53.000 0.000,-35.000 0.000,17.000 0.000,0.000 0.000,1.000 0.000,-19.000 18.000,36.000-18.000,-35.000 0.000,35.000 0.000,-18.000 17.000,18.000 1.000,0.000-18.000,-17.000 35.000,17.000-35.000,-18.000 18.000,18.000 17.000,0.000-35.000,0.000 35.000,0.000-17.000,0.000-18.000,0.000 18.000,0.000-1.000,0.000-17.000,18.000 0.000,52.000 0.000,-34.000 0.000,52.000 0.000,-35.000 0.000,0.000 0.000,-36.000 0.000,19.000 0.000,-19.000 0.000,-17.000 0.000,18.000 0.000,-18.000 18.000,0.000-18.000,0.000 18.000,0.000 35.000,0.000-36.000,0.000 36.000,-18.000 0.000,18.000-35.000,0.000 17.000,0.000-17.000,0.000-1.000,0.000 18.000,0.000-35.000,0.000 36.000,0.000-19.000,0.000 1.000,-17.000 17.000,17.000-17.000,0.000 17.000,0.000 1.000,-18.000-1.000,18.000-18.000,0.000 1.000,0.000 0.000,0.000-18.000</inkml:trace>
  <inkml:trace contextRef="#ctx0" brushRef="#br0">21713.000 7373.000,'0.000'0.000,"0.000"18.000,0.000 17.000,0.000 18.000,0.000-18.000,0.000 18.000,0.000 0.000,0.000 0.000,0.000-18.000,0.000 18.000,0.000 0.000,0.000-18.000,0.000 54.000,0.000-37.000,0.000 1.000,0.000-35.000,0.000 17.000,0.000-17.000,0.000 17.000,0.000-17.000,0.000-1.000,0.000 36.000,0.000 0.000,0.000-35.000,0.000 17.000,0.000-17.000,0.000-1.000,0.000 1.000</inkml:trace>
  <inkml:trace contextRef="#ctx0" brushRef="#br0">22154.000 7655.000,'-17.000'0.000,"17.000"18.000,0.000-18.000,-18.000 18.000,18.000 17.000,-17.000 0.000,17.000-17.000,0.000-1.000,-18.000-17.000,18.000 36.000,0.000-1.000,0.000 0.000,0.000-17.000,0.000 17.000,0.000 0.000,0.000 1.000,0.000 17.000,0.000-36.000,0.000 19.000,0.000-19.000,0.000 1.000,0.000 17.000,0.000-17.000,0.000-1.000,0.000 1.000,0.000 0.000,18.000-1.000,-18.000-17.000,35.000 18.000,-18.000-18.000,-17.000 0.000,36.000 0.000,-36.000 0.000,17.000 0.000,19.000-18.000,-1.000 1.000,0.000-1.000,-17.000 18.000,17.000-35.000,-35.000 35.000,18.000-18.000,-1.000 0.000,-17.000 1.000,18.000 17.000,-18.000-18.000,18.000 1.000,-1.000-1.000,-17.000 0.000,0.000 1.000,0.000-19.000,0.000 36.000,0.000-35.000,0.000 35.000,0.000-18.000,0.000 18.000,0.000-35.000,0.000 0.000,0.000 17.000,0.000 1.000,0.000 17.000,0.000-18.000,0.000 0.000,0.000 1.000,0.000 17.000,0.000-18.000,0.000 18.000,0.000-18.000,-17.000 1.000,-1.000-1.000,18.000 18.000,0.000-18.000,-18.000 1.000,1.000-1.000,-1.000 1.000,0.000-1.000,18.000 18.000,-17.000 0.000,-1.000-18.000,1.000 18.000,-1.000 0.000,18.000 0.000,-18.000 0.000,1.000 0.000,-1.000 0.000,18.000 0.000,-18.000 18.000,1.000-18.000,-1.000 0.000,18.000 0.000</inkml:trace>
  <inkml:trace contextRef="#ctx0" brushRef="#br0">16422.000 9119.000,'0.000'18.000,"0.000"-18.000,0.000 18.000,-18.000 35.000,1.000-36.000,-1.000 18.000,0.000 1.000,1.000 17.000,-19.000-18.000,19.000 0.000,-36.000 36.000,35.000-18.000,18.000-36.000,-35.000 1.000,35.000 0.000,-18.000-1.000,1.000 18.000,-1.000 1.000,0.000-36.000,18.000 35.000,0.000-17.000,-17.000-1.000,17.000 1.000,-18.000-18.000,18.000 0.000,18.000 0.000,17.000 0.000,36.000 0.000,52.000 0.000,0.000 0.000,1.000 0.000,17.000 0.000,35.000 0.000,-52.000 0.000,35.000 0.000,-54.000 0.000,-52.000 0.000,0.000 0.000,-35.000 0.000</inkml:trace>
  <inkml:trace contextRef="#ctx0" brushRef="#br0">16898.000 9366.000,'0.000'0.000,"0.000"18.000,0.000 17.000,-18.000 0.000,1.000 36.000,-1.000-36.000,1.000 18.000,-1.000-18.000,18.000 1.000,0.000-1.000,0.000 18.000,-35.000-35.000,35.000 17.000,0.000 0.000,0.000-35.000,0.000 18.000,0.000 17.000,0.000-35.000,0.000 35.000,0.000-17.000,0.000-18.000,0.000 35.000,0.000-35.000,0.000 18.000,0.000 17.000,0.000-35.000,0.000 18.000</inkml:trace>
  <inkml:trace contextRef="#ctx0" brushRef="#br0">20443.000 8802.000,'0.000'0.000,"0.000"0.000,-17.000 35.000,-1.000-17.000,1.000-1.000,-1.000 19.000,0.000-1.000,-17.000-17.000,35.000 52.000,-35.000-35.000,17.000 1.000,-17.000-1.000,17.000 36.000,-17.000-19.000,17.000-16.000,-35.000 17.000,53.000 0.000,-35.000-1.000,0.000 19.000,35.000-36.000,-18.000 18.000,-17.000-18.000,17.000 18.000,18.000-17.000,0.000-19.000,0.000 19.000,0.000-36.000,0.000 17.000,0.000-17.000,0.000 36.000,0.000-19.000,18.000 1.000,35.000 35.000,-53.000-53.000,35.000 35.000,-17.000-17.000,-1.000-1.000,36.000 1.000,-53.000 0.000,36.000-18.000,-1.000 0.000,-35.000 0.000,35.000 0.000,-17.000 0.000,-18.000 0.000,35.000 0.000,-17.000 0.000,-18.000 0.000,35.000 0.000,-35.000 0.000,18.000 0.000,-1.000-18.000,18.000-17.000,-35.000 35.000,18.000-36.000,0.000 1.000,-18.000 35.000,0.000-35.000,17.000 17.000,-17.000 1.000,0.000-1.000,0.000 0.000,0.000 1.000,0.000-19.000,0.000 19.000,0.000-1.000,0.000-17.000,0.000 35.000,0.000-18.000,0.000 0.000,-17.000 1.000,17.000-1.000,-18.000 1.000,0.000-1.000,18.000 18.000,-17.000-18.000,-1.000 18.000,-17.000-35.000,17.000 35.000,18.000 0.000,-17.000 0.000,-1.000 0.000,0.000 0.000,18.000 0.000,-17.000 0.000,-1.000 0.000,0.000 0.000,18.000 0.000,-17.000 0.000,-1.000 0.000,1.000 0.000,17.000 0.000,-18.000 0.000,0.000 0.000</inkml:trace>
  <inkml:trace contextRef="#ctx0" brushRef="#br0">1041.000 10724.000,'0.000'0.000,"17.000"0.000,36.000 0.000,0.000 0.000,0.000 0.000,0.000 0.000,-18.000 0.000,18.000 0.000,-35.000 0.000,35.000 0.000,-36.000 0.000,-17.000 0.000,36.000 0.000,-36.000 0.000,17.000 0.000,1.000-17.000,0.000 17.000,-1.000-18.000,1.000 18.000,-1.000 0.000,-17.000 0.000,18.000 0.000,0.000-17.000,-1.000 17.000,-17.000 0.000,0.000 0.000,0.000 17.000,-35.000-17.000,17.000 35.000,-52.000 1.000,52.000-1.000,-17.000-17.000,0.000 17.000,-1.000 0.000,19.000-17.000,17.000-18.000,-53.000 53.000,53.000-36.000,-35.000 36.000,17.000-53.000,0.000 36.000,18.000-19.000,0.000 1.000,0.000 0.000,-35.000-1.000,35.000 1.000,0.000 17.000,0.000-35.000,0.000 35.000,0.000-17.000,0.000 0.000,0.000-18.000,0.000 17.000,-18.000 1.000,18.000 0.000,0.000-18.000,0.000 17.000,0.000 18.000,-17.000-35.000,17.000 36.000,0.000-19.000,-18.000 1.000,18.000 0.000,0.000-18.000,0.000 17.000,-17.000 1.000</inkml:trace>
  <inkml:trace contextRef="#ctx0" brushRef="#br0">19632.000 13000.000,'0.000'0.000,"0.000"0.000,0.000 18.000,0.000-18.000,0.000 17.000,0.000 1.000,0.000 35.000,0.000-53.000,-18.000 35.000,18.000 0.000,0.000-17.000,-17.000 35.000,17.000-36.000,0.000 19.000,0.000 17.000,0.000-53.000,0.000 17.000,0.000 19.000,0.000-36.000,0.000 17.000,0.000 1.000,0.000 17.000,0.000-35.000,0.000 18.000,0.000-1.000,0.000 1.000,0.000-18.000,0.000 18.000,0.000-18.000,17.000-18.000,54.000 18.000,0.000-18.000,-1.000 1.000,18.000-19.000,-17.000 36.000,-18.000 0.000,17.000-17.000,-34.000 17.000,17.000 0.000,-53.000 0.000,17.000 0.000,1.000 0.000,-18.000 17.000,17.000-17.000,-17.000 36.000,18.000-1.000,-18.000 0.000,0.000-35.000,0.000 36.000,0.000-19.000,0.000-17.000,0.000 18.000,0.000 0.000,0.000-1.000,0.000-17.000,0.000 18.000,0.000 17.000,0.000-17.000,0.000-18.000,0.000 17.000,0.000 1.000,0.000 0.000,0.000-18.000,-18.000 17.000,1.000 1.000,-1.000 0.000,18.000-18.000,-35.000 0.000,35.000 17.000,-18.000-17.000,-17.000 18.000,35.000-1.000,-35.000-17.000,-1.000 18.000,1.000-18.000,-18.000 0.000,18.000 18.000,-18.000-1.000,0.000-17.000,35.000 0.000,-34.000 0.000,34.000 0.000,-17.000 18.000,17.000-18.000,-17.000 0.000,17.000 0.000,-35.000 0.000,18.000 0.000,-18.000 0.000,18.000 18.000,17.000-18.000,0.000 0.000,1.000 0.000,-1.000 0.000,18.000 0.000</inkml:trace>
  <inkml:trace contextRef="#ctx0" brushRef="#br0">19632.000 13123.000,'0.000'0.000,"35.000"0.000,-17.000 0.000,0.000 0.000,17.000 0.000,18.000-17.000,-36.000 17.000,1.000 0.000,0.000 0.000,52.000 0.000,-52.000 0.000,53.000 0.000,-36.000 0.000,0.000-36.000,36.000 36.000,-36.000 0.000,-35.000-17.000,18.000 17.000,-18.000 0.000,35.000 0.000</inkml:trace>
  <inkml:trace contextRef="#ctx0" brushRef="#br0">1323.000 15628.000,'0.000'0.000,"-18.000"0.000,1.000-18.000,17.000 18.000,-18.000 0.000,0.000 0.000,1.000 0.000,17.000 0.000,-18.000 0.000,-17.000 0.000,35.000 0.000,-35.000 0.000,-1.000 0.000,19.000 0.000,-1.000 0.000,-17.000 0.000,17.000 0.000,18.000 0.000,-18.000 0.000,1.000 0.000,17.000 0.000,-36.000 18.000,36.000-18.000,0.000 18.000,0.000-18.000,0.000 35.000,0.000-17.000,0.000-18.000,0.000 35.000,0.000-17.000,0.000 34.000,0.000-34.000,0.000 17.000,0.000-35.000,18.000 36.000,0.000-1.000,-18.000-35.000,35.000 35.000,0.000 0.000,1.000-17.000,-19.000 17.000,19.000-17.000,-19.000 0.000,18.000-1.000,1.000 1.000,-1.000 0.000,0.000-18.000,1.000 35.000,-36.000-35.000,35.000 18.000,0.000-1.000,-17.000 1.000,17.000-1.000,-35.000 1.000,18.000-18.000,-18.000 18.000,17.000-1.000,1.000 1.000,-18.000-18.000,0.000 18.000,0.000-18.000,0.000 17.000,0.000-17.000,0.000 36.000,0.000-36.000,0.000 35.000,0.000-18.000,-35.000 1.000,35.000 0.000,-53.000-1.000,17.000 19.000,-16.000-19.000,34.000-17.000,-17.000 0.000,-18.000 36.000,17.000-36.000,36.000 0.000,-17.000 0.000,-1.000 0.000,1.000 0.000,-36.000 0.000,53.000 0.000,-18.000 0.000,-17.000 0.000,35.000 0.000,-18.000 0.000,18.000 0.000,-35.000 0.000,35.000 0.000,-18.000 0.000,18.000 0.000,0.000-18.000,0.000 0.000,0.000 1.000,0.000-19.000,0.000 19.000,0.000 17.000,0.000-36.000,0.000 19.000,0.000-18.000,0.000 17.000,0.000 0.000,0.000-17.000,0.000 17.000,0.000-35.000,0.000 36.000,35.000-18.000,-17.000-18.000,17.000 17.000,-17.000 1.000,17.000-18.000,-17.000 35.000,17.000-17.000,-17.000-18.000,17.000 36.000,-17.000-19.000,-1.000 19.000,-17.000-1.000,18.000-17.000,-18.000 35.000,18.000-18.000,-18.000 1.000,0.000 17.000,17.000-18.000,1.000 18.000,-18.000-18.000,18.000 18.000,-18.000-17.000,0.000-1.000,17.000 18.000,-17.000-18.000,0.000 1.000,18.000-1.000,-18.000 18.000,17.000-18.000,-17.000 18.000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9E64AA-5D3A-47D2-ACDC-AB8E5255D0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37195-A347-4256-85BD-AB3E595FA57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对象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37195-A347-4256-85BD-AB3E595FA5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37195-A347-4256-85BD-AB3E595FA5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37195-A347-4256-85BD-AB3E595FA5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设计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37195-A347-4256-85BD-AB3E595FA5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Setup: </a:t>
            </a:r>
            <a:r>
              <a:rPr lang="zh-CN" altLang="en-US" dirty="0" smtClean="0"/>
              <a:t>建立、设置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37195-A347-4256-85BD-AB3E595FA5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B8629-4B74-4A7F-88D3-A096CFF6C442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8D82D-8808-4F85-8663-BB89C857FF61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F35B-CC02-4818-BFD0-FC237B20F296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36407-C911-4730-8239-B1B806CB69FE}" type="datetime1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A106B-AC43-4CC5-934F-0E94528DB723}" type="datetime1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09A9A-4B60-4428-90BA-8697098C27F8}" type="datetime1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CF1AD-A714-4E41-BB6C-BB1BC1945FB9}" type="datetime1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F98F6-5EB0-49F7-A8F8-608E9283C2C2}" type="datetime1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D2764-0D40-45FA-AA9C-9BF5C74946F3}" type="datetime1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2B9CB-25D3-464F-9B43-46FECB4A7B4E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CF5D5-3C6D-4148-9830-9347518E57E8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CB7283-FD9D-4462-8B24-802638C3FA75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customXml" Target="../ink/ink2.xml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customXml" Target="../ink/ink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Revisiting Chapter 11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Q1: </a:t>
            </a:r>
            <a:r>
              <a:rPr lang="zh-CN" altLang="en-US" dirty="0" smtClean="0"/>
              <a:t>面向对象的软件开发方法中，</a:t>
            </a:r>
            <a:r>
              <a:rPr lang="en-US" altLang="zh-CN" dirty="0" smtClean="0"/>
              <a:t>_____</a:t>
            </a:r>
            <a:r>
              <a:rPr lang="zh-CN" altLang="en-US" dirty="0" smtClean="0"/>
              <a:t>就是模块。</a:t>
            </a: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8D82D-8808-4F85-8663-BB89C857FF61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Q2: </a:t>
            </a:r>
            <a:r>
              <a:rPr lang="zh-CN" altLang="en-US" dirty="0" smtClean="0"/>
              <a:t>面向对象</a:t>
            </a:r>
            <a:r>
              <a:rPr lang="zh-CN" altLang="en-US" dirty="0"/>
              <a:t>的软件开发方法</a:t>
            </a:r>
            <a:r>
              <a:rPr lang="zh-CN" altLang="en-US" dirty="0" smtClean="0"/>
              <a:t>中，抽象可分为</a:t>
            </a:r>
            <a:r>
              <a:rPr lang="en-US" altLang="zh-CN" dirty="0" smtClean="0"/>
              <a:t>______</a:t>
            </a:r>
            <a:r>
              <a:rPr lang="zh-CN" altLang="en-US" dirty="0" smtClean="0"/>
              <a:t>抽象、</a:t>
            </a:r>
            <a:r>
              <a:rPr lang="en-US" altLang="zh-CN" dirty="0"/>
              <a:t> ______</a:t>
            </a:r>
            <a:r>
              <a:rPr lang="zh-CN" altLang="en-US" dirty="0" smtClean="0"/>
              <a:t>抽象与</a:t>
            </a:r>
            <a:r>
              <a:rPr lang="en-US" altLang="zh-CN" dirty="0"/>
              <a:t>______</a:t>
            </a:r>
            <a:r>
              <a:rPr lang="zh-CN" altLang="en-US" dirty="0" smtClean="0"/>
              <a:t>抽象。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8D82D-8808-4F85-8663-BB89C857FF61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FF"/>
                </a:solidFill>
              </a:rPr>
              <a:t>数据</a:t>
            </a:r>
            <a:r>
              <a:rPr lang="zh-CN" altLang="en-US" dirty="0"/>
              <a:t>抽象：针对对象的</a:t>
            </a:r>
            <a:r>
              <a:rPr lang="zh-CN" altLang="en-US" dirty="0">
                <a:solidFill>
                  <a:srgbClr val="0000FF"/>
                </a:solidFill>
              </a:rPr>
              <a:t>属性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zh-CN" altLang="en-US" dirty="0">
                <a:solidFill>
                  <a:srgbClr val="0000FF"/>
                </a:solidFill>
              </a:rPr>
              <a:t>过程</a:t>
            </a:r>
            <a:r>
              <a:rPr lang="zh-CN" altLang="en-US" dirty="0"/>
              <a:t>抽象：针对对象的</a:t>
            </a:r>
            <a:r>
              <a:rPr lang="zh-CN" altLang="en-US" dirty="0">
                <a:solidFill>
                  <a:srgbClr val="0000FF"/>
                </a:solidFill>
              </a:rPr>
              <a:t>行为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zh-CN" altLang="en-US" dirty="0">
                <a:solidFill>
                  <a:srgbClr val="0000FF"/>
                </a:solidFill>
              </a:rPr>
              <a:t>参数化抽象</a:t>
            </a:r>
            <a:r>
              <a:rPr lang="zh-CN" altLang="en-US" dirty="0"/>
              <a:t>：不具体指定所要操作的数据类型，而把</a:t>
            </a:r>
            <a:r>
              <a:rPr lang="zh-CN" altLang="en-US" dirty="0">
                <a:solidFill>
                  <a:srgbClr val="0000FF"/>
                </a:solidFill>
              </a:rPr>
              <a:t>数据类型作为参数 </a:t>
            </a:r>
            <a:r>
              <a:rPr lang="zh-CN" altLang="en-US" dirty="0"/>
              <a:t>（比如用</a:t>
            </a:r>
            <a:r>
              <a:rPr lang="en-US" altLang="zh-CN" dirty="0" err="1"/>
              <a:t>DataType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8D82D-8808-4F85-8663-BB89C857FF61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Q3</a:t>
            </a:r>
            <a:r>
              <a:rPr lang="zh-CN" altLang="en-US" dirty="0" smtClean="0"/>
              <a:t>：</a:t>
            </a:r>
            <a:r>
              <a:rPr lang="zh-CN" altLang="en-US" dirty="0"/>
              <a:t>大多数系统的面向对象设计模型由</a:t>
            </a:r>
            <a:r>
              <a:rPr lang="en-US" altLang="zh-CN" dirty="0"/>
              <a:t>4</a:t>
            </a:r>
            <a:r>
              <a:rPr lang="zh-CN" altLang="en-US" dirty="0"/>
              <a:t>个子系统</a:t>
            </a:r>
            <a:r>
              <a:rPr lang="zh-CN" altLang="en-US" dirty="0" smtClean="0"/>
              <a:t>组成。分别是哪</a:t>
            </a:r>
            <a:r>
              <a:rPr lang="en-US" altLang="zh-CN" dirty="0" smtClean="0"/>
              <a:t>4</a:t>
            </a:r>
            <a:r>
              <a:rPr lang="zh-CN" altLang="en-US" dirty="0" smtClean="0"/>
              <a:t>个子系统？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8D82D-8808-4F85-8663-BB89C857FF61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0" lvl="1" indent="-514350">
              <a:buFont typeface="+mj-ea"/>
              <a:buAutoNum type="circleNumDbPlain"/>
            </a:pPr>
            <a:r>
              <a:rPr lang="zh-CN" altLang="en-US" dirty="0">
                <a:solidFill>
                  <a:srgbClr val="0000FF"/>
                </a:solidFill>
              </a:rPr>
              <a:t>问题域</a:t>
            </a:r>
            <a:r>
              <a:rPr lang="zh-CN" altLang="en-US" dirty="0"/>
              <a:t>子系统（</a:t>
            </a:r>
            <a:r>
              <a:rPr lang="zh-CN" altLang="en-US" dirty="0">
                <a:solidFill>
                  <a:srgbClr val="0000FF"/>
                </a:solidFill>
              </a:rPr>
              <a:t>对分析阶段的模型进行补充、修改</a:t>
            </a:r>
            <a:r>
              <a:rPr lang="zh-CN" altLang="en-US" dirty="0"/>
              <a:t>）</a:t>
            </a:r>
            <a:endParaRPr lang="en-US" altLang="zh-CN" dirty="0"/>
          </a:p>
          <a:p>
            <a:pPr marL="914400" lvl="1" indent="-514350">
              <a:buFont typeface="+mj-ea"/>
              <a:buAutoNum type="circleNumDbPlain"/>
            </a:pPr>
            <a:r>
              <a:rPr lang="zh-CN" altLang="en-US" dirty="0">
                <a:solidFill>
                  <a:srgbClr val="0000FF"/>
                </a:solidFill>
              </a:rPr>
              <a:t>人机交互</a:t>
            </a:r>
            <a:r>
              <a:rPr lang="zh-CN" altLang="en-US" dirty="0"/>
              <a:t>子系统 </a:t>
            </a:r>
            <a:r>
              <a:rPr lang="zh-CN" altLang="en-US" dirty="0" smtClean="0"/>
              <a:t>（用户与系统之间）</a:t>
            </a:r>
            <a:endParaRPr lang="en-US" altLang="zh-CN" dirty="0"/>
          </a:p>
          <a:p>
            <a:pPr marL="914400" lvl="1" indent="-514350">
              <a:buFont typeface="+mj-ea"/>
              <a:buAutoNum type="circleNumDbPlain"/>
            </a:pPr>
            <a:r>
              <a:rPr lang="zh-CN" altLang="en-US" dirty="0">
                <a:solidFill>
                  <a:srgbClr val="0000FF"/>
                </a:solidFill>
              </a:rPr>
              <a:t>任务</a:t>
            </a:r>
            <a:r>
              <a:rPr lang="zh-CN" altLang="en-US" dirty="0"/>
              <a:t>管理子系统 </a:t>
            </a:r>
            <a:r>
              <a:rPr lang="zh-CN" altLang="en-US" dirty="0" smtClean="0"/>
              <a:t>（</a:t>
            </a:r>
            <a:r>
              <a:rPr lang="zh-CN" altLang="en-US" dirty="0" smtClean="0">
                <a:solidFill>
                  <a:srgbClr val="0000FF"/>
                </a:solidFill>
              </a:rPr>
              <a:t>功能</a:t>
            </a:r>
            <a:r>
              <a:rPr lang="zh-CN" altLang="en-US" dirty="0">
                <a:solidFill>
                  <a:srgbClr val="0000FF"/>
                </a:solidFill>
              </a:rPr>
              <a:t>方面</a:t>
            </a:r>
            <a:r>
              <a:rPr lang="zh-CN" altLang="en-US" dirty="0"/>
              <a:t>）</a:t>
            </a:r>
            <a:endParaRPr lang="en-US" altLang="zh-CN" dirty="0"/>
          </a:p>
          <a:p>
            <a:pPr marL="914400" lvl="1" indent="-514350">
              <a:buFont typeface="+mj-ea"/>
              <a:buAutoNum type="circleNumDbPlain"/>
            </a:pPr>
            <a:r>
              <a:rPr lang="zh-CN" altLang="en-US" dirty="0">
                <a:solidFill>
                  <a:srgbClr val="0000FF"/>
                </a:solidFill>
              </a:rPr>
              <a:t>数据</a:t>
            </a:r>
            <a:r>
              <a:rPr lang="zh-CN" altLang="en-US" dirty="0"/>
              <a:t>管理子系统</a:t>
            </a:r>
            <a:r>
              <a:rPr lang="en-US" altLang="zh-CN" dirty="0"/>
              <a:t>   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8D82D-8808-4F85-8663-BB89C857FF61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12</a:t>
            </a:r>
            <a:r>
              <a:rPr lang="zh-CN" altLang="en-US" dirty="0" smtClean="0"/>
              <a:t>章 面向对象实现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CN" altLang="en-US" dirty="0" smtClean="0"/>
              <a:t>吕国华</a:t>
            </a:r>
            <a:endParaRPr lang="en-US" altLang="zh-CN" dirty="0" smtClean="0"/>
          </a:p>
          <a:p>
            <a:r>
              <a:rPr lang="zh-CN" altLang="en-US" dirty="0"/>
              <a:t>齐鲁</a:t>
            </a:r>
            <a:r>
              <a:rPr lang="zh-CN" altLang="en-US" dirty="0" smtClean="0"/>
              <a:t>工业大学（山东省科学院）</a:t>
            </a:r>
            <a:endParaRPr lang="en-US" altLang="zh-CN" dirty="0" smtClean="0"/>
          </a:p>
          <a:p>
            <a:r>
              <a:rPr lang="zh-CN" altLang="en-US" dirty="0" smtClean="0"/>
              <a:t>计算机科学与技术学部</a:t>
            </a:r>
            <a:endParaRPr lang="en-US" altLang="zh-CN" dirty="0" smtClean="0"/>
          </a:p>
          <a:p>
            <a:r>
              <a:rPr lang="en-US" altLang="zh-CN" dirty="0" smtClean="0"/>
              <a:t>Email: drguohualv@163.com</a:t>
            </a:r>
            <a:endParaRPr lang="en-US" altLang="zh-CN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面向对象实现的两项工作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zh-CN" altLang="en-US" dirty="0" smtClean="0"/>
              <a:t>把面向对象</a:t>
            </a:r>
            <a:r>
              <a:rPr lang="en-US" altLang="zh-CN" dirty="0" smtClean="0"/>
              <a:t>_______</a:t>
            </a:r>
            <a:r>
              <a:rPr lang="zh-CN" altLang="en-US" dirty="0" smtClean="0"/>
              <a:t>结果翻译成某种程序语言书写的面向对象程序；</a:t>
            </a:r>
            <a:endParaRPr lang="en-US" altLang="zh-CN" dirty="0" smtClean="0"/>
          </a:p>
          <a:p>
            <a:pPr marL="514350" indent="-514350">
              <a:buAutoNum type="arabicPeriod"/>
            </a:pPr>
            <a:r>
              <a:rPr lang="zh-CN" altLang="en-US" dirty="0" smtClean="0"/>
              <a:t>测试并调试面向对象程序。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8D82D-8808-4F85-8663-BB89C857FF61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Outline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程序设计语言</a:t>
            </a:r>
            <a:endParaRPr lang="en-US" altLang="zh-CN" dirty="0" smtClean="0"/>
          </a:p>
          <a:p>
            <a:r>
              <a:rPr lang="zh-CN" altLang="en-US" dirty="0" smtClean="0"/>
              <a:t>程序设计风格</a:t>
            </a:r>
            <a:endParaRPr lang="en-US" altLang="zh-CN" dirty="0" smtClean="0"/>
          </a:p>
          <a:p>
            <a:r>
              <a:rPr lang="zh-CN" altLang="en-US" dirty="0"/>
              <a:t>测试</a:t>
            </a:r>
            <a:r>
              <a:rPr lang="zh-CN" altLang="en-US" dirty="0" smtClean="0"/>
              <a:t>策略</a:t>
            </a:r>
            <a:endParaRPr lang="en-US" altLang="zh-CN" dirty="0" smtClean="0"/>
          </a:p>
          <a:p>
            <a:r>
              <a:rPr lang="zh-CN" altLang="en-US" dirty="0" smtClean="0"/>
              <a:t>设计测试用例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54619-606E-40BA-8D6C-44CA31127F60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12.1 </a:t>
            </a:r>
            <a:r>
              <a:rPr lang="zh-CN" altLang="en-US" dirty="0" smtClean="0"/>
              <a:t>程序设计语言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997152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12.1.1 </a:t>
            </a:r>
            <a:r>
              <a:rPr lang="zh-CN" altLang="en-US" dirty="0" smtClean="0"/>
              <a:t>选择编程语言的关键因素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pPr marL="514350" indent="-514350">
              <a:buFont typeface="+mj-lt"/>
              <a:buAutoNum type="alphaLcParenR"/>
            </a:pPr>
            <a:r>
              <a:rPr lang="zh-CN" altLang="en-US" sz="2800" dirty="0" smtClean="0"/>
              <a:t>一致的表示方法 （贯穿软件开发的各个阶段）</a:t>
            </a:r>
            <a:endParaRPr lang="en-US" altLang="zh-CN" sz="2800" dirty="0" smtClean="0"/>
          </a:p>
          <a:p>
            <a:pPr marL="514350" indent="-514350">
              <a:buFont typeface="+mj-lt"/>
              <a:buAutoNum type="alphaLcParenR"/>
            </a:pPr>
            <a:r>
              <a:rPr lang="zh-CN" altLang="en-US" sz="2800" dirty="0" smtClean="0"/>
              <a:t>可重用性</a:t>
            </a:r>
            <a:endParaRPr lang="en-US" altLang="zh-CN" sz="2800" dirty="0" smtClean="0"/>
          </a:p>
          <a:p>
            <a:pPr marL="514350" indent="-514350">
              <a:buFont typeface="+mj-lt"/>
              <a:buAutoNum type="alphaLcParenR"/>
            </a:pPr>
            <a:r>
              <a:rPr lang="zh-CN" altLang="en-US" sz="2800" dirty="0" smtClean="0"/>
              <a:t>可维护性</a:t>
            </a:r>
            <a:endParaRPr lang="en-US" altLang="zh-CN" sz="2800" dirty="0" smtClean="0"/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 smtClean="0"/>
              <a:t>在选择编程语言时，应该考虑的</a:t>
            </a:r>
            <a:r>
              <a:rPr lang="zh-CN" altLang="en-US" sz="2800" dirty="0" smtClean="0">
                <a:solidFill>
                  <a:srgbClr val="0000FF"/>
                </a:solidFill>
              </a:rPr>
              <a:t>首要因素</a:t>
            </a:r>
            <a:r>
              <a:rPr lang="zh-CN" altLang="en-US" sz="2800" dirty="0" smtClean="0"/>
              <a:t>是在供选择的语言中，哪个语言能最好地</a:t>
            </a:r>
            <a:r>
              <a:rPr lang="zh-CN" altLang="en-US" sz="2800" dirty="0" smtClean="0">
                <a:solidFill>
                  <a:srgbClr val="0000FF"/>
                </a:solidFill>
              </a:rPr>
              <a:t>表达问题域语义 （将问题描述清楚）</a:t>
            </a:r>
            <a:r>
              <a:rPr lang="zh-CN" altLang="en-US" sz="2800" dirty="0" smtClean="0"/>
              <a:t>。</a:t>
            </a:r>
            <a:endParaRPr lang="en-US" altLang="zh-CN" sz="2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759D0-D93D-49B0-9792-9FB3F72DA3D4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12.1.2 </a:t>
            </a:r>
            <a:r>
              <a:rPr lang="zh-CN" altLang="en-US" dirty="0" smtClean="0"/>
              <a:t>面向对象语言的技术特点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dirty="0" smtClean="0"/>
              <a:t>面向对象语言的历史或形成（</a:t>
            </a:r>
            <a:r>
              <a:rPr lang="zh-CN" altLang="en-US" sz="2800" dirty="0" smtClean="0">
                <a:solidFill>
                  <a:srgbClr val="FF0000"/>
                </a:solidFill>
              </a:rPr>
              <a:t>自学</a:t>
            </a:r>
            <a:r>
              <a:rPr lang="zh-CN" altLang="en-US" sz="2800" dirty="0" smtClean="0"/>
              <a:t>）</a:t>
            </a:r>
            <a:endParaRPr lang="en-US" altLang="zh-CN" sz="2800" dirty="0" smtClean="0"/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 smtClean="0"/>
              <a:t>选择面向对象语言时应考虑的技术特点：</a:t>
            </a:r>
            <a:endParaRPr lang="en-US" altLang="zh-CN" sz="2800" dirty="0" smtClean="0"/>
          </a:p>
          <a:p>
            <a:r>
              <a:rPr lang="zh-CN" altLang="en-US" sz="2800" dirty="0" smtClean="0"/>
              <a:t>支持类与对象的机制（比如</a:t>
            </a:r>
            <a:r>
              <a:rPr lang="zh-CN" altLang="en-US" sz="2800" dirty="0" smtClean="0">
                <a:solidFill>
                  <a:srgbClr val="0000FF"/>
                </a:solidFill>
              </a:rPr>
              <a:t>动态创建与撤销对象，</a:t>
            </a:r>
            <a:r>
              <a:rPr lang="en-US" altLang="zh-CN" sz="2800" dirty="0" smtClean="0">
                <a:solidFill>
                  <a:srgbClr val="0000FF"/>
                </a:solidFill>
              </a:rPr>
              <a:t>C++</a:t>
            </a:r>
            <a:r>
              <a:rPr lang="zh-CN" altLang="en-US" sz="2800" dirty="0" smtClean="0">
                <a:solidFill>
                  <a:srgbClr val="0000FF"/>
                </a:solidFill>
              </a:rPr>
              <a:t>中分别使用</a:t>
            </a:r>
            <a:r>
              <a:rPr lang="en-US" altLang="zh-CN" sz="2800" dirty="0" smtClean="0">
                <a:solidFill>
                  <a:srgbClr val="0000FF"/>
                </a:solidFill>
              </a:rPr>
              <a:t>new</a:t>
            </a:r>
            <a:r>
              <a:rPr lang="zh-CN" altLang="en-US" sz="2800" dirty="0" smtClean="0">
                <a:solidFill>
                  <a:srgbClr val="0000FF"/>
                </a:solidFill>
              </a:rPr>
              <a:t>与</a:t>
            </a:r>
            <a:r>
              <a:rPr lang="en-US" altLang="zh-CN" sz="2800" dirty="0" smtClean="0">
                <a:solidFill>
                  <a:srgbClr val="0000FF"/>
                </a:solidFill>
              </a:rPr>
              <a:t>delete</a:t>
            </a:r>
            <a:r>
              <a:rPr lang="zh-CN" altLang="en-US" sz="2800" dirty="0" smtClean="0"/>
              <a:t>）；</a:t>
            </a:r>
            <a:endParaRPr lang="en-US" altLang="zh-CN" sz="2800" dirty="0" smtClean="0"/>
          </a:p>
          <a:p>
            <a:r>
              <a:rPr lang="zh-CN" altLang="en-US" sz="2800" dirty="0" smtClean="0"/>
              <a:t>实现整体</a:t>
            </a:r>
            <a:r>
              <a:rPr lang="en-US" altLang="zh-CN" sz="2800" dirty="0" smtClean="0"/>
              <a:t>-</a:t>
            </a:r>
            <a:r>
              <a:rPr lang="zh-CN" altLang="en-US" sz="2800" dirty="0" smtClean="0"/>
              <a:t>部分结构（聚集）的机制；</a:t>
            </a:r>
            <a:endParaRPr lang="en-US" altLang="zh-CN" sz="2800" dirty="0" smtClean="0"/>
          </a:p>
          <a:p>
            <a:r>
              <a:rPr lang="zh-CN" altLang="en-US" sz="2800" dirty="0" smtClean="0"/>
              <a:t>实现一般</a:t>
            </a:r>
            <a:r>
              <a:rPr lang="en-US" altLang="zh-CN" sz="2800" dirty="0" smtClean="0"/>
              <a:t>-</a:t>
            </a:r>
            <a:r>
              <a:rPr lang="zh-CN" altLang="en-US" sz="2800" dirty="0" smtClean="0"/>
              <a:t>特殊（泛化或继承）结构的机制；</a:t>
            </a:r>
            <a:endParaRPr lang="en-US" altLang="zh-CN" sz="2800" dirty="0" smtClean="0"/>
          </a:p>
          <a:p>
            <a:r>
              <a:rPr lang="zh-CN" altLang="en-US" sz="2800" dirty="0" smtClean="0"/>
              <a:t>实现属性和服务的机制；</a:t>
            </a:r>
            <a:endParaRPr lang="en-US" altLang="zh-CN" sz="2800" dirty="0" smtClean="0"/>
          </a:p>
          <a:p>
            <a:pPr marL="0" indent="0">
              <a:buNone/>
            </a:pPr>
            <a:endParaRPr lang="en-US" altLang="zh-CN" sz="2800" dirty="0" smtClean="0"/>
          </a:p>
          <a:p>
            <a:endParaRPr lang="zh-CN" altLang="en-US" sz="2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8D82D-8808-4F85-8663-BB89C857FF61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764704"/>
            <a:ext cx="8363272" cy="5361459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/>
              <a:t>类型检查</a:t>
            </a:r>
            <a:r>
              <a:rPr lang="zh-CN" altLang="en-US" dirty="0" smtClean="0"/>
              <a:t>（编译能力，</a:t>
            </a:r>
            <a:r>
              <a:rPr lang="zh-CN" altLang="en-US" dirty="0" smtClean="0">
                <a:solidFill>
                  <a:srgbClr val="0000FF"/>
                </a:solidFill>
              </a:rPr>
              <a:t>弱类型 </a:t>
            </a:r>
            <a:r>
              <a:rPr lang="en-US" altLang="zh-CN" dirty="0" smtClean="0">
                <a:solidFill>
                  <a:srgbClr val="0000FF"/>
                </a:solidFill>
              </a:rPr>
              <a:t>vs </a:t>
            </a:r>
            <a:r>
              <a:rPr lang="zh-CN" altLang="en-US" dirty="0" smtClean="0">
                <a:solidFill>
                  <a:srgbClr val="0000FF"/>
                </a:solidFill>
              </a:rPr>
              <a:t>强类型</a:t>
            </a:r>
            <a:r>
              <a:rPr lang="zh-CN" altLang="en-US" dirty="0" smtClean="0"/>
              <a:t>）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dirty="0" smtClean="0"/>
              <a:t> </a:t>
            </a:r>
            <a:r>
              <a:rPr lang="zh-CN" altLang="en-US" dirty="0" smtClean="0"/>
              <a:t>弱类型：每个属性</a:t>
            </a:r>
            <a:r>
              <a:rPr lang="zh-CN" altLang="en-US" dirty="0" smtClean="0">
                <a:solidFill>
                  <a:srgbClr val="0000FF"/>
                </a:solidFill>
              </a:rPr>
              <a:t>隶属于一个对象</a:t>
            </a:r>
            <a:r>
              <a:rPr lang="zh-CN" altLang="en-US" dirty="0" smtClean="0"/>
              <a:t>；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 smtClean="0"/>
              <a:t> 强类型：每个属性</a:t>
            </a:r>
            <a:r>
              <a:rPr lang="zh-CN" altLang="en-US" dirty="0" smtClean="0">
                <a:solidFill>
                  <a:srgbClr val="0000FF"/>
                </a:solidFill>
              </a:rPr>
              <a:t>准确地属于某个特定的类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类库（便于软件重用）</a:t>
            </a:r>
            <a:endParaRPr lang="en-US" altLang="zh-CN" dirty="0" smtClean="0"/>
          </a:p>
          <a:p>
            <a:r>
              <a:rPr lang="zh-CN" altLang="en-US" dirty="0" smtClean="0"/>
              <a:t>效率</a:t>
            </a:r>
            <a:r>
              <a:rPr lang="zh-CN" altLang="en-US" dirty="0"/>
              <a:t>高</a:t>
            </a:r>
            <a:endParaRPr lang="en-US" altLang="zh-CN" dirty="0" smtClean="0"/>
          </a:p>
          <a:p>
            <a:r>
              <a:rPr lang="zh-CN" altLang="en-US" dirty="0" smtClean="0"/>
              <a:t>持久保存对象 （情形：不同程序之间传递数据；或恢复中断了的程序</a:t>
            </a:r>
            <a:r>
              <a:rPr lang="zh-CN" altLang="en-US" dirty="0" smtClean="0"/>
              <a:t>。）</a:t>
            </a:r>
            <a:endParaRPr lang="en-US" altLang="zh-CN" dirty="0" smtClean="0"/>
          </a:p>
          <a:p>
            <a:r>
              <a:rPr lang="zh-CN" altLang="en-US" dirty="0"/>
              <a:t>参数</a:t>
            </a:r>
            <a:r>
              <a:rPr lang="zh-CN" altLang="en-US" dirty="0" smtClean="0"/>
              <a:t>化类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400" dirty="0" smtClean="0"/>
              <a:t>情形：对不同类型的数据，操作基本相同。</a:t>
            </a:r>
            <a:endParaRPr lang="en-US" altLang="zh-CN" sz="24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400" dirty="0" smtClean="0"/>
              <a:t>参数化：数据类型作为参数进行传递。</a:t>
            </a:r>
            <a:endParaRPr lang="en-US" altLang="zh-CN" sz="2400" dirty="0" smtClean="0"/>
          </a:p>
          <a:p>
            <a:r>
              <a:rPr lang="zh-CN" altLang="en-US" dirty="0" smtClean="0"/>
              <a:t>开发环境如何？（包括程序编辑、编译、调试</a:t>
            </a:r>
            <a:r>
              <a:rPr lang="en-US" altLang="zh-CN" dirty="0" smtClean="0"/>
              <a:t>…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8D82D-8808-4F85-8663-BB89C857FF61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12.1.3 </a:t>
            </a:r>
            <a:r>
              <a:rPr lang="zh-CN" altLang="en-US" dirty="0" smtClean="0"/>
              <a:t>选择面向对象语言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将来能否占主导地位</a:t>
            </a:r>
            <a:endParaRPr lang="en-US" altLang="zh-CN" dirty="0" smtClean="0"/>
          </a:p>
          <a:p>
            <a:r>
              <a:rPr lang="zh-CN" altLang="en-US" dirty="0" smtClean="0"/>
              <a:t>可重用性</a:t>
            </a:r>
            <a:endParaRPr lang="en-US" altLang="zh-CN" dirty="0" smtClean="0"/>
          </a:p>
          <a:p>
            <a:r>
              <a:rPr lang="zh-CN" altLang="en-US" dirty="0"/>
              <a:t>类</a:t>
            </a:r>
            <a:r>
              <a:rPr lang="zh-CN" altLang="en-US" dirty="0" smtClean="0"/>
              <a:t>库和开发环境</a:t>
            </a:r>
            <a:endParaRPr lang="en-US" altLang="zh-CN" dirty="0" smtClean="0"/>
          </a:p>
          <a:p>
            <a:r>
              <a:rPr lang="zh-CN" altLang="en-US" dirty="0" smtClean="0"/>
              <a:t>其它因素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</a:t>
            </a:r>
            <a:r>
              <a:rPr lang="zh-CN" altLang="en-US" dirty="0" smtClean="0"/>
              <a:t>是否提供技术支持？对机器性能的需求？集成已有软件的容易程度。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8D82D-8808-4F85-8663-BB89C857FF61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12.2 </a:t>
            </a:r>
            <a:r>
              <a:rPr lang="zh-CN" altLang="en-US" dirty="0" smtClean="0"/>
              <a:t>程序设计风格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提高可重用性</a:t>
            </a:r>
            <a:endParaRPr lang="en-US" altLang="zh-CN" dirty="0" smtClean="0"/>
          </a:p>
          <a:p>
            <a:r>
              <a:rPr lang="zh-CN" altLang="en-US" dirty="0" smtClean="0"/>
              <a:t>提高可扩充性</a:t>
            </a:r>
            <a:endParaRPr lang="en-US" altLang="zh-CN" dirty="0" smtClean="0"/>
          </a:p>
          <a:p>
            <a:r>
              <a:rPr lang="zh-CN" altLang="en-US" dirty="0" smtClean="0"/>
              <a:t>提高健壮性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8D82D-8808-4F85-8663-BB89C857FF61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12.3 </a:t>
            </a:r>
            <a:r>
              <a:rPr lang="zh-CN" altLang="en-US" dirty="0" smtClean="0"/>
              <a:t>测试策略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7931224" cy="233285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dirty="0" smtClean="0"/>
              <a:t>12.3.1 </a:t>
            </a:r>
            <a:r>
              <a:rPr lang="zh-CN" altLang="en-US" dirty="0" smtClean="0"/>
              <a:t>面向对象的单元测试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2800" dirty="0" smtClean="0"/>
              <a:t>单元测试的</a:t>
            </a:r>
            <a:r>
              <a:rPr lang="zh-CN" altLang="en-US" sz="2800" dirty="0" smtClean="0">
                <a:solidFill>
                  <a:srgbClr val="FF0000"/>
                </a:solidFill>
              </a:rPr>
              <a:t>对象</a:t>
            </a:r>
            <a:r>
              <a:rPr lang="zh-CN" altLang="en-US" sz="2800" dirty="0" smtClean="0"/>
              <a:t>是类和</a:t>
            </a:r>
            <a:r>
              <a:rPr lang="zh-CN" altLang="en-US" sz="2800" dirty="0" smtClean="0">
                <a:solidFill>
                  <a:srgbClr val="0000FF"/>
                </a:solidFill>
              </a:rPr>
              <a:t>对象</a:t>
            </a:r>
            <a:r>
              <a:rPr lang="zh-CN" altLang="en-US" sz="2800" dirty="0" smtClean="0"/>
              <a:t>；</a:t>
            </a:r>
            <a:endParaRPr lang="en-US" altLang="zh-CN" sz="2800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2800" dirty="0" smtClean="0"/>
              <a:t>不孤立地测试单个操作（函数），而是把操作作为类的一部分进行测试；</a:t>
            </a:r>
            <a:endParaRPr lang="en-US" altLang="zh-CN" sz="2800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2800" dirty="0" smtClean="0"/>
              <a:t>继承关系中，</a:t>
            </a:r>
            <a:r>
              <a:rPr lang="zh-CN" altLang="en-US" sz="2800" dirty="0" smtClean="0">
                <a:solidFill>
                  <a:srgbClr val="0000FF"/>
                </a:solidFill>
              </a:rPr>
              <a:t>不同子类的操作</a:t>
            </a:r>
            <a:r>
              <a:rPr lang="zh-CN" altLang="en-US" sz="2800" dirty="0" smtClean="0"/>
              <a:t>，因存在差别，</a:t>
            </a:r>
            <a:r>
              <a:rPr lang="zh-CN" altLang="en-US" sz="2800" dirty="0" smtClean="0">
                <a:solidFill>
                  <a:srgbClr val="0000FF"/>
                </a:solidFill>
              </a:rPr>
              <a:t>需分别测试</a:t>
            </a:r>
            <a:r>
              <a:rPr lang="zh-CN" altLang="en-US" sz="2800" dirty="0" smtClean="0"/>
              <a:t>。</a:t>
            </a:r>
            <a:endParaRPr lang="en-US" altLang="zh-CN" sz="2800" dirty="0" smtClean="0"/>
          </a:p>
          <a:p>
            <a:pPr marL="0" indent="0">
              <a:buNone/>
            </a:pPr>
            <a:endParaRPr lang="en-US" altLang="zh-CN" dirty="0" smtClean="0"/>
          </a:p>
          <a:p>
            <a:pPr>
              <a:buFont typeface="Wingdings" panose="05000000000000000000" pitchFamily="2" charset="2"/>
              <a:buChar char="ü"/>
            </a:pP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8D82D-8808-4F85-8663-BB89C857FF61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4149080"/>
            <a:ext cx="5610225" cy="211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12.3.2 </a:t>
            </a:r>
            <a:r>
              <a:rPr lang="zh-CN" altLang="en-US" dirty="0" smtClean="0"/>
              <a:t>面向对象的集成测试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两种测试策略：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dirty="0" smtClean="0"/>
              <a:t>基于</a:t>
            </a:r>
            <a:r>
              <a:rPr lang="zh-CN" altLang="en-US" dirty="0" smtClean="0">
                <a:solidFill>
                  <a:srgbClr val="0000FF"/>
                </a:solidFill>
              </a:rPr>
              <a:t>线程</a:t>
            </a:r>
            <a:r>
              <a:rPr lang="zh-CN" altLang="en-US" dirty="0" smtClean="0"/>
              <a:t>的测试（</a:t>
            </a:r>
            <a:r>
              <a:rPr lang="en-US" altLang="zh-CN" dirty="0" smtClean="0"/>
              <a:t>thread based testing</a:t>
            </a:r>
            <a:r>
              <a:rPr lang="zh-CN" altLang="en-US" dirty="0" smtClean="0"/>
              <a:t>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    </a:t>
            </a:r>
            <a:r>
              <a:rPr lang="zh-CN" altLang="en-US" dirty="0" smtClean="0"/>
              <a:t>把</a:t>
            </a:r>
            <a:r>
              <a:rPr lang="zh-CN" altLang="en-US" dirty="0" smtClean="0">
                <a:solidFill>
                  <a:srgbClr val="0000FF"/>
                </a:solidFill>
              </a:rPr>
              <a:t>一个输入或一个事件需要的类</a:t>
            </a:r>
            <a:r>
              <a:rPr lang="zh-CN" altLang="en-US" dirty="0" smtClean="0"/>
              <a:t>集成起来测试。</a:t>
            </a:r>
            <a:r>
              <a:rPr lang="en-US" altLang="zh-CN" dirty="0" smtClean="0"/>
              <a:t>    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dirty="0" smtClean="0"/>
              <a:t>基于使用的测试（</a:t>
            </a:r>
            <a:r>
              <a:rPr lang="en-US" altLang="zh-CN" dirty="0" smtClean="0"/>
              <a:t>use based testing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</a:t>
            </a:r>
            <a:r>
              <a:rPr lang="zh-CN" altLang="en-US" dirty="0" smtClean="0"/>
              <a:t>先独立类，后依赖类。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8D82D-8808-4F85-8663-BB89C857FF61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12.4 </a:t>
            </a:r>
            <a:r>
              <a:rPr lang="zh-CN" altLang="en-US" dirty="0" smtClean="0"/>
              <a:t>设计测试用例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12.4.1 </a:t>
            </a:r>
            <a:r>
              <a:rPr lang="zh-CN" altLang="en-US" dirty="0" smtClean="0"/>
              <a:t>测试类的方法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1</a:t>
            </a:r>
            <a:r>
              <a:rPr lang="zh-CN" altLang="en-US" dirty="0" smtClean="0"/>
              <a:t>）随机测试</a:t>
            </a:r>
            <a:endParaRPr lang="en-US" altLang="zh-CN" dirty="0" smtClean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8D82D-8808-4F85-8663-BB89C857FF61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924944"/>
            <a:ext cx="6633464" cy="18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随机产生操作序列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284984"/>
            <a:ext cx="8229600" cy="2841179"/>
          </a:xfrm>
        </p:spPr>
        <p:txBody>
          <a:bodyPr/>
          <a:lstStyle/>
          <a:p>
            <a:r>
              <a:rPr lang="zh-CN" altLang="en-US" dirty="0" smtClean="0"/>
              <a:t>测试用例</a:t>
            </a:r>
            <a:r>
              <a:rPr lang="en-US" altLang="zh-CN" dirty="0" smtClean="0"/>
              <a:t>1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Open-Deposit-Balance-Summarize-Withdraw-Close</a:t>
            </a:r>
            <a:endParaRPr lang="en-US" altLang="zh-CN" dirty="0" smtClean="0"/>
          </a:p>
          <a:p>
            <a:r>
              <a:rPr lang="zh-CN" altLang="en-US" dirty="0" smtClean="0"/>
              <a:t>测试用例</a:t>
            </a:r>
            <a:r>
              <a:rPr lang="en-US" altLang="zh-CN" dirty="0" smtClean="0"/>
              <a:t>2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Open-Withdraw-Balance-Close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8D82D-8808-4F85-8663-BB89C857FF61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262971"/>
            <a:ext cx="6633464" cy="18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）划分测试（类似于</a:t>
            </a:r>
            <a:r>
              <a:rPr lang="zh-CN" altLang="en-US" dirty="0" smtClean="0">
                <a:solidFill>
                  <a:srgbClr val="0000FF"/>
                </a:solidFill>
              </a:rPr>
              <a:t>等价划分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628801"/>
            <a:ext cx="8229600" cy="2736304"/>
          </a:xfrm>
        </p:spPr>
        <p:txBody>
          <a:bodyPr/>
          <a:lstStyle/>
          <a:p>
            <a:r>
              <a:rPr lang="zh-CN" altLang="en-US" dirty="0" smtClean="0"/>
              <a:t>基于状态的划分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 smtClean="0"/>
              <a:t>改变</a:t>
            </a:r>
            <a:r>
              <a:rPr lang="en-US" altLang="zh-CN" dirty="0" smtClean="0"/>
              <a:t>Account</a:t>
            </a:r>
            <a:r>
              <a:rPr lang="zh-CN" altLang="en-US" dirty="0" smtClean="0"/>
              <a:t>类状态的操作：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Deposit, Withdraw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 smtClean="0"/>
              <a:t>不改变</a:t>
            </a:r>
            <a:r>
              <a:rPr lang="en-US" altLang="zh-CN" dirty="0"/>
              <a:t>Account</a:t>
            </a:r>
            <a:r>
              <a:rPr lang="zh-CN" altLang="en-US" dirty="0"/>
              <a:t>类状态的操作：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 smtClean="0"/>
              <a:t>    Balance, Summarize, </a:t>
            </a:r>
            <a:r>
              <a:rPr lang="en-US" altLang="zh-CN" dirty="0" err="1" smtClean="0"/>
              <a:t>CreditLimit</a:t>
            </a:r>
            <a:endParaRPr lang="en-US" altLang="zh-CN" dirty="0" smtClean="0"/>
          </a:p>
          <a:p>
            <a:pPr marL="457200" lvl="1" indent="0">
              <a:buNone/>
            </a:pPr>
            <a:endParaRPr lang="en-US" altLang="zh-CN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8D82D-8808-4F85-8663-BB89C857FF61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6" name="内容占位符 2"/>
          <p:cNvSpPr txBox="1"/>
          <p:nvPr/>
        </p:nvSpPr>
        <p:spPr>
          <a:xfrm>
            <a:off x="622759" y="4365104"/>
            <a:ext cx="8229600" cy="22768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zh-CN" dirty="0" smtClean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zh-CN" dirty="0"/>
          </a:p>
        </p:txBody>
      </p:sp>
      <p:sp>
        <p:nvSpPr>
          <p:cNvPr id="7" name="TextBox 6"/>
          <p:cNvSpPr txBox="1"/>
          <p:nvPr/>
        </p:nvSpPr>
        <p:spPr>
          <a:xfrm>
            <a:off x="755576" y="4365104"/>
            <a:ext cx="73448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测试用例：</a:t>
            </a:r>
            <a:endParaRPr lang="en-US" altLang="zh-CN" sz="2400" dirty="0" smtClean="0"/>
          </a:p>
          <a:p>
            <a:pPr marL="342900" indent="-342900">
              <a:buFont typeface="+mj-ea"/>
              <a:buAutoNum type="circleNumDbPlain"/>
            </a:pPr>
            <a:r>
              <a:rPr lang="en-US" altLang="zh-CN" sz="2400" dirty="0" smtClean="0"/>
              <a:t>Open – Deposit – Deposit – Withdraw – Withdraw – Close; </a:t>
            </a:r>
            <a:r>
              <a:rPr lang="zh-CN" altLang="en-US" sz="2400" dirty="0" smtClean="0"/>
              <a:t>（改变</a:t>
            </a:r>
            <a:r>
              <a:rPr lang="en-US" altLang="zh-CN" sz="2400" dirty="0" smtClean="0"/>
              <a:t>Account</a:t>
            </a:r>
            <a:r>
              <a:rPr lang="zh-CN" altLang="en-US" sz="2400" dirty="0" smtClean="0"/>
              <a:t>类状态）</a:t>
            </a:r>
            <a:endParaRPr lang="en-US" altLang="zh-CN" sz="2400" dirty="0" smtClean="0"/>
          </a:p>
          <a:p>
            <a:pPr marL="342900" indent="-342900">
              <a:buFont typeface="+mj-ea"/>
              <a:buAutoNum type="circleNumDbPlain"/>
            </a:pPr>
            <a:r>
              <a:rPr lang="en-US" altLang="zh-CN" sz="2400" dirty="0" smtClean="0"/>
              <a:t>Open – Balance – Summarize – </a:t>
            </a:r>
            <a:r>
              <a:rPr lang="en-US" altLang="zh-CN" sz="2400" dirty="0" err="1" smtClean="0"/>
              <a:t>CreditLimit</a:t>
            </a:r>
            <a:r>
              <a:rPr lang="en-US" altLang="zh-CN" sz="2400" dirty="0" smtClean="0"/>
              <a:t> – Close.</a:t>
            </a:r>
            <a:endParaRPr lang="en-US" altLang="zh-CN" sz="2400" dirty="0" smtClean="0"/>
          </a:p>
          <a:p>
            <a:r>
              <a:rPr lang="en-US" altLang="zh-CN" sz="2400" dirty="0"/>
              <a:t> </a:t>
            </a:r>
            <a:r>
              <a:rPr lang="en-US" altLang="zh-CN" sz="2400" dirty="0" smtClean="0"/>
              <a:t> </a:t>
            </a:r>
            <a:r>
              <a:rPr lang="zh-CN" altLang="en-US" sz="2400" dirty="0" smtClean="0"/>
              <a:t>（</a:t>
            </a:r>
            <a:r>
              <a:rPr lang="zh-CN" altLang="en-US" sz="2400" dirty="0"/>
              <a:t>不</a:t>
            </a:r>
            <a:r>
              <a:rPr lang="zh-CN" altLang="en-US" sz="2400" dirty="0" smtClean="0"/>
              <a:t>改变</a:t>
            </a:r>
            <a:r>
              <a:rPr lang="en-US" altLang="zh-CN" sz="2400" dirty="0"/>
              <a:t>Account</a:t>
            </a:r>
            <a:r>
              <a:rPr lang="zh-CN" altLang="en-US" sz="2400" dirty="0"/>
              <a:t>类状态）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基于属性的划分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根据类操作使用的属性来划分操作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</a:t>
            </a:r>
            <a:r>
              <a:rPr lang="zh-CN" altLang="en-US" dirty="0" smtClean="0"/>
              <a:t>如：按</a:t>
            </a:r>
            <a:r>
              <a:rPr lang="zh-CN" altLang="en-US" dirty="0" smtClean="0">
                <a:solidFill>
                  <a:srgbClr val="0000FF"/>
                </a:solidFill>
              </a:rPr>
              <a:t>属性</a:t>
            </a:r>
            <a:r>
              <a:rPr lang="en-US" altLang="zh-CN" dirty="0">
                <a:solidFill>
                  <a:srgbClr val="0000FF"/>
                </a:solidFill>
              </a:rPr>
              <a:t>b</a:t>
            </a:r>
            <a:r>
              <a:rPr lang="en-US" altLang="zh-CN" dirty="0" smtClean="0">
                <a:solidFill>
                  <a:srgbClr val="0000FF"/>
                </a:solidFill>
              </a:rPr>
              <a:t>alance</a:t>
            </a:r>
            <a:r>
              <a:rPr lang="zh-CN" altLang="en-US" dirty="0" smtClean="0"/>
              <a:t>可分为</a:t>
            </a:r>
            <a:r>
              <a:rPr lang="en-US" altLang="zh-CN" dirty="0"/>
              <a:t>3</a:t>
            </a:r>
            <a:r>
              <a:rPr lang="zh-CN" altLang="en-US" dirty="0" smtClean="0"/>
              <a:t>类：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 smtClean="0"/>
              <a:t>使用</a:t>
            </a:r>
            <a:r>
              <a:rPr lang="en-US" altLang="zh-CN" dirty="0"/>
              <a:t>b</a:t>
            </a:r>
            <a:r>
              <a:rPr lang="en-US" altLang="zh-CN" dirty="0" smtClean="0"/>
              <a:t>alance</a:t>
            </a:r>
            <a:r>
              <a:rPr lang="zh-CN" altLang="en-US" dirty="0" smtClean="0"/>
              <a:t>的操作 （</a:t>
            </a:r>
            <a:r>
              <a:rPr lang="en-US" altLang="zh-CN" dirty="0" smtClean="0"/>
              <a:t>Balance, Summarize</a:t>
            </a:r>
            <a:r>
              <a:rPr lang="zh-CN" altLang="en-US" dirty="0" smtClean="0"/>
              <a:t>）；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 smtClean="0"/>
              <a:t>修改</a:t>
            </a:r>
            <a:r>
              <a:rPr lang="en-US" altLang="zh-CN" dirty="0" smtClean="0"/>
              <a:t>balance</a:t>
            </a:r>
            <a:r>
              <a:rPr lang="zh-CN" altLang="en-US" dirty="0"/>
              <a:t>的</a:t>
            </a:r>
            <a:r>
              <a:rPr lang="zh-CN" altLang="en-US" dirty="0" smtClean="0"/>
              <a:t>操作 （</a:t>
            </a:r>
            <a:r>
              <a:rPr lang="en-US" altLang="zh-CN" dirty="0" smtClean="0"/>
              <a:t>Deposit, Withdraw</a:t>
            </a:r>
            <a:r>
              <a:rPr lang="zh-CN" altLang="en-US" dirty="0" smtClean="0"/>
              <a:t>）；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 smtClean="0"/>
              <a:t>不使用也不修改</a:t>
            </a:r>
            <a:r>
              <a:rPr lang="en-US" altLang="zh-CN" dirty="0"/>
              <a:t>b</a:t>
            </a:r>
            <a:r>
              <a:rPr lang="en-US" altLang="zh-CN" dirty="0" smtClean="0"/>
              <a:t>alance</a:t>
            </a:r>
            <a:r>
              <a:rPr lang="zh-CN" altLang="en-US" dirty="0" smtClean="0"/>
              <a:t>的操作（</a:t>
            </a:r>
            <a:r>
              <a:rPr lang="en-US" altLang="zh-CN" dirty="0" smtClean="0"/>
              <a:t>CreditLimit</a:t>
            </a:r>
            <a:r>
              <a:rPr lang="zh-CN" altLang="en-US" dirty="0" smtClean="0"/>
              <a:t>）。</a:t>
            </a:r>
            <a:r>
              <a:rPr lang="en-US" altLang="zh-CN" dirty="0" smtClean="0"/>
              <a:t>     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8D82D-8808-4F85-8663-BB89C857FF61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4437112"/>
            <a:ext cx="6633464" cy="18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7" name="墨迹 6"/>
              <p14:cNvContentPartPr/>
              <p14:nvPr/>
            </p14:nvContentPartPr>
            <p14:xfrm>
              <a:off x="1009800" y="5257800"/>
              <a:ext cx="6445440" cy="56556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3"/>
            </p:blipFill>
            <p:spPr>
              <a:xfrm>
                <a:off x="1009800" y="5257800"/>
                <a:ext cx="6445440" cy="56556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289451"/>
          </a:xfrm>
        </p:spPr>
        <p:txBody>
          <a:bodyPr/>
          <a:lstStyle/>
          <a:p>
            <a:r>
              <a:rPr lang="zh-CN" altLang="en-US" dirty="0"/>
              <a:t>基于功能的</a:t>
            </a:r>
            <a:r>
              <a:rPr lang="zh-CN" altLang="en-US" dirty="0" smtClean="0"/>
              <a:t>划分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</a:t>
            </a:r>
            <a:r>
              <a:rPr lang="zh-CN" altLang="en-US" dirty="0" smtClean="0"/>
              <a:t>依据完成的功能来划分</a:t>
            </a:r>
            <a:r>
              <a:rPr lang="zh-CN" altLang="en-US" dirty="0"/>
              <a:t>类</a:t>
            </a:r>
            <a:r>
              <a:rPr lang="zh-CN" altLang="en-US" dirty="0" smtClean="0"/>
              <a:t>操作，如：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dirty="0"/>
              <a:t> </a:t>
            </a:r>
            <a:r>
              <a:rPr lang="zh-CN" altLang="en-US" dirty="0" smtClean="0"/>
              <a:t>初始化操作</a:t>
            </a:r>
            <a:r>
              <a:rPr lang="en-US" altLang="zh-CN" dirty="0" smtClean="0"/>
              <a:t>: Open, Setup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dirty="0"/>
              <a:t> </a:t>
            </a:r>
            <a:r>
              <a:rPr lang="zh-CN" altLang="en-US" dirty="0" smtClean="0"/>
              <a:t>计算操作</a:t>
            </a:r>
            <a:r>
              <a:rPr lang="en-US" altLang="zh-CN" dirty="0" smtClean="0"/>
              <a:t>: Deposit, Withdraw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dirty="0"/>
              <a:t> </a:t>
            </a:r>
            <a:r>
              <a:rPr lang="zh-CN" altLang="en-US" dirty="0" smtClean="0"/>
              <a:t>查询操作</a:t>
            </a:r>
            <a:r>
              <a:rPr lang="en-US" altLang="zh-CN" dirty="0" smtClean="0"/>
              <a:t>: Balance, Summarize, </a:t>
            </a:r>
            <a:r>
              <a:rPr lang="en-US" altLang="zh-CN" dirty="0" err="1" smtClean="0"/>
              <a:t>CreditLimit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3</a:t>
            </a:r>
            <a:r>
              <a:rPr lang="zh-CN" altLang="en-US" dirty="0" smtClean="0"/>
              <a:t>）基于故障的测试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dirty="0"/>
              <a:t> </a:t>
            </a:r>
            <a:r>
              <a:rPr lang="zh-CN" altLang="en-US" dirty="0" smtClean="0"/>
              <a:t>依靠经验和直觉，类似于错误推测法。</a:t>
            </a:r>
            <a:r>
              <a:rPr lang="en-US" altLang="zh-CN" dirty="0" smtClean="0"/>
              <a:t>    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8D82D-8808-4F85-8663-BB89C857FF61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12.4.2 </a:t>
            </a:r>
            <a:r>
              <a:rPr lang="zh-CN" altLang="en-US" dirty="0" smtClean="0"/>
              <a:t>集成测试方法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9120"/>
          </a:xfrm>
        </p:spPr>
        <p:txBody>
          <a:bodyPr/>
          <a:lstStyle/>
          <a:p>
            <a:r>
              <a:rPr lang="zh-CN" altLang="en-US" dirty="0" smtClean="0"/>
              <a:t>从动态模型导出测试用例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8D82D-8808-4F85-8663-BB89C857FF61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1" y="2780928"/>
            <a:ext cx="5688632" cy="3533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6" name="墨迹 5"/>
              <p14:cNvContentPartPr/>
              <p14:nvPr/>
            </p14:nvContentPartPr>
            <p14:xfrm>
              <a:off x="1562040" y="2857680"/>
              <a:ext cx="4502520" cy="255276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3"/>
            </p:blipFill>
            <p:spPr>
              <a:xfrm>
                <a:off x="1562040" y="2857680"/>
                <a:ext cx="4502520" cy="255276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692696"/>
            <a:ext cx="8229600" cy="5433467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测试用例覆盖所有状态        </a:t>
            </a:r>
            <a:r>
              <a:rPr lang="zh-CN" altLang="en-US" dirty="0" smtClean="0">
                <a:solidFill>
                  <a:srgbClr val="0000FF"/>
                </a:solidFill>
              </a:rPr>
              <a:t>事件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2400" dirty="0" smtClean="0"/>
              <a:t>测试用例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：</a:t>
            </a:r>
            <a:endParaRPr lang="en-US" altLang="zh-CN" sz="2400" dirty="0" smtClean="0"/>
          </a:p>
          <a:p>
            <a:pPr marL="0" indent="0">
              <a:buNone/>
            </a:pPr>
            <a:r>
              <a:rPr lang="en-US" altLang="zh-CN" sz="2400" dirty="0"/>
              <a:t> </a:t>
            </a:r>
            <a:r>
              <a:rPr lang="en-US" altLang="zh-CN" sz="2400" dirty="0" smtClean="0"/>
              <a:t>   Open – </a:t>
            </a:r>
            <a:r>
              <a:rPr lang="en-US" altLang="zh-CN" sz="2400" dirty="0" err="1" smtClean="0"/>
              <a:t>SetupAcct</a:t>
            </a:r>
            <a:r>
              <a:rPr lang="en-US" altLang="zh-CN" sz="2400" dirty="0" smtClean="0"/>
              <a:t> – Deposit(initial) – Withdraw(final) – Close</a:t>
            </a:r>
            <a:endParaRPr lang="en-US" altLang="zh-CN" sz="2400" dirty="0" smtClean="0"/>
          </a:p>
          <a:p>
            <a:pPr marL="0" indent="0">
              <a:buNone/>
            </a:pPr>
            <a:endParaRPr lang="en-US" altLang="zh-CN" sz="2400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2400" dirty="0" smtClean="0"/>
              <a:t>测试用例</a:t>
            </a:r>
            <a:r>
              <a:rPr lang="en-US" altLang="zh-CN" sz="2400" dirty="0" smtClean="0"/>
              <a:t>2</a:t>
            </a:r>
            <a:r>
              <a:rPr lang="zh-CN" altLang="en-US" sz="2400" dirty="0" smtClean="0"/>
              <a:t>：</a:t>
            </a:r>
            <a:endParaRPr lang="en-US" altLang="zh-CN" sz="2400" dirty="0" smtClean="0"/>
          </a:p>
          <a:p>
            <a:pPr marL="0" indent="0">
              <a:buNone/>
            </a:pPr>
            <a:r>
              <a:rPr lang="en-US" altLang="zh-CN" sz="2400" dirty="0"/>
              <a:t> </a:t>
            </a:r>
            <a:r>
              <a:rPr lang="en-US" altLang="zh-CN" sz="2400" dirty="0" smtClean="0"/>
              <a:t>   Open – </a:t>
            </a:r>
            <a:r>
              <a:rPr lang="en-US" altLang="zh-CN" sz="2400" dirty="0" err="1" smtClean="0"/>
              <a:t>SetupAcct</a:t>
            </a:r>
            <a:r>
              <a:rPr lang="en-US" altLang="zh-CN" sz="2400" dirty="0" smtClean="0"/>
              <a:t> – Deposit(initial) – </a:t>
            </a:r>
            <a:r>
              <a:rPr lang="en-US" altLang="zh-CN" sz="2400" dirty="0" smtClean="0">
                <a:solidFill>
                  <a:srgbClr val="0000FF"/>
                </a:solidFill>
              </a:rPr>
              <a:t>Deposit </a:t>
            </a:r>
            <a:r>
              <a:rPr lang="en-US" altLang="zh-CN" sz="2400" dirty="0" smtClean="0"/>
              <a:t>–</a:t>
            </a:r>
            <a:r>
              <a:rPr lang="en-US" altLang="zh-CN" sz="2400" dirty="0" smtClean="0">
                <a:solidFill>
                  <a:srgbClr val="0000FF"/>
                </a:solidFill>
              </a:rPr>
              <a:t> Balance</a:t>
            </a:r>
            <a:r>
              <a:rPr lang="en-US" altLang="zh-CN" sz="2400" dirty="0" smtClean="0"/>
              <a:t> – </a:t>
            </a:r>
            <a:r>
              <a:rPr lang="en-US" altLang="zh-CN" sz="2400" dirty="0" smtClean="0">
                <a:solidFill>
                  <a:srgbClr val="0000FF"/>
                </a:solidFill>
              </a:rPr>
              <a:t>Credit</a:t>
            </a:r>
            <a:r>
              <a:rPr lang="en-US" altLang="zh-CN" sz="2400" dirty="0" smtClean="0"/>
              <a:t> – Withdraw(final) - Close</a:t>
            </a:r>
            <a:endParaRPr lang="en-US" altLang="zh-CN" sz="2400" dirty="0" smtClean="0"/>
          </a:p>
          <a:p>
            <a:pPr>
              <a:buFont typeface="Wingdings" panose="05000000000000000000" pitchFamily="2" charset="2"/>
              <a:buChar char="ü"/>
            </a:pPr>
            <a:endParaRPr lang="en-US" altLang="zh-CN" sz="2400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2400" dirty="0" smtClean="0"/>
              <a:t>测试用例</a:t>
            </a:r>
            <a:r>
              <a:rPr lang="en-US" altLang="zh-CN" sz="2400" dirty="0" smtClean="0"/>
              <a:t>3</a:t>
            </a:r>
            <a:r>
              <a:rPr lang="zh-CN" altLang="en-US" sz="2400" dirty="0" smtClean="0"/>
              <a:t>：</a:t>
            </a:r>
            <a:endParaRPr lang="en-US" altLang="zh-CN" sz="2400" dirty="0" smtClean="0"/>
          </a:p>
          <a:p>
            <a:pPr marL="0" indent="0">
              <a:buNone/>
            </a:pPr>
            <a:r>
              <a:rPr lang="en-US" altLang="zh-CN" sz="2400" dirty="0"/>
              <a:t> </a:t>
            </a:r>
            <a:r>
              <a:rPr lang="en-US" altLang="zh-CN" sz="2400" dirty="0" smtClean="0"/>
              <a:t>   Open – </a:t>
            </a:r>
            <a:r>
              <a:rPr lang="en-US" altLang="zh-CN" sz="2400" dirty="0" err="1" smtClean="0"/>
              <a:t>SetupAcct</a:t>
            </a:r>
            <a:r>
              <a:rPr lang="en-US" altLang="zh-CN" sz="2400" dirty="0" smtClean="0"/>
              <a:t> - </a:t>
            </a:r>
            <a:r>
              <a:rPr lang="en-US" altLang="zh-CN" sz="2400" dirty="0"/>
              <a:t>Deposit(initial) </a:t>
            </a:r>
            <a:r>
              <a:rPr lang="en-US" altLang="zh-CN" sz="2400" dirty="0" smtClean="0"/>
              <a:t>– Deposit – </a:t>
            </a:r>
            <a:r>
              <a:rPr lang="en-US" altLang="zh-CN" sz="2400" dirty="0" smtClean="0">
                <a:solidFill>
                  <a:srgbClr val="0000FF"/>
                </a:solidFill>
              </a:rPr>
              <a:t>Withdraw</a:t>
            </a:r>
            <a:r>
              <a:rPr lang="en-US" altLang="zh-CN" sz="2400" dirty="0" smtClean="0"/>
              <a:t> – </a:t>
            </a:r>
            <a:r>
              <a:rPr lang="en-US" altLang="zh-CN" sz="2400" dirty="0" err="1" smtClean="0">
                <a:solidFill>
                  <a:srgbClr val="0000FF"/>
                </a:solidFill>
              </a:rPr>
              <a:t>AcctInfo</a:t>
            </a:r>
            <a:r>
              <a:rPr lang="en-US" altLang="zh-CN" sz="2400" dirty="0" smtClean="0"/>
              <a:t> – Withdraw(final) - Close</a:t>
            </a:r>
            <a:endParaRPr lang="zh-CN" altLang="en-US" sz="24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8D82D-8808-4F85-8663-BB89C857FF61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323528" y="2185080"/>
              <a:ext cx="7741080" cy="340416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323528" y="2185080"/>
                <a:ext cx="7741080" cy="3404160"/>
              </a:xfrm>
              <a:prstGeom prst="rect"/>
            </p:spPr>
          </p:pic>
        </mc:Fallback>
      </mc:AlternateContent>
      <p:sp>
        <p:nvSpPr>
          <p:cNvPr id="6" name="右箭头 5"/>
          <p:cNvSpPr/>
          <p:nvPr/>
        </p:nvSpPr>
        <p:spPr>
          <a:xfrm>
            <a:off x="4644390" y="908685"/>
            <a:ext cx="720090" cy="144145"/>
          </a:xfrm>
          <a:prstGeom prst="rightArrow">
            <a:avLst/>
          </a:prstGeom>
          <a:solidFill>
            <a:srgbClr val="FF0000"/>
          </a:solidFill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oZGlkIjoiMWRkYWM2NTk3YTg3N2JkZWYxNzVkMWE0MDlhMjU5MDQ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2189</Words>
  <Application>WPS 演示</Application>
  <PresentationFormat>全屏显示(4:3)</PresentationFormat>
  <Paragraphs>256</Paragraphs>
  <Slides>22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9" baseType="lpstr">
      <vt:lpstr>Arial</vt:lpstr>
      <vt:lpstr>宋体</vt:lpstr>
      <vt:lpstr>Wingdings</vt:lpstr>
      <vt:lpstr>Calibri</vt:lpstr>
      <vt:lpstr>微软雅黑</vt:lpstr>
      <vt:lpstr>Arial Unicode MS</vt:lpstr>
      <vt:lpstr>Office 主题</vt:lpstr>
      <vt:lpstr>Revisiting Chapter 11</vt:lpstr>
      <vt:lpstr>PowerPoint 演示文稿</vt:lpstr>
      <vt:lpstr>PowerPoint 演示文稿</vt:lpstr>
      <vt:lpstr>PowerPoint 演示文稿</vt:lpstr>
      <vt:lpstr>PowerPoint 演示文稿</vt:lpstr>
      <vt:lpstr>第12章 面向对象实现</vt:lpstr>
      <vt:lpstr>面向对象实现的两项工作</vt:lpstr>
      <vt:lpstr>Outline</vt:lpstr>
      <vt:lpstr>12.1 程序设计语言</vt:lpstr>
      <vt:lpstr>12.1.2 面向对象语言的技术特点</vt:lpstr>
      <vt:lpstr>PowerPoint 演示文稿</vt:lpstr>
      <vt:lpstr>12.1.3 选择面向对象语言</vt:lpstr>
      <vt:lpstr>12.2 程序设计风格</vt:lpstr>
      <vt:lpstr>12.3 测试策略</vt:lpstr>
      <vt:lpstr>12.3.2 面向对象的集成测试</vt:lpstr>
      <vt:lpstr>12.4 设计测试用例</vt:lpstr>
      <vt:lpstr>随机产生操作序列</vt:lpstr>
      <vt:lpstr>2）划分测试（类似于等价划分）</vt:lpstr>
      <vt:lpstr>基于属性的划分</vt:lpstr>
      <vt:lpstr>PowerPoint 演示文稿</vt:lpstr>
      <vt:lpstr>12.4.2 集成测试方法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第12章 </dc:title>
  <dc:creator>Guohua</dc:creator>
  <cp:lastModifiedBy>LV</cp:lastModifiedBy>
  <cp:revision>227</cp:revision>
  <dcterms:created xsi:type="dcterms:W3CDTF">2016-11-22T06:19:00Z</dcterms:created>
  <dcterms:modified xsi:type="dcterms:W3CDTF">2025-11-03T17:14:09Z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F31AE03D3E564C8E8DAD28B54FBF4B55_12</vt:lpwstr>
  </property>
</Properties>
</file>