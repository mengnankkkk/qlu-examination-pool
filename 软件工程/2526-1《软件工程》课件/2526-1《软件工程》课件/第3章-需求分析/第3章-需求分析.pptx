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58"/>
  </p:handoutMasterIdLst>
  <p:sldIdLst>
    <p:sldId id="4718" r:id="rId3"/>
    <p:sldId id="4800" r:id="rId4"/>
    <p:sldId id="4663" r:id="rId5"/>
    <p:sldId id="4801" r:id="rId6"/>
    <p:sldId id="4600" r:id="rId7"/>
    <p:sldId id="4631" r:id="rId8"/>
    <p:sldId id="4504" r:id="rId9"/>
    <p:sldId id="4923" r:id="rId10"/>
    <p:sldId id="4521" r:id="rId11"/>
    <p:sldId id="4572" r:id="rId12"/>
    <p:sldId id="4546" r:id="rId13"/>
    <p:sldId id="359" r:id="rId14"/>
    <p:sldId id="4664" r:id="rId15"/>
    <p:sldId id="4850" r:id="rId16"/>
    <p:sldId id="360" r:id="rId17"/>
    <p:sldId id="1152" r:id="rId19"/>
    <p:sldId id="361" r:id="rId20"/>
    <p:sldId id="1240" r:id="rId21"/>
    <p:sldId id="4662" r:id="rId22"/>
    <p:sldId id="1185" r:id="rId23"/>
    <p:sldId id="4890" r:id="rId24"/>
    <p:sldId id="362" r:id="rId25"/>
    <p:sldId id="1186" r:id="rId26"/>
    <p:sldId id="1153" r:id="rId27"/>
    <p:sldId id="4505" r:id="rId28"/>
    <p:sldId id="363" r:id="rId29"/>
    <p:sldId id="1154" r:id="rId30"/>
    <p:sldId id="364" r:id="rId31"/>
    <p:sldId id="707" r:id="rId32"/>
    <p:sldId id="366" r:id="rId33"/>
    <p:sldId id="4573" r:id="rId34"/>
    <p:sldId id="4720" r:id="rId35"/>
    <p:sldId id="4721" r:id="rId36"/>
    <p:sldId id="4700" r:id="rId37"/>
    <p:sldId id="4701" r:id="rId38"/>
    <p:sldId id="4765" r:id="rId39"/>
    <p:sldId id="4766" r:id="rId40"/>
    <p:sldId id="4783" r:id="rId41"/>
    <p:sldId id="4702" r:id="rId42"/>
    <p:sldId id="1113" r:id="rId43"/>
    <p:sldId id="4522" r:id="rId44"/>
    <p:sldId id="4539" r:id="rId45"/>
    <p:sldId id="4540" r:id="rId46"/>
    <p:sldId id="4666" r:id="rId47"/>
    <p:sldId id="4541" r:id="rId48"/>
    <p:sldId id="4542" r:id="rId49"/>
    <p:sldId id="4543" r:id="rId50"/>
    <p:sldId id="4544" r:id="rId51"/>
    <p:sldId id="4545" r:id="rId52"/>
    <p:sldId id="4547" r:id="rId53"/>
    <p:sldId id="4716" r:id="rId54"/>
    <p:sldId id="4717" r:id="rId55"/>
    <p:sldId id="4924" r:id="rId56"/>
    <p:sldId id="4767" r:id="rId57"/>
  </p:sldIdLst>
  <p:sldSz cx="9144000" cy="6858000" type="screen4x3"/>
  <p:notesSz cx="6858000" cy="9144000"/>
  <p:custDataLst>
    <p:tags r:id="rId63"/>
  </p:custDataLst>
  <p:defaultTextStyle>
    <a:defPPr>
      <a:defRPr lang="en-US"/>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1" userDrawn="1">
          <p15:clr>
            <a:srgbClr val="A4A3A4"/>
          </p15:clr>
        </p15:guide>
        <p15:guide id="2" pos="296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ohua" initials="G"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9" autoAdjust="0"/>
    <p:restoredTop sz="94590" autoAdjust="0"/>
  </p:normalViewPr>
  <p:slideViewPr>
    <p:cSldViewPr showGuides="1">
      <p:cViewPr varScale="1">
        <p:scale>
          <a:sx n="61" d="100"/>
          <a:sy n="61" d="100"/>
        </p:scale>
        <p:origin x="-1180" y="-60"/>
      </p:cViewPr>
      <p:guideLst>
        <p:guide orient="horz" pos="2131"/>
        <p:guide pos="2961"/>
      </p:guideLst>
    </p:cSldViewPr>
  </p:slideViewPr>
  <p:outlineViewPr>
    <p:cViewPr>
      <p:scale>
        <a:sx n="33" d="100"/>
        <a:sy n="33" d="100"/>
      </p:scale>
      <p:origin x="0" y="0"/>
    </p:cViewPr>
  </p:outlineViewPr>
  <p:notesTextViewPr>
    <p:cViewPr>
      <p:scale>
        <a:sx n="100" d="100"/>
        <a:sy n="100" d="100"/>
      </p:scale>
      <p:origin x="0" y="92"/>
    </p:cViewPr>
  </p:notesTextViewPr>
  <p:sorterViewPr>
    <p:cViewPr>
      <p:scale>
        <a:sx n="66" d="100"/>
        <a:sy n="66" d="100"/>
      </p:scale>
      <p:origin x="0" y="5827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gs" Target="tags/tag11.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17-08-29T15:58:42.226" idx="1">
    <p:pos x="10" y="10"/>
    <p:text>通信接口：比如聊天软件，每条信息字数的限制。</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17-09-04T18:39:28.220" idx="2">
    <p:pos x="10" y="10"/>
    <p:text>统计功能：比如将库存的部件分门别类；统计低于10件的部件有哪些等等。
分析销售趋势：哪些部件买的多，就说明销售好。</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1.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6291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kumimoji="1" sz="1200">
                <a:latin typeface="Times New Roman" panose="02020603050405020304" pitchFamily="18" charset="0"/>
              </a:defRPr>
            </a:lvl1pPr>
          </a:lstStyle>
          <a:p>
            <a:pPr>
              <a:defRPr/>
            </a:pPr>
            <a:endParaRPr lang="zh-CN" altLang="en-US"/>
          </a:p>
        </p:txBody>
      </p:sp>
      <p:sp>
        <p:nvSpPr>
          <p:cNvPr id="106291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kumimoji="1" sz="1200">
                <a:latin typeface="Times New Roman" panose="02020603050405020304" pitchFamily="18" charset="0"/>
              </a:defRPr>
            </a:lvl1pPr>
          </a:lstStyle>
          <a:p>
            <a:pPr>
              <a:defRPr/>
            </a:pPr>
            <a:endParaRPr lang="en-US" altLang="zh-CN"/>
          </a:p>
        </p:txBody>
      </p:sp>
      <p:sp>
        <p:nvSpPr>
          <p:cNvPr id="106291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kumimoji="1" sz="1200">
                <a:latin typeface="Times New Roman" panose="02020603050405020304" pitchFamily="18" charset="0"/>
              </a:defRPr>
            </a:lvl1pPr>
          </a:lstStyle>
          <a:p>
            <a:pPr>
              <a:defRPr/>
            </a:pPr>
            <a:endParaRPr lang="en-US" altLang="zh-CN"/>
          </a:p>
        </p:txBody>
      </p:sp>
      <p:sp>
        <p:nvSpPr>
          <p:cNvPr id="1062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rgbClr val="000000"/>
                </a:solidFill>
                <a:latin typeface="Times New Roman" panose="02020603050405020304" pitchFamily="18" charset="0"/>
              </a:defRPr>
            </a:lvl1pPr>
          </a:lstStyle>
          <a:p>
            <a:pPr>
              <a:defRPr/>
            </a:pPr>
            <a:fld id="{7ABE2CAB-B3DC-4626-8813-6571D16F0515}"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
  </inkml:definitions>
  <inkml:trace contextRef="#ctx0" brushRef="#br0">17675.000 7161.000,'-36.000'0.000,"36.000"18.000,-17.000 0.000,-19.000-1.000,19.000 19.000,-19.000-19.000,1.000 19.000,-18.000-1.000,36.000 0.000,-19.000 18.000,1.000-35.000,17.000 17.000,-17.000 0.000,35.000-17.000,-18.000-1.000,1.000 36.000,-1.000-35.000,18.000 0.000,0.000 17.000,-17.000 0.000,-1.000 0.000,0.000 1.000,1.000 17.000,-1.000 17.000,0.000-17.000,1.000-18.000,-1.000 18.000,0.000 18.000,18.000-18.000,-17.000 0.000,17.000-18.000,0.000 18.000,-18.000 0.000,-17.000 17.000,35.000 1.000,-18.000-36.000,18.000 36.000,0.000-18.000,0.000-18.000,-17.000 18.000,17.000-18.000,0.000 0.000,0.000 1.000,0.000-19.000,0.000 19.000,0.000-1.000,0.000 0.000,0.000 0.000,0.000-17.000,0.000 35.000,0.000 0.000,17.000-18.000,-17.000 18.000,18.000 18.000,0.000-18.000,-18.000 0.000,35.000-18.000,-18.000 53.000,1.000-53.000,0.000 18.000,-1.000-18.000,1.000 18.000,-18.000-35.000,18.000 17.000,-1.000 1.000,-17.000-19.000,18.000 1.000,0.000 17.000,-1.000 0.000,1.000-17.000,-18.000 0.000,17.000-18.000,1.000 17.000,0.000-17.000,-1.000 0.000,1.000 18.000,17.000 17.000,1.000-17.000,16.000-18.000,-16.000 18.000,-1.000-18.000,18.000 17.000,35.000 1.000,-53.000-18.000,18.000 17.000,-17.000-17.000,-1.000 18.000,-17.000-18.000,-1.000 0.000,1.000 0.000,-1.000 0.000,19.000 18.000,17.000-18.000,17.000 17.000,-17.000-17.000,18.000 0.000,-18.000 0.000,17.000 0.000,-35.000 0.000,-17.000 0.000,17.000 0.000,1.000 0.000,34.000 0.000,-35.000 0.000,18.000-17.000,18.000 17.000,-36.000-18.000,36.000 18.000,-18.000-18.000,-18.000 18.000,18.000-17.000,-35.000 17.000,-1.000 0.000,18.000 0.000,-35.000-18.000,36.000 1.000,-19.000 17.000,19.000-18.000,17.000 18.000,-18.000-18.000,0.000 1.000,53.000 17.000,-52.000-18.000,16.000-17.000,19.000 35.000,-18.000-36.000,-18.000 19.000,18.000-18.000,18.000-1.000,-18.000 1.000,-18.000 0.000,0.000 17.000,18.000-17.000,18.000-36.000,-18.000 36.000,-18.000 0.000,53.000-1.000,-17.000-34.000,-18.000 52.000,35.000-52.000,-53.000 52.000,0.000-17.000,1.000-18.000,-1.000 18.000,-18.000 35.000,1.000-36.000,0.000 36.000,-1.000-35.000,1.000 17.000,0.000 1.000,-1.000-1.000,-17.000 0.000,0.000-17.000,0.000 17.000,18.000 1.000,-18.000-18.000,18.000 17.000,-18.000 0.000,17.000-17.000,-17.000-36.000,0.000 36.000,0.000 0.000,0.000 17.000,0.000-17.000,0.000 0.000,0.000-1.000,0.000 1.000,0.000 0.000,0.000 17.000,0.000-17.000,0.000 0.000,0.000-1.000,0.000 19.000,0.000-1.000,-17.000-17.000,-1.000 17.000,0.000-35.000,1.000 36.000,-1.000-19.000,18.000 19.000,-18.000-1.000,1.000-17.000,-19.000 17.000,19.000 1.000,-1.000-1.000,-35.000-35.000,18.000 35.000,0.000-35.000,-1.000 36.000,1.000-36.000,0.000 18.000,0.000 17.000,-18.000-17.000,53.000 17.000,-18.000 0.000,0.000 18.000,1.000 0.000,-1.000-35.000,-17.000 35.000,17.000-35.000,-17.000 35.000,0.000-18.000,-18.000-35.000,17.000 36.000,1.000-1.000,0.000 0.000,-18.000-17.000,18.000 17.000,17.000 18.000,0.000 0.000,18.000-17.000,-17.000 17.000,-1.000 0.000,1.000 0.000,-19.000 0.000,1.000-18.000,17.000 18.000,-70.000-17.000,53.000-1.000,-18.000 0.000,-18.000 1.000,36.000-1.000,0.000 0.000,0.000 18.000,17.000 0.000,0.000-17.000,1.000 17.000,-19.000 0.000,19.000-18.000,-1.000 18.000,0.000-18.000,1.000 18.000,-1.000 0.000,-17.000 0.000,17.000 0.000,1.000 0.000,-19.000 0.000,36.000-17.000,-17.000 17.000,-1.000 0.000,0.000 0.000,-17.000-18.000,-18.000 18.000,0.000-17.000,-35.000-1.000,18.000 18.000,-19.000-18.000,1.000 1.000,35.000-1.000,18.000 0.000,0.000 18.000,17.000 0.000,-17.000 0.000,-1.000 0.000,19.000 0.000,-18.000 0.000,-1.000 0.000,-34.000 0.000,52.000 0.000,0.000 0.000,1.000 0.000,-1.000 0.000,1.000 0.000,-1.000 0.000,0.000 0.000,1.000 0.000,-1.000 0.000,0.000 0.000,-17.000 0.000,17.000 0.000,1.000 0.000,-1.000 0.000,1.000 0.000,-1.000 0.000,0.000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16:55:4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330.000 365.000,'3.000'0.000,"3.000"1.000,-3.000 0.000,1.000-1.000,1.000 1.000,0.000-1.000,-1.000 1.000,2.000-1.000,1.000 1.000,-1.000-1.000,2.000 0.000,-2.000 0.000,1.000 0.000,-3.000 0.000,1.000 0.000,-2.000 0.000,2.000 0.000,-1.000 0.000,-1.000 0.000,0.000 0.000,2.000 0.000,-1.000 0.000,1.000 0.000,-2.000 0.000,0.000 0.000,0.000 0.000,2.000 0.000,-2.000 0.000,0.000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16:55:4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239.000 448.000,'3.000'0.000,"0.000"0.000,1.000 0.000,1.000 0.000,-1.000 0.000,-1.000 0.000,2.000 0.000,1.000 0.000,0.000 0.000,0.000 0.000,2.000 0.000,1.000 0.000,-3.000 0.000,2.000 0.000,-4.000 0.000,2.000 0.000,-2.000 0.000,-1.000 0.000,2.000-1.000,-2.000 1.000,0.000 0.000,1.000-1.000,-1.000 1.000,1.000 0.000,0.000 0.000,-1.000 0.000,0.000 0.000,0.000 0.000,0.000 0.000,0.000 0.000,1.000 0.000,-1.000 0.000,0.000 0.000,0.000 0.000,0.000 0.000,0.000 0.000,0.000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16:55:4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546.000 617.000,'5.000'0.000,"0.000"0.000,-1.000 0.000,4.000 1.000,1.000 2.000,-1.000-2.000,1.000 2.000,1.000-1.000,-1.000 0.000,1.000 0.000,-2.000-2.000,1.000 1.000,-1.000-1.000,-2.000 0.000,0.000 0.000,0.000 0.000,-1.000 0.000,-2.000 0.000,0.000 0.000,1.000 0.000,0.000 0.000,-1.000-1.000,2.000 0.000,2.000 0.000,-1.000-1.000,1.000-2.000,2.000 1.000,-4.000 1.000,0.000-1.000,0.000 1.000,-2.000 0.000,0.000-1.000,1.000 1.000,0.000-1.000,-1.000 0.000,1.000 0.000,0.000-2.000,0.000 2.000,-2.000 0.000,2.000-1.000,-3.000-2.000,1.000 1.000,-1.000 0.000,1.000 0.000,-1.000 1.000,0.000-1.000,-1.000 1.000,0.000-1.000,0.000 1.000,-1.000-1.000,-2.000 0.000,-1.000 0.000,0.000 0.000,-3.000-1.000,-2.000 0.000,0.000 0.000,0.000-2.000,0.000 2.000,0.000 2.000,2.000 1.000,-8.000-3.000,8.000 2.000,0.000 3.000,1.000 0.000,1.000-1.000,1.000 2.000,0.000 0.000,-2.000 0.000,2.000 0.000,-1.000 1.000,1.000-1.000,-1.000 1.000,-1.000-1.000,2.000 0.000,-2.000 0.000,-1.000 0.000,1.000 0.000,-2.000 1.000,-2.000 1.000,1.000-1.000,-1.000 0.000,1.000 1.000,1.000-1.000,1.000 1.000,1.000-2.000,3.000 2.000,0.000-2.000,-1.000 1.000,1.000 1.000,0.000-1.000,0.000 3.000,1.000-1.000,1.000 0.000,-2.000 2.000,2.000-1.000,-2.000-1.000,3.000 0.000,-2.000 2.000,1.000-2.000,1.000 2.000,-2.000-2.000,0.000 0.000,2.000 2.000,-1.000-2.000,1.000 1.000,0.000 0.000,0.000-1.000,0.000 0.000,0.000 0.000,1.000 1.000,1.000-1.000,-1.000 0.000,0.000 0.000,1.000 0.000,-1.000 0.000,2.000-1.000,0.000 1.000,-1.000 0.000,2.000-1.000,8.000 3.000,-6.000-2.000,-1.000 0.000,0.000-2.000,-2.000 1.000,1.000-1.000,0.000 2.000,0.000-1.000,-1.000 0.000,0.000 0.000,0.000 0.000,-1.000 1.000,0.000 0.000,0.000 0.000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16:55:4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152.000 279.000,'3.000'0.000,"2.000"0.000,-1.000 1.000,3.000-1.000,-1.000 0.000,2.000 0.000,0.000 0.000,0.000 0.000,0.000 0.000,1.000 0.000,-1.000 1.000,0.000-1.000,0.000 0.000,0.000 0.000,-1.000 0.000,-1.000 0.000,-2.000 0.000,1.000 0.000,-2.000 0.000,2.000 0.000,0.000 0.000,0.000 0.000,-2.000 0.000,0.000 0.000,0.000 0.000,0.000 0.000,0.000 0.000,0.000 0.000,0.000 0.000,0.000 0.000,1.000 0.000,-1.000 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16:55:49"/>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413.000 287.000,'3.000'0.000,"0.000"0.000,0.000 0.000,3.000 0.000,2.000 0.000,2.000 0.000,2.000 0.000,-2.000 0.000,6.000 0.000,-4.000 0.000,0.000 0.000,0.000 0.000,0.000 0.000,-1.000 0.000,-1.000 0.000,-2.000 0.000,-4.000 0.000,2.000 0.000,-1.000 0.000,-2.000 0.000,0.000 0.000,1.000 0.000,1.000 0.000,0.000 0.000,-1.000 0.000,2.000 0.000,0.000 0.000,0.000 0.000,3.000 0.000,-3.000 0.000,0.000 0.000,0.000 0.000,-1.000 0.000,-1.000 0.000,1.000 0.000,-2.000 0.000,0.000 0.000,0.000-1.000,0.000 0.000,0.000-2.000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3-09-14T09:57:1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779.000 468.000,'163.000'0.000,"-163.000"94.000,-163.000-94.000,163.000-94.000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2.000 505.000,'4.000'0.000,"0.000"0.000,0.000 0.000,0.000 0.000,1.000 0.000,-2.000-1.000,1.000 1.000,1.000-1.000,-2.000 0.000,1.000 1.000,-1.000-1.000,2.000 1.000,-1.000 0.000,2.000 0.000,-1.000-1.000,1.000 1.000,-1.000-1.000,-1.000 1.000,-1.000 0.000,2.000-1.000,-2.000 1.000,2.000 0.000,-2.000 0.000,1.000 0.000,1.000 0.000,-1.000-2.000,3.000 2.000,-3.000 0.000,2.000 0.000,0.000 0.000,-1.000 0.000,-1.000-1.000,1.000 1.000,-1.000 0.000,1.000-1.000,-2.000 1.000,3.000 0.000,-1.000 0.000,1.000 0.000,-2.000-1.000,-1.000 1.000,2.000-1.000,-2.000 1.000,0.000 0.000,0.000 0.000,1.000 0.000,-1.000 0.000,1.000 0.000,0.000 0.000,-1.000 0.000,0.000 0.000,2.000 0.000,-1.000 0.000,1.000 0.000,-2.000 0.000,0.000 0.000,1.000 0.000,1.000 0.000,-1.000 0.000,2.000 0.000,2.000 0.000,0.000 0.000,1.000 0.000,-3.000 0.000,-2.000 0.000,2.000 0.000,-1.000 0.000,-2.000 0.000,0.000-1.000,2.000 1.000,-1.000 0.000,1.000-1.000,-1.000 1.000,1.000 0.000,-1.000-2.000,1.000 2.000,-1.000 0.000,1.000 0.000,-1.000 0.000,1.000 0.000,-1.000 0.000,1.000 0.000,-2.000 0.000,1.000 0.000,1.000 0.000,-1.000 0.000,2.000 0.000,1.000 0.000,-1.000 0.000,2.000 0.000,0.000 0.000,0.000 0.000,0.000 0.000,0.000 0.000,-1.000 0.000,-3.000 0.000,2.000 0.000,-1.000 0.000,1.000 0.000,-2.000 0.000,2.000 0.000,0.000 0.000,2.000 0.000,-1.000 0.000,1.000 0.000,0.000 0.000,0.000 0.000,0.000 0.000,0.000 0.000,0.000 0.000,1.000 2.000,3.000-2.000,-4.000 2.000,3.000-1.000,-3.000 1.000,2.000-2.000,-1.000 1.000,1.000 1.000,0.000-2.000,-1.000 1.000,1.000-1.000,4.000 1.000,0.000-1.000,0.000 0.000,-2.000 0.000,0.000 0.000,0.000 0.000,0.000 0.000,2.000 0.000,0.000 0.000,-2.000 0.000,0.000 0.000,-2.000 0.000,0.000 0.000,0.000 0.000,-2.000 0.000,2.000 0.000,-1.000 0.000,1.000 0.000,0.000 0.000,-2.000 0.000,0.000 0.000,-2.000 0.000,0.000 0.000,-1.000 0.000,1.000 0.000,-2.000 0.000,2.000 0.000,2.000 0.000,-1.000 0.000,-1.000 0.000,0.000 0.000,0.000 0.000,-1.000 0.000,1.000 0.000,0.000 0.000,-3.000 0.000,0.000 0.000,1.000 0.000,-1.000 0.000,2.000 0.000,-2.000 0.000,0.000 0.000,0.000 0.000,1.000 0.000,1.000 0.000,0.000 0.000,1.000 0.000,-1.000 0.000,-1.000 0.000,-1.000 0.000,2.000 0.000,-2.000 0.000,0.000 0.000,0.000 0.000,2.000 0.000,0.000 0.000,1.000 0.000,-1.000 0.000,1.000 0.000,-2.000 0.000,1.000 0.000,-1.000 0.000,1.000 0.000,-2.000 0.000,1.000 0.000,0.000 0.000,-1.000 0.000,0.000 0.000,1.000 0.000,0.000 0.000,0.000 0.000,0.000 0.000,-1.000 0.000,0.000 0.000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21:50:1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56.000 471.000,'1340.000'0.000,"-1340.000"169.000,-1340.000-169.000,1340.000-169.000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8T21:50:1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161.000 904.000,'1001.000'0.000,"-1001.000"90.000,-1001.000-90.000,1001.000-90.000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935.000 647.000,'-2.000'5.000,"1.000"-1.000,0.000 1.000,0.000 0.000,0.000-2.000,1.000 1.000,-2.000-1.000,1.000 2.000,0.000-1.000,1.000-1.000,0.000 0.000,0.000 0.000,0.000 0.000,0.000 1.000,0.000 1.000,0.000-2.000,0.000 1.000,0.000 0.000,2.000-1.000,1.000 0.000,1.000-1.000,0.000 1.000,-1.000-2.000,1.000 3.000,-1.000-1.000,0.000-1.000,0.000 0.000,1.000-1.000,-1.000 0.000,2.000 0.000,-1.000 1.000,0.000-1.000,1.000 0.000,3.000 0.000,-1.000 1.000,1.000-2.000,0.000 1.000,1.000 0.000,-1.000-1.000,-2.000 0.000,0.000 0.000,0.000 0.000,1.000 0.000,-3.000 0.000,2.000 0.000,-2.000 0.000,1.000 0.000,0.000 0.000,-1.000 0.000,1.000-1.000,0.000-1.000,-1.000 0.000,0.000 1.000,-1.000 0.000,0.000 0.000,0.000 0.000,3.000-2.000,-2.000 0.000,0.000-1.000,-1.000 1.000,1.000-1.000,-1.000 1.000,-1.000 0.000,0.000 0.000,3.000-2.000,-3.000 1.000,1.000-1.000,-2.000 2.000,0.000 0.000,1.000-1.000,-2.000 1.000,2.000-1.000,-2.000 0.000,0.000 1.000,0.000 0.000,-1.000 0.000,0.000-1.000,-1.000 1.000,0.000 0.000,0.000-1.000,0.000 1.000,1.000 0.000,0.000 0.000,0.000 0.000,-1.000-1.000,-1.000 1.000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666.000 729.000,'4.000'0.000,"1.000"0.000,0.000 0.000,2.000 0.000,1.000 0.000,2.000 0.000,0.000 0.000,-2.000 0.000,0.000 0.000,-3.000 0.000,-1.000 0.000,1.000 0.000,-2.000 0.000,0.000 0.000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806.000 719.000,'18.000'1.000,"-9.000"0.000,1.000 1.000,2.000-1.000,0.000 1.000,1.000-1.000,-3.000 1.000,-2.000-2.000,-3.000 1.000,-1.000-1.000,0.000 0.000,-1.000 0.000,1.000 0.000,-1.000 0.000,0.000-1.000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
  </inkml:definitions>
  <inkml:trace contextRef="#ctx0" brushRef="#br0">14676.000 8220.000,'53.000'0.000,"-18.000"17.000,18.000 1.000,-18.000 0.000,18.000 35.000,-18.000-36.000,36.000 18.000,-18.000-17.000,0.000 0.000,-18.000-1.000,0.000 1.000,18.000 0.000,-35.000-18.000,-18.000 17.000,18.000 1.000,-1.000-18.000,1.000 0.000,17.000 18.000,0.000-1.000,-17.000 1.000,17.000-18.000,18.000 18.000,-35.000-1.000,0.000 1.000,-1.000-18.000,1.000 0.000,-1.000 0.000,1.000 0.000,0.000 0.000,-1.000 17.000,1.000-17.000,17.000 18.000,-17.000-18.000,0.000 0.000,-1.000 0.000,1.000 0.000,0.000 0.000,-1.000 0.000,18.000 0.000,-17.000 0.000,17.000 0.000,-17.000 0.000,17.000 0.000,-17.000 0.000,0.000 0.000,-1.000 0.000,18.000 0.000,-17.000 0.000,0.000 0.000,-1.000 0.000,1.000 0.000,17.000 0.000,-17.000 0.000,0.000 0.000,-1.000 0.000,36.000 0.000,-18.000 0.000,1.000 0.000,-1.000 0.000,0.000 0.000,1.000 0.000,-1.000 0.000,0.000 0.000,0.000 0.000,-17.000 0.000,17.000 0.000,1.000 0.000,-1.000 0.000,0.000 0.000,0.000 0.000,-17.000 0.000,17.000 0.000,36.000 0.000,-36.000 0.000,-17.000 0.000,52.000 0.000,-17.000 0.000,0.000 0.000,-18.000 18.000,1.000-18.000,-19.000 0.000,1.000 0.000,0.000 0.000,-1.000 0.000,1.000 0.000,17.000 0.000,-17.000 0.000,17.000 0.000,18.000 0.000,-35.000 0.000,-1.000 0.000,1.000 0.000,17.000 0.000,-17.000 17.000,17.000 1.000,-17.000 0.000,35.000-18.000,-36.000 0.000,54.000 0.000,-18.000 0.000,-18.000 0.000,18.000 17.000,0.000 1.000,-18.000-18.000,0.000 0.000,18.000 0.000,-17.000 0.000,52.000 0.000,-35.000 18.000,35.000-18.000,-35.000 0.000,17.000 0.000,19.000 0.000,-19.000 0.000,18.000 0.000,-35.000 17.000,-17.000 1.000,-1.000-18.000,-18.000 0.000,1.000 0.000,17.000 0.000,-17.000 0.000,0.000 0.000,17.000 0.000,-17.000 0.000,-1.000 0.000,1.000 0.000</inkml:trace>
  <inkml:trace contextRef="#ctx0" brushRef="#br0">9102.000 8132.000,'71.000'0.000,"-19.000"0.000,37.000 0.000,-36.000 0.000,17.000 0.000,1.000 0.000,-18.000 0.000,52.000 0.000,-34.000 0.000,35.000 0.000,0.000 0.000,17.000 0.000,-52.000 0.000,35.000 0.000,-18.000 17.000,-35.000-17.000,-36.000 0.000,19.000 0.000,-1.000 0.000,18.000 0.000,0.000 18.000,17.000-1.000,1.000-17.000,-18.000 0.000,35.000 36.000,-35.000-36.000,0.000 0.000,17.000 0.000,-52.000 0.000,70.000 35.000,-53.000-35.000,18.000 0.000,18.000 18.000,-18.000-18.000,-18.000 0.000,18.000 0.000,0.000 17.000,-18.000-17.000,0.000 18.000,-17.000-18.000,0.000 18.000,-1.000-18.000,19.000 0.000,-1.000 17.000,18.000 1.000,35.000-1.000,-17.000 1.000,17.000 35.000,-35.000-35.000,17.000-1.000,-17.000 1.000,0.000 0.000,18.000-1.000,-18.000 19.000,-18.000-36.000,18.000 17.000,-18.000 1.000,18.000-1.000,18.000 1.000,-36.000 0.000,18.000-1.000,-18.000 1.000,0.000 0.000,1.000 17.000,-1.000-17.000,0.000-18.000,0.000 17.000,-17.000-17.000,17.000 0.000,-17.000 0.000,0.000 18.000,-1.000-1.000,1.000-17.000,-1.000 0.000,19.000 0.000,17.000 0.000,-18.000 0.000,0.000 0.000,18.000 0.000,-18.000 0.000,1.000 0.000,-1.000 0.000,-17.000 0.000,35.000 18.000,-18.000-18.000,0.000 0.000,0.000 0.000,1.000 0.000,-19.000 0.000,19.000 0.000,-1.000 0.000,0.000 0.000,0.000 0.000,71.000 0.000,-70.000 0.000,16.000 0.000,-16.000 0.000,-1.000 0.000,0.000 0.000,1.000 0.000,-19.000 0.000,18.000 0.000,1.000 0.000,-19.000 0.000,1.000 0.000,17.000 0.000,-17.000 0.000,17.000 0.000,0.000 0.000,-17.000 0.000,17.000 0.000,1.000 0.000,-1.000 0.000,18.000 0.000,-18.000 0.000,18.000 0.000,-35.000 0.000,17.000 0.000,-17.000 0.000,-1.000 0.000,19.000 0.000,-19.000 0.000,1.000 0.000,-1.000 0.000,19.000 0.000,-19.000 0.000,1.000 0.000,0.000 0.000,-1.000 0.000,1.000 0.000,0.000 0.000,-1.000 0.000,1.000 0.000,-1.000 0.000,1.000 0.000,17.000 0.000,-17.000 0.000,0.000 0.000,-1.000 0.000,-17.000-18.000,18.000 18.000,0.000 0.000,-1.000-17.000,19.000-1.000,-19.000 18.000,1.000 0.000,-1.000 0.000,19.000-17.000,-19.000 17.000,1.000 0.000,0.000 0.000,-18.000-18.000,17.000 18.000,1.000 0.000,0.000 0.000,-1.000 0.000,18.000 0.000,-17.000 0.000,0.000 0.000,-1.000-18.000,1.000 1.000,0.000 17.000,-1.000-18.000,1.000 18.000,0.000 0.000,-1.000 0.000,1.000 0.000,-1.000-18.000,1.000 18.000,17.000-17.000,-17.000 17.000,0.000-18.000,-1.000 18.000</inkml:trace>
  <inkml:trace contextRef="#ctx0" brushRef="#br0">18927.000 8872.000,'0.000'-17.000,"18.000"-1.000,-1.000 18.000,1.000-18.000,17.000 18.000,-17.000 0.000,-1.000 0.000,1.000 0.000,17.000-17.000,-17.000 17.000,0.000 0.000,-1.000 0.000,1.000-18.000,-1.000 1.000,1.000 17.000,0.000 0.000,-1.000 0.000,19.000-18.000,-19.000 18.000,1.000 0.000,0.000 0.000,17.000 0.000,-18.000 0.000,1.000 0.000,0.000 0.000,-1.000 0.000,-17.000-18.000,18.000 1.000,0.000 17.000,-1.000 0.000,1.000 0.000,17.000 0.000,1.000 0.000,-19.000 0.000,54.000 0.000,-1.000 0.000,-34.000 0.000,16.000 17.000,-16.000 1.000,52.000 0.000,71.000 52.000,-36.000-17.000,1.000 53.000,34.000-36.000,1.000 1.000,-18.000 17.000,-17.000-35.000,-36.000-18.000,35.000 36.000,-105.000-71.000,17.000 18.000,-17.000-18.000,0.000 17.000,-18.000 1.000,17.000-1.000,18.000 19.000,-17.000-1.000,0.000-17.000,-1.000-18.000,19.000 17.000,-19.000-17.000,1.000 0.000,-18.000 18.000,18.000-18.000,-18.000 18.000,17.000-1.000,1.000 1.000,-18.000-1.000,18.000-17.000,-18.000 18.000,17.000 0.000,1.000-1.000,-18.000 1.000,0.000 0.000,0.000-1.000,35.000 1.000,-35.000 0.000,18.000-1.000,-18.000 19.000,35.000-1.000,-35.000 0.000,18.000 0.000,-1.000-17.000,-17.000 0.000,18.000-1.000,-18.000 1.000,0.000 0.000,0.000-1.000,0.000 1.000,0.000-1.000,0.000 19.000,0.000-19.000,0.000 1.000,0.000 17.000,0.000 1.000,0.000-1.000,0.000 18.000,0.000 17.000,-18.000-17.000,1.000 0.000,-1.000 35.000,-17.000-52.000,35.000-19.000,0.000 19.000,-18.000-1.000,0.000 0.000,1.000-17.000,17.000-1.000,-35.000 19.000,17.000-1.000,-17.000-17.000,-1.000 17.000,-17.000-18.000,18.000 36.000,-18.000-17.000,0.000 17.000,-35.000 0.000,18.000-18.000,-19.000 0.000,-34.000 53.000,-124.000 18.000,159.000-53.000,17.000-18.000,1.000-17.000,17.000 17.000,-71.000 18.000,36.000-18.000,-18.000 1.000,18.000-1.000,-35.000 18.000,-1.000-18.000,54.000 0.000,-19.000 1.000,-34.000 17.000,35.000-36.000,-89.000 36.000,19.000 18.000,34.000-36.000,18.000 0.000,-17.000 1.000,35.000-1.000,-18.000-18.000,18.000 36.000,-1.000-17.000,-34.000-1.000,52.000-17.000,-17.000-1.000,35.000 1.000,-35.000 35.000,35.000-36.000,-35.000 1.000,0.000 0.000,35.000 17.000,0.000-17.000,-18.000-1.000,36.000 1.000,-18.000 0.000,18.000-18.000,-18.000 52.000,-18.000-34.000,1.000 17.000,-18.000 18.000,-1.000-17.000,1.000 16.000,-35.000-16.000,35.000 17.000,-1.000-36.000,1.000 54.000,35.000-53.000,0.000 17.000,-35.000-18.000,35.000 36.000,-17.000-35.000,-19.000 17.000,37.000-17.000,-1.000 17.000,-18.000 18.000,18.000-35.000,18.000-1.000,-53.000 19.000,17.000-19.000,1.000 36.000,-1.000-35.000,-17.000 17.000,17.000-17.000,1.000-1.000,17.000 36.000,-18.000-35.000,36.000 0.000,0.000 17.000,-18.000-17.000,17.000-1.000,-34.000 18.000,35.000-17.000,-18.000 35.000,17.000-35.000,-16.000-1.000,16.000 1.000,19.000 0.000,-19.000-1.000,1.000 1.000,17.000-18.000,-17.000 17.000,0.000 1.000,17.000 0.000,-35.000-1.000,36.000-17.000,-1.000 0.000,18.000 18.000,-18.000 0.000,1.000-18.000,-1.000 17.000,0.000-17.000,1.000 0.000,17.000 18.000,-35.000 0.000,17.000-18.000,18.000 17.000,-18.000-17.000,1.000 0.000,-1.000 0.000</inkml:trace>
  <inkml:trace contextRef="#ctx0" brushRef="#br0">14182.000 13635.000,'0.000'-18.000,"-18.000"18.000,1.000 0.000,-1.000 0.000,0.000 53.000,1.000-18.000,-1.000 1.000,18.000-1.000,-17.000 0.000,17.000-17.000,0.000 17.000,-18.000-17.000,18.000-1.000,-18.000 1.000,1.000 0.000,17.000-1.000,-18.000 1.000,18.000 0.000,0.000-1.000,53.000-17.000,-18.000 0.000,0.000 18.000,1.000-18.000,-1.000 0.000,-17.000 0.000,-1.000 0.000,19.000 0.000,34.000 18.000,-35.000-18.000,-35.000 17.000,18.000-17.000,0.000 0.000,-1.000 0.000,36.000 18.000,-35.000-18.000,17.000 0.000,0.000 0.000,1.000 0.000,-19.000 0.000,1.000 0.000,17.000 0.000,-17.000 0.000,0.000 0.000,17.000 0.000,35.000 0.000,-52.000 0.000,17.000 0.000,1.000 0.000,-1.000 0.000,18.000 0.000,-36.000 0.000,19.000 0.000,-1.000 0.000,-17.000 0.000,17.000 0.000,-17.000 0.000,-1.000 0.000,1.000 0.000,-1.000 0.000,1.000 0.000,0.000 0.000,-1.000 0.000,-17.000 17.000</inkml:trace>
  <inkml:trace contextRef="#ctx0" brushRef="#br0">11342.000 6174.000,'0.000'-36.000,"0.000"1.000,0.000 0.000,0.000-36.000,0.000 18.000,0.000-35.000,0.000-18.000,0.000 36.000,0.000-18.000,0.000-18.000,0.000 35.000,0.000-17.000,0.000 17.000,0.000 18.000,0.000 18.000,0.000-35.000,0.000 17.000,0.000 17.000,0.000 1.000,0.000-18.000,0.000 36.000,0.000-1.000,0.000-17.000,0.000-36.000,0.000 54.000,0.000-1.000,0.000-17.000,0.000-1.000,0.000-17.000,0.000 18.000,0.000-35.000,0.000 34.000,0.000-17.000,0.000 18.000,-35.000 0.000,35.000 17.000,-18.000 1.000,18.000-19.000,-17.000 19.000,17.000-1.000,0.000 0.000,-18.000 1.000,0.000-19.000,18.000 19.000,0.000-1.000,0.000-17.000,0.000 17.000,-17.000 18.000,17.000-17.000,0.000-1.000,-18.000 0.000,0.000 1.000,18.000-1.000,0.000 0.000,-17.000 1.000,-1.000-1.000,18.000 0.000,0.000 1.000,-18.000 17.000,18.000-18.000,0.000 1.000,-17.000-1.000,-36.000 0.000,18.000-17.000,-18.000 17.000,0.000-17.000,-18.000 17.000,18.000 1.000,0.000-18.000,-35.000 17.000,35.000 0.000,18.000 1.000,0.000-1.000,17.000 18.000,-35.000-18.000,36.000 18.000,-1.000 0.000,0.000 0.000,-17.000 0.000,0.000-17.000,-18.000 17.000,35.000-18.000,1.000 18.000,-19.000 0.000,19.000 0.000,-19.000 0.000,19.000-18.000,-1.000 18.000,0.000 0.000,-34.000 0.000,34.000 0.000,0.000 0.000,1.000 0.000,-1.000 0.000,0.000 0.000,1.000 0.000,-1.000 0.000,0.000 0.000,1.000 0.000,-1.000 0.000,0.000 0.000,1.000 0.000,-18.000 0.000,17.000 0.000,0.000 0.000,1.000 0.000,-19.000 0.000,1.000 18.000,0.000-18.000,35.000 18.000,-18.000-18.000,-17.000 0.000,0.000 17.000,-1.000-17.000,19.000 18.000,-19.000-18.000,19.000 18.000,-1.000-18.000,-52.000 35.000,34.000-35.000,1.000 0.000,-36.000 18.000,36.000 17.000,-35.000-35.000,52.000 0.000,-53.000 0.000,36.000 0.000,-18.000 17.000,18.000-17.000,-18.000 0.000,18.000 0.000,0.000 0.000,-1.000 0.000,1.000 0.000,0.000 18.000,-1.000 0.000,1.000-18.000,0.000 17.000,-18.000-17.000,0.000 0.000,18.000 0.000,-18.000 0.000,0.000 0.000,-18.000 0.000,18.000 0.000,-17.000 0.000,-1.000 0.000,18.000 0.000,0.000 0.000,1.000 0.000,-1.000 0.000,-36.000 0.000,37.000 0.000,-37.000 0.000,-16.000 0.000,52.000 0.000,-18.000 0.000,18.000 0.000,-17.000 0.000,17.000 0.000,0.000 0.000,0.000 0.000,-35.000 0.000,35.000 0.000,-18.000 0.000,-17.000 0.000,17.000 0.000,-17.000 0.000,18.000 0.000,-19.000 0.000,37.000 0.000,-1.000 0.000,0.000 0.000,-18.000 0.000,18.000 0.000,18.000 0.000,0.000 0.000,-18.000 0.000,0.000 0.000,0.000 0.000,-53.000 0.000,0.000 0.000,-17.000 0.000,-18.000 0.000,35.000 18.000,0.000-18.000,18.000 0.000,0.000 18.000,17.000 17.000,18.000-35.000,18.000 0.000,-36.000 0.000,36.000 0.000,0.000 0.000,-1.000 0.000,-16.000 0.000,-1.000 0.000,0.000 18.000,35.000-18.000,0.000 0.000,-17.000 0.000,0.000 0.000,0.000 0.000,-18.000 0.000,0.000 0.000,-35.000 0.000,35.000 0.000,-36.000 0.000,-34.000 35.000,88.000-18.000,-36.000-17.000,36.000 0.000,0.000 0.000,17.000 0.000,-17.000 0.000,17.000 0.000,0.000 18.000,-17.000-18.000,35.000 18.000,-17.000-1.000,-1.000-17.000,0.000 0.000,1.000 0.000,-1.000 0.000,-17.000 18.000,35.000 0.000,-18.000-18.000,0.000 0.000,1.000 0.000,-1.000 0.000,0.000 17.000,1.000-17.000,-1.000 0.000,1.000 0.000,-1.000 0.000,0.000 0.000,1.000 18.000,-1.000-18.000,18.000 18.000,-18.000-18.000,1.000 0.000,-1.000 17.000,0.000 1.000,1.000 0.000,-1.000-18.000,-17.000 17.000,17.000-17.000,1.000 0.000,-1.000 18.000,0.000-1.000,18.000 1.000,-17.000-18.000,-1.000 18.000,0.000-18.000,1.000 17.000,-1.000 1.000,1.000-18.000,-1.000 53.000,0.000-18.000,18.000 36.000,-35.000-36.000,0.000 0.000,17.000 18.000,0.000-18.000,1.000 54.000,-1.000-36.000,0.000 35.000,18.000-18.000,-35.000 19.000,18.000-19.000,-1.000 18.000,18.000-35.000,-18.000 35.000,-17.000 1.000,35.000 122.000,-35.000-105.000,17.000 18.000,18.000-19.000,0.000 1.000,0.000 0.000,-18.000 18.000,18.000-19.000,0.000 36.000,0.000-35.000,0.000 18.000,0.000-18.000,0.000-1.000,0.000-16.000,0.000-1.000,0.000 0.000,0.000-17.000,0.000 17.000,0.000-18.000,0.000-34.000,0.000-19.000,0.000 19.000,0.000-19.000,0.000 1.000,0.000-1.000,0.000 1.000,0.000 17.000,0.000 54.000,0.000-19.000,18.000 54.000,35.000 17.000,-18.000 88.000,1.000-88.000,-1.000 71.000,18.000 17.000,-18.000 18.000,-17.000 0.000,17.000-35.000,18.000 52.000,-35.000-87.000,17.000-19.000,-18.000-17.000,1.000-52.000,-18.000 17.000,0.000-54.000,0.000 1.000,0.000 0.000,0.000 18.000,0.000-36.000,0.000-17.000,0.000-1.000,-18.000 230.000,-17.000-106.000,18.000 18.000,-36.000-18.000,0.000-17.000,35.000-18.000,0.000 52.000,-35.000 125.000,18.000-160.000,18.000 18.000,17.000-35.000,-18.000 17.000,-17.000-17.000,17.000 18.000,0.000 17.000,-17.000 18.000,35.000-18.000,-18.000 0.000,18.000 0.000,0.000-35.000,0.000-18.000,-35.000 53.000,18.000-35.000,17.000 35.000,-18.000 18.000,18.000-18.000,0.000 0.000,-35.000 0.000,17.000 53.000,18.000-53.000,-18.000-35.000,18.000 53.000,-35.000-18.000,17.000 0.000,-17.000 53.000,35.000-53.000,-17.000 0.000,-19.000 18.000,19.000 17.000,17.000-34.000,-53.000 16.000,53.000-52.000,-53.000 53.000,35.000-18.000,0.000-18.000,-17.000-52.000,18.000 53.000,-1.000-19.000,18.000-16.000,-18.000-37.000,1.000 1.000,17.000-17.000,0.000-19.000,0.000 1.000,0.000 17.000,0.000-17.000,0.000-1.000,0.000 1.000,-18.000 17.000,18.000-17.000,0.000 17.000,0.000-17.000,0.000 0.000,35.000-36.000,1.000 0.000,16.000-17.000,-16.000 0.000,-1.000 17.000,0.000 0.000,18.000 1.000,18.000-1.000,-18.000 1.000,0.000-1.000,35.000 0.000,-35.000 1.000,-18.000 17.000,0.000-18.000,1.000 0.000,-19.000 18.000,1.000 0.000,-1.000-17.000,19.000 17.000,-1.000-18.000,-17.000 0.000,-1.000 18.000,19.000-17.000,-1.000 17.000,-17.000 0.000,-1.000 0.000,1.000 0.000,-1.000 0.000,19.000 0.000,-36.000-18.000,17.000 18.000,1.000-17.000,-18.000-1.000,18.000 18.000,-1.000 0.000,1.000 0.000,0.000 0.000,17.000 0.000,-18.000 0.000,1.000 0.000,0.000 0.000,-1.000 0.000,1.000 0.000,0.000 0.000,-1.000 0.000,1.000 0.000,0.000 0.000,17.000 0.000,-18.000 0.000,1.000 0.000,0.000 0.000,-1.000 0.000,1.000 0.000,0.000 0.000,-1.000 0.000,1.000 0.000,17.000 0.000,-17.000 0.000,0.000 0.000,17.000 0.000,-18.000 0.000,1.000 0.000,0.000 0.000,-1.000 0.000,1.000 0.000,0.000 0.000,-1.000 0.000</inkml:trace>
  <inkml:trace contextRef="#ctx0" brushRef="#br0">3352.000 17357.000,'53.000'0.000,"-18.000"53.000,0.000-18.000,0.000-17.000,1.000-1.000,-19.000 1.000,1.000-18.000,0.000 17.000,-1.000-17.000,1.000 18.000,-18.000 0.000,18.000-1.000,-1.000 1.000,36.000 17.000,-18.000-17.000,1.000 17.000,-19.000-17.000,19.000-18.000,-19.000 0.000,-34.000 17.000,-1.000-17.000,0.000 18.000,-17.000 0.000,17.000-1.000,1.000 19.000,-1.000-1.000,18.000-17.000,0.000-1.000,-17.000 1.000,-1.000-1.000,0.000-17.000,1.000 18.000,-1.000 0.000,0.000-1.000,18.000 1.000,0.000 0.000,0.000-1.000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267.000 370.000,'-3.000'0.000,"0.000"3.000,0.000-1.000,1.000 1.000,0.000 0.000,0.000 0.000,1.000 0.000,-1.000 0.000,2.000 0.000,0.000 0.000,0.000 0.000,1.000 1.000,0.000-1.000,0.000 0.000,2.000 1.000,0.000-1.000,1.000-2.000,0.000-1.000,-1.000 2.000,0.000 0.000,0.000-1.000,0.000 0.000,0.000-1.000,0.000 0.000,0.000 0.000,1.000 0.000,-3.000-3.000,1.000 0.000,-2.000 0.000,0.000 0.000,0.000-1.000,0.000 1.000,0.000-2.000,0.000 0.000,0.000 1.000,0.000 0.000,-1.000 1.000,1.000 0.000,0.000 0.000,-2.000 0.000,1.000 0.000,0.000-1.000,-1.000 1.000,0.000 0.000,1.000 0.000,0.000 0.000,-2.000 5.000,1.000 1.000,0.000 0.000,0.000 2.000,1.000-2.000,0.000 0.000,0.000 0.000,0.000 0.000,-2.000-3.000,0.000-1.000,3.000-2.000,3.000 2.000,0.000 1.000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1057.000 355.000,'-3.000'2.000,"0.000"0.000,-1.000 0.000,0.000 0.000,1.000 0.000,-1.000 1.000,1.000-1.000,0.000-1.000,0.000 1.000,0.000-1.000,2.000 2.000,-1.000 0.000,2.000 0.000,0.000 1.000,0.000-1.000,0.000 1.000,0.000 0.000,1.000 0.000,1.000 0.000,1.000-2.000,-2.000 1.000,3.000 0.000,1.000 0.000,-2.000 0.000,0.000-1.000,0.000 0.000,1.000-2.000,-1.000 1.000,0.000 0.000,0.000-1.000,0.000 0.000,1.000 0.000,0.000-1.000,0.000 0.000,-1.000 0.000,-1.000-2.000,-1.000 0.000,0.000 0.000,-1.000-2.000,0.000 2.000,0.000 0.000,-1.000-1.000,-1.000 0.000,0.000 0.000,1.000 0.000,1.000 1.000,-2.000-1.000,1.000 1.000,-1.000 0.000,-1.000-1.000,2.000 1.000,-1.000 0.000,1.000 0.000,0.000 0.000,-2.000 3.000,0.000 0.000,0.000 0.000,-1.000 0.000,1.000 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201.000 622.000,'1.000'3.000,"-1.000"1.000,2.000-1.000,-2.000 0.000,1.000 2.000,0.000-1.000,-1.000 1.000,0.000-1.000,0.000-1.000,0.000 0.000,0.000 1.000,0.000-1.000,0.000 0.000,2.000 0.000,0.000 0.000,2.000-2.000,0.000-1.000,0.000 0.000,-1.000 0.000,1.000 0.000,1.000 0.000,0.000-2.000,-1.000 2.000,2.000-1.000,-1.000 0.000,2.000 0.000,-4.000 1.000,0.000 0.000,0.000 0.000,0.000 0.000,1.000 0.000,-1.000 0.000,0.000 0.000,1.000 0.000,-1.000 0.000,1.000 0.000,-1.000 0.000,0.000 0.000,2.000 0.000,0.000 1.000,-2.000 0.000,2.000 0.000,-2.000-1.000,0.000 2.000,1.000-2.000,-1.000 0.000,0.000 1.000,0.000-1.000,2.000 0.000,-1.000 0.000,0.000 0.000,1.000 0.000,-2.000 0.000,1.000 0.000,0.000 0.000,1.000 0.000,-2.000 0.000,1.000-1.000,0.000 1.000,-1.000 0.000,0.000 0.000,0.000 0.000,1.000 0.000,-1.000 0.000,1.000 0.000,1.000 0.000,-1.000 0.000,2.000 0.000,-1.000 0.000,1.000 0.000,-2.000 0.000,1.000 0.000,-2.000 0.000,1.000 0.000,-1.000 0.000,3.000 0.000,1.000 0.000,-1.000 0.000,2.000 0.000,0.000-1.000,1.000 1.000,-1.000-2.000,-2.000 2.000,1.000-1.000,-1.000 0.000,-2.000 0.000,-1.000 1.000,3.000 0.000,-1.000 0.000,-2.000 0.000,3.000 0.000,-2.000 0.000,0.000 0.000,0.000 0.000,0.000 0.000,-1.000 0.000,0.000 0.000,0.000 0.000,1.000 0.000,2.000 0.000,1.000 0.000,-1.000 0.000,0.000 0.000,0.000 0.000,0.000 0.000,-2.000 0.000,0.000 0.000,-1.000 0.000,2.000 0.000,-1.000 0.000,2.000 0.000,2.000 0.000,1.000 0.000,-1.000 0.000,-2.000 0.000,0.000 0.000,-1.000 0.000,-2.000 0.000,0.000 0.000,0.000 0.000,0.000 0.000,1.000 0.000,0.000 0.000,1.000 0.000,-1.000 0.000,2.000 0.000,2.000 0.000,0.000 0.000,0.000 0.000,-1.000 0.000,-3.000 0.000,2.000 0.000,-1.000 0.000,9.000 0.000,-8.000 0.000,0.000 0.000,0.000 0.000,-1.000 0.000,1.000 0.000,-3.000 0.000,2.000 1.000,-2.000 0.000,1.000-1.000,-1.000 1.000,0.000-1.000,2.000 0.000,-2.000 0.000,2.000 0.000,-1.000 0.000,1.000 0.000,-1.000 0.000,-1.000 0.000,1.000 0.000,1.000 0.000,-2.000 0.000,1.000 0.000,-1.000 0.000,0.000 0.000,2.000 0.000,-2.000 0.000,0.000 0.000,1.000 0.000,0.000 1.000,-1.000-3.000,-2.000-1.000,-1.000-1.000,0.000 0.000,0.000 1.000,0.000-1.000,0.000 1.000,0.000 0.000,-1.000 0.000,1.000-2.000,-1.000 1.000,1.000 1.000,-1.000 0.000,-2.000 3.000,0.000 0.000,0.000 0.000,-2.000 0.000,0.000 0.000,1.000-1.000,-1.000 1.000,1.000-2.000,0.000 2.000,1.000-1.000,-1.000 0.000,0.000 0.000,0.000 0.000,0.000 0.000,1.000 1.000,-3.000-1.000,3.000 1.000,0.000-1.000,0.000 0.000,-1.000 0.000,1.000 1.000,-3.000-1.000,1.000-1.000,0.000 2.000,1.000-1.000,-2.000 1.000,-3.000-3.000,1.000 2.000,-1.000-2.000,1.000 2.000,-3.000-2.000,3.000 3.000,0.000-2.000,-1.000 2.000,3.000 0.000,2.000 0.000,0.000 0.000,1.000 0.000,-1.000 0.000,-1.000 0.000,2.000 1.000,-2.000 1.000,1.000-1.000,-1.000 0.000,-1.000 0.000,1.000-1.000,-1.000 0.000,2.000 0.000,-1.000 0.000,1.000 0.000,-1.000-1.000,0.000 0.000,-3.000-1.000,1.000 1.000,-1.000 0.000,0.000 1.000,0.000 0.000,-2.000 0.000,1.000 0.000,-7.000 0.000,8.000 0.000,1.000 3.000,-1.000-2.000,-1.000 1.000,1.000-1.000,-1.000 2.000,-1.000-2.000,1.000 4.000,0.000-2.000,1.000 0.000,-1.000-1.000,4.000 0.000,1.000-1.000,0.000-1.000,1.000 1.000,0.000-1.000,0.000 1.000,-1.000-1.000,1.000 0.000,0.000 1.000,0.000 0.000,-2.000-1.000,2.000 0.000,-2.000 1.000,1.000-1.000,1.000 0.000,-2.000 0.000,-1.000 0.000,2.000 0.000,-2.000 0.000,1.000 1.000,-1.000 1.000,1.000-2.000,-1.000 1.000,0.000-1.000,0.000 0.000,-3.000 0.000,3.000 0.000,2.000 0.000,-2.000 0.000,1.000 0.000,2.000 0.000,-3.000 0.000,3.000 0.000,0.000 0.000,0.000 0.000,-1.000 0.000,1.000 0.000,0.000 0.000,0.000 0.000,-2.000 0.000,0.000-1.000,2.000 0.000,-1.000 0.000,0.000-1.000,0.000 0.000,1.000 1.000,0.000 0.000,0.000 0.000,-1.000 0.000,1.000-1.000,0.000 2.000,0.000-1.000,-2.000 0.000,0.000 0.000,2.000 1.000,-1.000 0.000,-1.000-1.000,-1.000 0.000,3.000 0.000,0.000 1.000,0.000 0.000,0.000 0.000,0.000 0.000,0.000 2.000,2.000 1.000,0.000 0.000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639.000 552.000,'4.000'1.000,"0.000"-1.000,-1.000 1.000,0.000 0.000,2.000-1.000,-1.000 1.000,1.000-1.000,-1.000 0.000,1.000 1.000,0.000 0.000,-1.000-1.000,0.000 1.000,-1.000-1.000,2.000 1.000,-2.000-1.000,1.000 0.000,0.000 0.000,-1.000 0.000,0.000 0.000,2.000 1.000,-1.000-1.000,-1.000 0.000,0.000 0.000,2.000 0.000,1.000 0.000,-2.000 0.000,1.000 0.000,0.000 0.000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1025.000 429.000,'3.000'0.000,"0.000"0.000,2.000 2.000,-2.000-2.000,3.000 2.000,1.000-2.000,-3.000 1.000,1.000 0.000,-2.000-1.000,0.000 0.000,0.000 0.000,1.000 0.000,-1.000 0.000,0.000 0.000,0.000 0.000,0.000 0.000,1.000 0.000,-1.000 0.000,0.000 0.000,1.000 0.000,-1.000 0.000,2.000 0.000,-2.000 0.000,0.000 0.000,0.000 0.000,1.000 0.000,-1.000 0.000,0.000 0.000,0.000 0.000,1.000 0.000,-1.000 0.000,0.000 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1051.000 713.000,'5.000'0.000,"0.000"1.000,1.000-1.000,-2.000 0.000,2.000 0.000,3.000 2.000,-1.000-2.000,-2.000 0.000,0.000 0.000,1.000 0.000,-3.000 0.000,2.000 0.000,-2.000 0.000,0.000 0.000,-1.000 0.000,0.000 0.000,0.000 0.000,2.000 0.000,0.000 0.000,-1.000 0.000,-1.000 0.000,1.000 0.000,0.000 0.000,0.000 0.000,1.000 0.000,-2.000 0.000,1.000 0.000,-1.000 0.000,1.000 0.000,-1.000 0.000,1.000 0.000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1245.000 442.000,'4.000'-1.000,"-1.000"0.000,-6.000 2.000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133.000 487.000,'3.000'0.000,"0.000"1.000,2.000 1.000,0.000-2.000,-1.000 1.000,1.000 1.000,-2.000-1.000,2.000 0.000,-1.000-1.000,0.000 1.000,0.000 0.000,-1.000-1.000,2.000 1.000,-2.000-1.000,1.000 1.000,-1.000 0.000,0.000-1.000,1.000 1.000,1.000 0.000,3.000 1.000,-3.000-2.000,-1.000 1.000,1.000-1.000,-1.000 1.000,0.000 0.000,0.000 0.000,1.000 0.000,-1.000 0.000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233.000 484.000,'3.000'3.000,"0.000"1.000,1.000 0.000,-1.000-2.000,0.000 0.000,0.000 1.000,0.000 0.000,2.000-1.000,-1.000 1.000,-6.000 0.000,-1.000-2.000,-1.000 2.000,0.000 0.000,1.000-1.000,-1.000-1.000,1.000 3.000,-2.000-1.000,2.000-1.000,-1.000 0.000,1.000 1.000,1.000 0.000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168.000 615.000,'0.000'-3.000,"-1.000"-3.000,1.000 3.000,-1.000 0.000,1.000 0.000,0.000-1.000,0.000 0.000,0.000 0.000,0.000 1.000,3.000-1.000,0.000 2.000,0.000 0.000,0.000 1.000,0.000 1.000,0.000 0.000,0.000 0.000,0.000 1.000,0.000 1.000,0.000 1.000,-1.000 1.000,-1.000 0.000,-1.000 0.000,0.000 1.000,0.000-1.000,0.000 1.000,0.000-2.000,0.000 0.000,-1.000 0.000,-1.000 0.000,0.000 1.000,0.000 0.000,0.000 0.000,-1.000 0.000,1.000-1.000,0.000 0.000,-1.000 0.000,1.000 0.000,-1.000 0.000,1.000 1.000,0.000-1.000,-1.000-1.000,0.000 0.000,0.000 0.000,0.000 0.000,0.000-1.000,7.000 0.000,2.000-1.000,-2.000 0.000,1.000 0.000,-1.000 0.000,0.000 0.000,-1.000 0.000,0.000 0.000,0.000-1.000,1.000 1.000,-1.000-2.000,0.000 1.000,0.000 1.000,1.000 0.000,-1.000 0.000,1.000 0.000,0.000 0.000,-1.000 0.000,0.000 0.000,0.000 0.000,0.000 0.000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132.000 797.000,'-1.000'-3.000,"-1.000"-1.000,1.000 1.000,-1.000 0.000,1.000 0.000,0.000-1.000,1.000 1.000,-1.000 0.000,1.000 0.000,-1.000-1.000,1.000 1.000,0.000-2.000,0.000 0.000,1.000 1.000,0.000 1.000,1.000 0.000,1.000 1.000,0.000-1.000,0.000 2.000,1.000 0.000,0.000 0.000,-1.000 1.000,1.000 0.000,-1.000 0.000,0.000 0.000,0.000 3.000,-1.000 0.000,1.000 2.000,-1.000-2.000,0.000 1.000,-1.000-1.000,0.000 0.000,0.000 1.000,-1.000-1.000,0.000 1.000,0.000 1.000,-1.000-2.000,0.000 0.000,1.000 0.000,-2.000 0.000,1.000 1.000,-3.000-1.000,2.000 0.000,0.000 0.000,-2.000 1.000,-2.000 0.000,3.000-1.000,0.000-2.000,-1.000 2.000,1.000-1.000,-1.000-1.000,1.000 1.000,-1.000 1.000,7.000-2.000,0.000-2.000,1.000 1.000,-1.000 0.000,0.000 0.000,0.000 0.000,0.000 3.000,-2.000 1.000,2.000-2.000,-2.000 1.000,0.000 0.000,1.000 1.000,-1.000 0.000,2.000 1.000,-2.000-2.000,0.000 2.000,0.000-2.000,0.000 1.000,-1.000 0.000,0.000 0.000,0.000-1.000,0.000 0.000,-1.000 1.000,0.000-1.000,0.000 0.000,-2.000 2.000,0.000-3.000,0.000 3.000,0.000-2.000,-3.000 3.000,1.000-4.000,0.000 1.000,2.000-1.000,-2.000 0.000,2.000-1.000,-1.000 0.000,1.000 0.000,0.000-1.000,-3.000 0.000,3.000 2.000,0.000-2.000,0.000 0.000,0.000 0.000,-1.000 0.000,1.000 0.000,0.000 0.000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335.000 687.000,'-3.000'-1.000,"0.000"0.000,0.000 1.000,-2.000-1.000,0.000 0.000,0.000 1.000,-1.000-1.000,-2.000 1.000,0.000 0.000,-2.000 0.000,2.000-2.000,1.000 1.000,3.000 1.000,0.000 0.000,1.000 0.000,-1.000 0.000,1.000 0.000,0.000 0.000,-1.000 0.000,1.000 0.000,0.000 0.000,0.000 0.000,0.000 2.000,1.000 1.000,-1.000-1.000,-1.000 3.000,2.000-1.000,1.000-1.000,-3.000 2.000,4.000-2.000,-1.000 2.000,1.000 0.000,-1.000-1.000,0.000 5.000,1.000-3.000,0.000-2.000,0.000 2.000,-1.000-1.000,1.000-1.000,0.000 1.000,0.000-2.000,0.000 2.000,0.000 1.000,0.000 0.000,0.000-3.000,0.000 2.000,0.000-1.000,0.000 1.000,0.000-1.000,0.000-1.000,0.000 1.000,0.000 1.000,0.000-2.000,0.000 1.000,0.000 0.000,0.000 1.000,0.000-2.000,1.000 3.000,-1.000-2.000,1.000 3.000,-1.000-3.000,0.000-1.000,0.000 2.000,0.000-2.000,0.000 2.000,0.000-1.000,0.000 0.000,0.000 0.000,0.000 2.000,0.000-2.000,0.000-1.000,1.000 2.000,-1.000-2.000,1.000 1.000,-1.000-1.000,1.000 0.000,0.000 0.000,1.000 0.000,-1.000 0.000,1.000 1.000,0.000-1.000,1.000-1.000,0.000 0.000,3.000 4.000,-1.000-2.000,-1.000-1.000,-1.000-1.000,1.000-1.000,1.000 2.000,0.000-2.000,2.000 0.000,-4.000 0.000,0.000-1.000,2.000 1.000,-2.000 1.000,0.000-2.000,2.000 1.000,-1.000-1.000,0.000 1.000,-1.000 0.000,0.000 0.000,1.000 0.000,-1.000 0.000,0.000 1.000,2.000 1.000,2.000-2.000,-4.000 1.000,2.000 0.000,1.000 0.000,-2.000-1.000,0.000 2.000,3.000-2.000,-2.000 1.000,1.000-2.000,-1.000 2.000,1.000-1.000,-1.000 0.000,1.000-1.000,-3.000 1.000,2.000-1.000,1.000 1.000,-3.000-1.000,2.000 2.000,1.000-2.000,-3.000 0.000,3.000 0.000,-1.000 0.000,1.000 0.000,-2.000 0.000,-1.000 0.000,0.000 0.000,1.000 0.000,0.000 0.000,-1.000 0.000,0.000 0.000,4.000-3.000,-1.000 1.000,-1.000-1.000,2.000 0.000,-2.000 0.000,0.000 1.000,-2.000 0.000,2.000 1.000,-2.000-1.000,1.000 1.000,-1.000-2.000,2.000 1.000,-2.000 0.000,2.000-1.000,-2.000 1.000,2.000 0.000,-1.000-2.000,-1.000 2.000,0.000-1.000,1.000-1.000,-1.000 1.000,1.000-1.000,0.000-1.000,-1.000 2.000,0.000-2.000,-1.000 0.000,2.000 1.000,-2.000-1.000,-1.000 1.000,2.000-1.000,-1.000 0.000,1.000-2.000,-2.000 0.000,2.000 1.000,-2.000-3.000,1.000 1.000,-1.000-1.000,1.000 1.000,-1.000 0.000,-1.000-1.000,1.000 1.000,-1.000 2.000,0.000 1.000,0.000-1.000,0.000 2.000,0.000-1.000,0.000 1.000,0.000-2.000,-1.000 1.000,0.000-2.000,-1.000 1.000,2.000 1.000,-2.000 1.000,2.000 0.000,-1.000 1.000,0.000 0.000,0.000 0.000,0.000-3.000,-2.000 3.000,2.000 0.000,0.000-1.000,-2.000-1.000,1.000 2.000,0.000-1.000,-2.000-1.000,3.000 1.000,-2.000 0.000,0.000 0.000,0.000 0.000,-2.000 0.000,2.000-1.000,-1.000 3.000,1.000-1.000,0.000 2.000,0.000 0.000,0.000-2.000,0.000 2.000,-2.000 0.000,0.000 0.000,2.000 0.000,-2.000 1.000,2.000 0.000,-2.000 0.000,0.000 0.000,2.000 0.000,-2.000 0.000,1.000 1.000,0.000 2.000,0.000-2.000,1.000 0.000,0.000 0.000,-1.000 1.000,1.000-2.000,-2.000 2.000,2.000-2.000,-1.000 1.000,-1.000 0.000,-3.000 0.000,2.000 1.000,3.000-2.000,0.000 0.000,0.000 0.000,0.000 0.000,-1.000 0.000,1.000 0.000,0.000 0.000,0.000 0.000,-1.000 0.000,1.000 0.000,0.000 0.000,-1.000 0.000,0.000 0.000,-1.000 0.000,2.000 0.000,0.000 0.000,0.000 0.000,0.000 0.000,-1.000 0.000,0.000 0.000,0.000 0.000,1.000 0.000,0.000 1.000,0.000-1.000,0.000 0.000,0.000 0.000,0.000 0.000,0.000 1.000,0.000-1.000,-1.000 0.000,1.000 1.000,0.000 0.000,-1.000 0.000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934.000 670.000,'3.000'2.000,"2.000"-1.000,-2.000 1.000,0.000-1.000,0.000 0.000,2.000 1.000,-2.000-1.000,0.000 0.000,0.000 0.000,1.000-1.000,-1.000 0.000,0.000 0.000,2.000 0.000,1.000 0.000,3.000-2.000,-3.000 0.000,1.000 0.000,2.000-1.000,-5.000 1.000,3.000 1.000,-4.000 0.000,1.000 1.000,1.000 0.000,-2.000-1.000,0.000 1.000,0.000 0.000,1.000-2.000,0.000 2.000,-1.000 0.000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597.000 669.000,'3.000'0.000,"3.000"1.000,-2.000 0.000,1.000-1.000,1.000 1.000,-1.000 0.000,1.000-1.000,-2.000 2.000,4.000-2.000,-1.000 0.000,-1.000 0.000,0.000 0.000,0.000 0.000,2.000 0.000,-1.000 0.000,-3.000 0.000,2.000 0.000,-2.000 0.000,1.000 0.000,-2.000 0.000,0.000-1.000,1.000 1.000,-1.000-1.000,0.000 0.000,0.000 1.000,1.000-1.000,0.000 0.000,1.000 0.000,0.000 0.000,-2.000 0.000,3.000-1.000,-3.000 1.000,4.000 0.000,-4.000 0.000,0.000 0.000,1.000 0.000,-1.000 1.000,0.000-1.000,0.000 1.000,1.000-1.000,-1.000 1.000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1028.000 162.000,'3.000'1.000,"2.000"1.000,0.000-1.000,0.000 2.000,-1.000-2.000,5.000 2.000,-2.000-1.000,1.000 0.000,1.000 1.000,-1.000-2.000,3.000 2.000,1.000-1.000,-2.000-1.000,-1.000 0.000,-1.000 1.000,1.000-1.000,16.000 2.000,-17.000-2.000,0.000-1.000,-1.000 2.000,-1.000-1.000,0.000-1.000,-2.000 1.000,-1.000-1.000,0.000 0.000,2.000 1.000,1.000 0.000,-3.000 0.000,1.000-1.000,2.000 2.000,1.000-1.000,1.000 0.000,1.000-1.000,13.000 2.000,-12.000-1.000,-2.000-1.000,-1.000 0.000,-1.000 0.000,-2.000 0.000,1.000 0.000,-2.000 0.000,0.000 0.000,0.000 0.000,0.000 0.000,0.000-2.000,1.000 0.000,0.000 1.000,-1.000-1.000,0.000 0.000,3.000 0.000,-3.000 0.000,0.000 0.000,1.000-1.000,2.000-1.000,-1.000-2.000,-2.000 3.000,-1.000 0.000,0.000-2.000,1.000 0.000,-1.000 0.000,-1.000-2.000,2.000 2.000,-2.000 1.000,0.000-3.000,1.000 4.000,-2.000 0.000,1.000 0.000,-1.000-1.000,0.000 1.000,0.000 0.000,0.000 0.000,-2.000-1.000,-1.000-1.000,0.000 1.000,0.000-1.000,-3.000 0.000,1.000-1.000,-1.000-1.000,-1.000 0.000,-1.000-1.000,1.000 1.000,-1.000 0.000,-1.000-1.000,0.000 2.000,2.000 0.000,2.000 2.000,-2.000 0.000,2.000 3.000,2.000-1.000,-2.000 1.000,-2.000-2.000,1.000 0.000,-1.000 0.000,0.000 1.000,0.000-1.000,-1.000 0.000,1.000 2.000,0.000 1.000,1.000 0.000,-1.000 0.000,0.000 0.000,-2.000 0.000,1.000 0.000,-1.000 0.000,2.000 0.000,1.000 0.000,1.000 0.000,1.000 0.000,0.000 0.000,1.000 0.000,0.000 0.000,-2.000 1.000,2.000 1.000,-1.000-1.000,0.000 2.000,-1.000-1.000,-2.000 1.000,2.000 1.000,-14.000 4.000,14.000-6.000,0.000 1.000,1.000-2.000,-1.000 1.000,0.000-1.000,0.000 2.000,2.000-2.000,-4.000 2.000,3.000-1.000,-3.000 1.000,0.000-1.000,0.000 1.000,-1.000-1.000,1.000-1.000,1.000 0.000,-1.000 0.000,4.000 1.000,-2.000-1.000,0.000 0.000,2.000 1.000,-1.000 0.000,0.000 1.000,0.000-1.000,1.000 0.000,0.000 1.000,0.000-1.000,1.000 1.000,-1.000 0.000,1.000 0.000,0.000 1.000,-1.000 1.000,2.000 0.000,0.000-2.000,0.000 1.000,1.000-1.000,0.000 1.000,0.000 1.000,0.000-1.000,1.000 1.000,1.000-1.000,2.000 1.000,0.000 1.000,-1.000-3.000,1.000 0.000,1.000 0.000,-2.000 1.000,4.000 1.000,-3.000-1.000,1.000 0.000,0.000 0.000,-1.000-2.000,0.000 2.000,0.000-1.000,-1.000-2.000,3.000 4.000,-2.000-3.000,2.000 0.000,-1.000 0.000,-2.000 0.000,2.000 0.000,0.000-1.000,-2.000 0.000,1.000 0.000,1.000 0.000,0.000 0.000,0.000-1.000,-2.000 0.000,2.000 1.000,-1.000-1.000,-1.000 0.000,0.000 0.000,1.000 0.000,1.000 0.000,0.000-1.000,-2.000 1.000,1.000-1.000,0.000 0.000,1.000 0.000,-2.000 0.000,0.000 0.000,0.000 0.000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106.000 276.000,'0.000'3.000,"2.000"0.000,0.000 1.000,-2.000-1.000,1.000 2.000,0.000-2.000,0.000 2.000,1.000-1.000,-1.000-1.000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89.000 352.000,'-1.000'-3.000,"1.000"-1.000,1.000 0.000,1.000 1.000,1.000 1.000,0.000 1.000,0.000 0.000,1.000 1.000,-1.000 0.000,0.000 0.000,1.000 1.000,-1.000 1.000,-3.000 1.000,1.000 1.000,-1.000 0.000,0.000-1.000,0.000 1.000,0.000 0.000,0.000 0.000,-2.000-1.000,-1.000 1.000,1.000-1.000,-1.000-1.000,0.000 1.000,-7.000 2.000,6.000-1.000,-1.000-2.000,1.000 0.000,8.000-1.000,0.000-1.000,1.000 0.000,-1.000 0.000,4.000 0.000,-2.000 0.000,2.000 0.000,0.000 0.000,0.000 0.000,-1.000 0.000,-1.000 0.000,-2.000 0.000,-8.000 0.000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70.000 443.000,'0.000'-6.000,"0.000"1.000,3.000 0.000,1.000-1.000,1.000 2.000,-2.000 2.000,-1.000-1.000,1.000 1.000,0.000 0.000,0.000 1.000,0.000-1.000,2.000 5.000,-2.000 1.000,0.000-2.000,0.000 1.000,-2.000 0.000,-1.000 1.000,-2.000 0.000,1.000 0.000,-3.000 1.000,0.000-1.000,0.000-1.000,1.000-1.000,7.000-1.000,-1.000-1.000,2.000 0.000,1.000 0.000,-2.000 0.000,1.000 0.000,-1.000 1.000,0.000 0.000,-1.000 0.000,0.000 2.000,0.000 1.000,-3.000-1.000,0.000 1.000,-4.000 6.000,1.000-6.000,1.000-1.000,-1.000-1.000,0.000-1.000,0.000 2.000,0.000-2.000,0.000 0.000,-3.000 1.000,-3.000-1.000,1.000 0.000,-2.000 1.000,1.000-2.000,3.000 0.000,2.000 0.000,1.000 0.000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525.000 282.000,'1.000'5.000,"0.000"-1.000,0.000 1.000,0.000 1.000,0.000-3.000,-1.000 0.000,1.000 1.000,-1.000-1.000,1.000 0.000,-1.000 0.000,1.000 1.000,-1.000-1.000,1.000 3.000,-1.000-2.000,1.000-1.000,-1.000 1.000,0.000-1.000,0.000 0.000,1.000 0.000,0.000 0.000,3.000-2.000,0.000-1.000,2.000 0.000,-2.000 0.000,2.000 0.000,0.000 0.000,-1.000 0.000,-1.000 0.000,1.000-2.000,-1.000 1.000,-1.000 1.000,1.000 0.000,-1.000-2.000,0.000 2.000,0.000-1.000,2.000 0.000,-1.000 1.000,-1.000 0.000,0.000-1.000,0.000 1.000,1.000 0.000,0.000-1.000,-1.000 1.000,2.000 0.000,1.000-2.000,1.000 1.000,-1.000 0.000,2.000 1.000,0.000 0.000,0.000 0.000,3.000 0.000,-3.000 0.000,11.000 3.000,-9.000-3.000,0.000 0.000,4.000 2.000,0.000-2.000,0.000 0.000,0.000 0.000,0.000 0.000,0.000 0.000,0.000 0.000,0.000 0.000,0.000 0.000,0.000 0.000,0.000 0.000,-2.000 0.000,-2.000 0.000,0.000 0.000,0.000 0.000,0.000 0.000,0.000 0.000,1.000-1.000,-1.000 1.000,0.000-1.000,0.000-1.000,1.000 1.000,-1.000-1.000,-1.000 1.000,-3.000 0.000,0.000 1.000,0.000 0.000,-1.000 0.000,-1.000 0.000,2.000 0.000,-1.000 0.000,1.000 0.000,-2.000 0.000,0.000 0.000,0.000-2.000,-1.000 2.000,3.000-1.000,-3.000 1.000,0.000 0.000,0.000-1.000,3.000-1.000,-2.000 1.000,-1.000-2.000,0.000 2.000,1.000-1.000,-1.000 0.000,3.000-4.000,-4.000 3.000,1.000-1.000,0.000-1.000,-1.000 2.000,2.000-5.000,-3.000 5.000,0.000-2.000,-1.000 2.000,1.000-1.000,0.000 1.000,-1.000-1.000,0.000 1.000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517.000 793.000,'5.000'0.000,"0.000"-2.000,1.000 0.000,3.000-1.000,0.000-1.000,1.000 1.000,3.000 0.000,-3.000 0.000,1.000 0.000,3.000-2.000,-3.000 2.000,-1.000 0.000,-1.000 2.000,-1.000-1.000,-2.000 1.000,-1.000 0.000,1.000 1.000,-1.000-1.000,0.000 0.000,-2.000 1.000,0.000 0.000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661.000 369.000,'-1.000'4.000,"1.000"-1.000,-1.000 3.000,-1.000 2.000,1.000 1.000,-2.000 3.000,1.000-3.000,0.000-3.000,0.000 1.000,0.000 0.000,0.000-1.000,1.000 3.000,-2.000-3.000,2.000 3.000,-2.000-1.000,2.000 1.000,-2.000 0.000,1.000-1.000,-1.000 1.000,-4.000 8.000,4.000-8.000,1.000-3.000,-1.000 1.000,0.000 0.000,2.000-2.000,-2.000 1.000,2.000-1.000,0.000 2.000,0.000-3.000,0.000 0.000,1.000-1.000,-1.000 1.000,1.000-1.000,0.000 0.000,0.000 2.000,3.000 1.000,-1.000-3.000,1.000 4.000,0.000-4.000,-1.000 1.000,0.000 0.000,1.000 3.000,0.000-2.000,1.000 2.000,-3.000-2.000,1.000 0.000,-1.000-2.000,2.000 2.000,-2.000-2.000,0.000 0.000,0.000 3.000,1.000-3.000,-2.000 0.000,3.000 1.000,0.000 0.000,0.000-1.000,0.000-1.000,0.000 1.000,0.000 0.000,1.000 0.000,1.000 1.000,0.000 2.000,2.000-2.000,-2.000 0.000,2.000 0.000,-1.000 0.000,-1.000-2.000,-2.000 1.000,0.000-1.000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669.000 385.000,'2.000'0.000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9-17T10:03:54"/>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154.000 428.000,'3.000'0.000,"0.000"0.000,2.000 0.000,-1.000 0.000,-1.000 0.000,1.000 0.000,-1.000 0.000,0.000 0.000,0.000 0.000,2.000 0.000,-1.000 0.000,0.000 0.000,1.000 0.000,-1.000 0.000,1.000 0.000,-1.000 0.000,1.000 0.000,2.000 0.000,-2.000 0.000,-1.000 0.000,-1.000 0.000,1.000 0.000,1.000 0.000,-2.000 0.000,0.000 0.000,0.000 0.000,2.000 0.000,-1.000-1.000,3.000 1.000,-3.000 0.000,2.000 0.000,-1.000-1.000,-1.000 0.000,1.000 1.000,1.000 0.000,-2.000 0.000,2.000 0.000,0.000 0.000,1.000 0.000,-1.000 0.000,2.000 0.000,-2.000 0.000,0.000 0.000,0.000 0.000,3.000 0.000,-3.000 0.000,0.000 0.000,0.000 0.000,2.000 0.000,0.000 0.000,-1.000 0.000,-1.000 0.000,0.000 0.000,2.000 0.000,0.000 0.000,0.000 0.000,1.000 0.000,1.000 0.000,0.000 0.000,-2.000 0.000,0.000 0.000,0.000 0.000,0.000 0.000,0.000 0.000,1.000 0.000,-1.000 0.000,0.000 0.000,0.000 0.000,-2.000 0.000,0.000 0.000,1.000 0.000,-3.000 0.000,1.000 0.000,-2.000 0.000,1.000 0.000,0.000 0.000,1.000 0.000,-1.000 0.000,4.000 0.000,-2.000 0.000,2.000 0.000,0.000 0.000,0.000 0.000,0.000 0.000,1.000 0.000,-1.000 0.000,-2.000 0.000,0.000 0.000,-1.000 0.000,1.000 0.000,-2.000 0.000,2.000 0.000,0.000 0.000,0.000 0.000,3.000 0.000,-1.000 0.000,0.000 0.000,-4.000 0.000,2.000 0.000,-1.000 0.000,1.000 0.000,-2.000 0.000,1.000 0.000,-1.000 0.000,1.000 0.000,-2.000 0.000,1.000 0.000,1.000 0.000,-1.000 0.000,1.000 0.000,-1.000 0.000,1.000 0.000,-2.000 0.000,1.000 0.000,-1.000 0.000,3.000 0.000,-2.000 0.000,2.000 0.000,-2.000 0.000,4.000 0.000,-2.000 0.000,2.000 0.000,-5.000 0.000,2.000 0.000,-1.000 0.000,-1.000 0.000,1.000 0.000,1.000 0.000,-2.000 0.000,1.000 0.000,0.000 0.000,-1.000 0.000,0.000 0.000,0.000 0.000,1.000 0.000,-1.000 0.000,1.000 0.000,-1.000 0.000,0.000 0.000,1.000 0.000,-1.000 0.000,0.000 0.000,1.000 0.000,-1.000 0.000,0.000 0.000,2.000 0.000,-1.000 0.000,-1.000 0.000,2.000 0.000,0.000 0.000,-2.000 0.000,1.000 0.000,-1.000 0.000,0.000 0.000,0.000 0.000,0.000 0.000,1.000 0.000,-1.000 0.000,0.000 1.000,0.000-1.000,1.000 0.000,-1.000 0.000,0.000 1.000,2.000-1.000,-1.000 0.000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850.000 297.000,'4.000'-1.000,"-1.000"1.000,0.000 0.000,2.000 0.000,2.000 0.000,1.000 0.000,4.000 0.000,2.000 0.000,0.000 0.000,-2.000 0.000,-2.000 0.000,-1.000 0.000,-1.000 0.000,-4.000-1.000,1.000 1.000,-2.000 0.000,2.000-1.000,-1.000 1.000,1.000-1.000,-1.000 1.000,2.000 0.000,0.000 0.000,3.000 0.000,-3.000 0.000,0.000 0.000,-2.000 0.000,1.000 0.000,-2.000 0.000,0.000 0.000,1.000 0.000,-1.000 0.000,0.000 0.000,0.000 0.000,0.000 0.000,1.000 0.000,-1.000 0.000,0.000 0.000,0.000 0.000,1.000 0.000,0.000 0.000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393.000 788.000,'-1.000'3.000,"0.000"0.000,0.000 1.000,0.000-1.000,1.000 2.000,-1.000-2.000,1.000 0.000,-1.000 1.000,-1.000-1.000,2.000 0.000,0.000 2.000,0.000 1.000,0.000-3.000,0.000 0.000,0.000 0.000,0.000 0.000,0.000 1.000,0.000 0.000,0.000-1.000,1.000 1.000,-1.000 0.000,1.000 0.000,-1.000-1.000,0.000 1.000,0.000 1.000,0.000-1.000,0.000-1.000,0.000 0.000,1.000 0.000,-1.000 1.000,0.000-1.000,0.000 1.000,0.000 0.000,0.000-1.000,0.000 1.000,0.000 0.000,0.000-1.000,0.000 2.000,0.000-1.000,0.000-1.000,0.000 0.000,0.000 0.000,0.000 2.000,0.000-2.000,0.000 0.000,0.000 1.000,0.000 0.000,0.000-1.000,0.000 0.000,1.000 0.000,0.000 0.000,2.000 1.000,-2.000-1.000,2.000-1.000,0.000 3.000,0.000-3.000,-2.000 1.000,1.000 0.000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173.000 582.000,'4.000'-1.000,"-1.000"1.000,2.000 0.000,-1.000 0.000,1.000 0.000,-1.000 0.000,1.000 0.000,1.000 0.000,-3.000 0.000,0.000-1.000,0.000 1.000,1.000-1.000,0.000 0.000,-1.000 1.000,0.000-1.000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403.000 932.000,'4.000'-2.000,"0.000"2.000,1.000-1.000,-1.000 0.000,1.000 1.000,-2.000-1.000,3.000 1.000,-3.000-1.000,2.000 1.000,-2.000 0.000,2.000-1.000,-2.000 1.000,-6.000 1.000,-2.000-1.000,2.000 0.000,-1.000 0.000,-2.000 0.000,3.000 0.000,-2.000 0.000,2.000 0.000,0.000 0.000,-1.000 1.000,1.000 0.000,6.000-1.000,0.000-1.000,0.000 1.000,1.000-1.000,0.000 1.000,1.000 0.000,-1.000-1.000,1.000 1.000,-2.000 0.000,1.000 0.000,-1.000 0.000,-8.000 1.000,1.000 0.000,-1.000 0.000,-2.000 0.000,3.000 0.000,-3.000 1.000,1.000-2.000,0.000 1.000,-1.000 0.000,3.000-1.000,1.000 0.000,8.000 0.000,-1.000 0.000,2.000-1.000,1.000 0.000,1.000-1.000,0.000 2.000,1.000-1.000,1.000 1.000,-2.000 0.000,-1.000-1.000,-1.000-1.000,-1.000 2.000,-1.000-1.000,-1.000 1.000,1.000 0.000,-8.000 0.000,1.000 0.000,-2.000 0.000,-1.000 2.000,2.000-2.000,-1.000 0.000,2.000 0.000,-1.000 0.000,7.000 0.000,0.000 0.000,1.000-1.000,-1.000 1.000,1.000-1.000,0.000 1.000,-1.000 0.000,2.000-2.000,-1.000 1.000,1.000 1.000,-2.000 0.000,0.000-1.000,1.000 1.000,-7.000-1.000,0.000 1.000,-1.000 0.000,1.000 0.000,0.000 0.000,0.000 0.000,-1.000 0.000,1.000 0.000,-1.000 0.000,1.000 0.000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757.000 739.000,'3.000'-1.000,"1.000"0.000,1.000 0.000,-1.000 1.000,0.000-1.000,1.000 0.000,-1.000 1.000,0.000-1.000,-1.000 1.000,0.000-1.000,0.000 1.000,0.000 0.000,0.000 0.000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756.000 799.000,'3.000'0.000,"2.000"-1.000,-2.000 0.000,2.000-1.000,2.000 0.000,-3.000 2.000,2.000-2.000,1.000 1.000,-1.000 1.000,1.000-1.000,-3.000 1.000,1.000 0.000,-1.000 0.000,-1.000 0.000,1.000 0.000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1023.000 995.000,'5.000'-1.000,"-2.000"0.000,0.000 1.000,1.000-1.000,0.000 1.000,0.000 0.000,0.000-1.000,-1.000 0.000,0.000 1.000,0.000 0.000,0.000 0.000,0.000 0.000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172.000 659.000,'2.000'3.000,"0.000"0.000,0.000 1.000,2.000-1.000,-2.000 1.000,2.000-1.000,-2.000 0.000,0.000 0.000,1.000-1.000,0.000-2.000,2.000 0.000,-1.000 0.000,4.000-3.000,1.000 0.000,0.000 0.000,-2.000-1.000,1.000 1.000,-1.000 0.000,0.000-1.000,2.000 0.000,-4.000 1.000,0.000 1.000,-2.000 1.000,0.000-1.000,-1.000 7.000,-1.000-2.000,0.000 0.000,1.000 1.000,0.000-1.000,-1.000 0.000,2.000-3.000,2.000-1.000,0.000 0.000,1.000-2.000,1.000 0.000,0.000 0.000,2.000 1.000,-3.000-1.000,-1.000 0.000,0.000 1.000,-1.000 0.000,-1.000 3.000,-2.000 2.000,2.000 0.000,-2.000 1.000,1.000-1.000,-1.000 0.000,1.000 1.000,-1.000-1.000,2.000 0.000,0.000 0.000,2.000-2.000,1.000-4.000,-1.000 2.000,2.000-1.000,5.000-3.000,-3.000 0.000,0.000 1.000,0.000 0.000,-4.000 1.000,-2.000 1.000,0.000 1.000,0.000 6.000,-2.000-2.000,1.000 1.000,0.000 0.000,-2.000-1.000,3.000-3.000,2.000 0.000,-1.000 0.000,1.000-1.000,1.000 0.000,-1.000 0.000,4.000-2.000,-6.000 2.000,0.000-2.000,0.000 2.000,0.000 4.000,-1.000 1.000,-1.000 0.000,0.000 0.000,0.000-1.000,-1.000 1.000,1.000-1.000,3.000-4.000,0.000-2.000,0.000 1.000,-1.000 0.000,3.000-3.000,-3.000 3.000,0.000 0.000,1.000 0.000,-1.000-1.000,1.000 0.000,-1.000 2.000,0.000-1.000,-1.000-1.000,1.000 0.000,-1.000 0.000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820.000 730.000,'-4.000'2.000,"0.000"-1.000,1.000 0.000,0.000-1.000,0.000 1.000,0.000-1.000,0.000 1.000,-1.000 0.000,0.000 0.000,0.000-1.000,1.000 1.000,0.000 0.000,0.000-1.000,-1.000 0.000,-1.000 0.000,1.000 1.000,1.000 0.000,0.000-1.000,-1.000 0.000,3.000-3.000,-1.000 0.000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202.000 580.000,'3.000'0.000,"1.000"0.000,1.000 0.000,0.000 0.000,-1.000 0.000,-1.000 0.000,1.000 0.000,0.000 0.000,-1.000 0.000,0.000 0.000,0.000 0.000,1.000 0.000,0.000 0.000,0.000 0.000,-1.000 0.000,1.000 0.000,0.000 0.000,-1.000 0.000,1.000 0.000,2.000 0.000,-3.000 0.000,0.000 0.000,0.000 0.000,0.000 0.000,-6.000 0.000,0.000 1.000,0.000-1.000,0.000 0.000,0.000 0.000,-3.000 0.000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123.000 232.000,'3.000'0.000,"0.000"0.000,0.000 0.000,0.000 0.000,0.000 0.000,3.000 0.000,-2.000 0.000,4.000 0.000,-2.000 0.000,0.000 0.000,1.000 0.000,-1.000 0.000,0.000 0.000,0.000 0.000,-1.000 0.000,1.000 0.000,-2.000 0.000,2.000 0.000,-1.000 0.000,-1.000 0.000,1.000 0.000,-1.000 0.000,-1.000 0.000,0.000 0.000,2.000 0.000,-2.000 0.000,2.000 0.000,-2.000 0.000,0.000 0.000,0.000 0.000,1.000 0.000,0.000 0.000,-1.000 0.000,2.000 0.000,-2.000 0.000,2.000 0.000,-2.000 0.000,2.000 0.000,-2.000 0.000,0.000 0.000,0.000 0.000,2.000 0.000,-1.000 0.000,0.000 1.000,-1.000-1.000,1.000 0.000,1.000 0.000,-1.000 0.000,1.000 0.000,-1.000 0.000,1.000 0.000,-2.000 0.000,0.000 0.000,5.000 0.000,-5.000 0.000,1.000 0.000,2.000 0.000,3.000 0.000,1.000 0.000,0.000 0.000,0.000 0.000,0.000 0.000,0.000 0.000,-2.000 0.000,0.000 0.000,-2.000 0.000,1.000 0.000,-1.000 0.000,2.000 0.000,0.000 0.000,1.000 2.000,-1.000-2.000,2.000 1.000,0.000-1.000,0.000 0.000,-1.000 2.000,-1.000-1.000,-2.000-1.000,1.000 1.000,-1.000 1.000,5.000-1.000,-5.000 0.000,2.000-1.000,3.000 2.000,-3.000-1.000,3.000 0.000,-1.000-1.000,-2.000 2.000,2.000-1.000,-1.000-1.000,-1.000 2.000,-2.000-2.000,0.000 0.000,0.000 0.000,1.000 0.000,-3.000 0.000,1.000 0.000,-1.000 0.000,-1.000 0.000,2.000 0.000,-1.000 0.000,-1.000 0.000,1.000 0.000,-1.000 0.000,1.000 0.000,2.000 0.000,3.000 0.000,-1.000 0.000,2.000 0.000,0.000 0.000,2.000 0.000,-2.000 0.000,0.000 0.000,-2.000 0.000,0.000 0.000,0.000 0.000,1.000 0.000,-1.000 0.000,-2.000 0.000,0.000 0.000,-3.000 0.000,1.000 0.000,-1.000 0.000,0.000 0.000,0.000-2.000,-1.000-2.000,0.000 0.000,1.000 0.000,-3.000 0.000,1.000 0.000,-1.000 1.000,0.000 0.000,0.000 0.000,-1.000 0.000,0.000-2.000,0.000 1.000,1.000 1.000,-2.000 0.000,2.000-1.000,0.000 0.000,0.000-1.000,0.000 2.000,0.000-1.000,0.000 1.000,0.000-1.000,-1.000 1.000,1.000 0.000,-1.000 0.000,-2.000 1.000,-5.000 0.000,-17.000-6.000,7.000 3.000,-2.000 0.000,-1.000 1.000,-2.000-1.000,-2.000 3.000,-2.000-2.000,5.000 4.000,0.000 0.000,2.000 0.000,0.000 0.000,3.000 0.000,1.000 0.000,2.000 0.000,0.000 0.000,2.000 0.000,-1.000 1.000,1.000 0.000,0.000 1.000,-4.000-2.000,4.000 1.000,1.000 1.000,-1.000-2.000,-8.000 0.000,12.000 0.000,0.000 0.000,2.000 0.000,0.000 0.000,-1.000 0.000,1.000 0.000,-2.000 0.000,0.000 0.000,-2.000 0.000,0.000 0.000,-4.000 0.000,0.000 0.000,0.000 0.000,0.000 0.000,0.000 0.000,0.000 0.000,2.000 0.000,2.000 0.000,0.000 0.000,1.000 0.000,3.000 0.000,-2.000 1.000,2.000-1.000,-1.000 2.000,-1.000-1.000,0.000-1.000,-1.000 1.000,1.000 1.000,-1.000-1.000,1.000-1.000,0.000 0.000,0.000 2.000,-1.000-2.000,1.000 1.000,0.000 0.000,0.000-1.000,3.000 0.000,2.000 0.000,0.000 1.000,0.000 2.000,2.000 2.000,0.000-1.000,1.000-1.000,0.000 2.000,0.000-1.000,0.000-1.000,0.000 0.000,0.000 2.000,0.000-2.000,0.000 2.000,1.000-1.000,-1.000-1.000,0.000 0.000,1.000 0.000,0.000 6.000,0.000-4.000,0.000 2.000,0.000-2.000,1.000-2.000,1.000-1.000,0.000-2.000,0.000 1.000,0.000-1.000,0.000 0.000,1.000 0.000,0.000 0.000,-1.000 0.000,0.000 0.000,0.000 0.000,1.000-2.000,1.000 0.000,-2.000 1.000,2.000-2.000,-2.000 2.000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449.000 361.000,'5.000'2.000,"2.000"0.000,-3.000-2.000,1.000 1.000,0.000 0.000,1.000-1.000,-2.000 0.000,1.000 0.000,-1.000 0.000,-1.000 0.000,2.000 0.000,-2.000 0.000,2.000-1.000,-1.000-1.000,-1.000 1.000,0.000-1.000,0.000 1.000,2.000 0.000,0.000 0.000,-1.000 0.000,-1.000 0.000,0.000 1.000,0.000-1.000,2.000 1.000,1.000-1.000,1.000-1.000,1.000 2.000,0.000-1.000,1.000-1.000,-3.000 1.000,1.000 0.000,-1.000 1.000,0.000-1.000,1.000 1.000,-4.000 0.000,0.000 0.000,0.000 0.000,0.000 0.000,1.000 0.000,-1.000 0.000,0.000 0.000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618.000 740.000,'1.000'3.000,"1.000"0.000,-1.000 0.000,1.000 0.000,-1.000 0.000,2.000 0.000,0.000-1.000,-2.000-7.000,1.000 2.000,-1.000 0.000,2.000-3.000,-2.000 3.000,1.000 0.000,-1.000-1.000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619.000 621.000,'2.000'3.000,"0.000"0.000,0.000 0.000,-1.000 1.000,0.000-1.000,2.000 1.000,0.000-2.000,0.000-2.000,0.000 0.000,0.000-2.000,3.000-1.000,-1.000-1.000,-2.000 2.000,2.000-1.000,-1.000 0.000,-1.000 0.000,0.000 2.000,0.000-2.000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409.000 610.000,'3.000'0.000,"0.000"0.000,2.000 0.000,-2.000 0.000,0.000 0.000,1.000 0.000,0.000 0.000,1.000-1.000,-1.000 1.000,1.000-1.000,-2.000 1.000,0.000-2.000,0.000 2.000,1.000-1.000,0.000 0.000,-1.000 0.000,1.000 1.000,0.000 0.000,1.000 0.000,-2.000 0.000,0.000 0.000,0.000 0.000,2.000-1.000,-1.000 1.000,1.000-1.000,-1.000 1.000,0.000-1.000,0.000 1.000,0.000 0.000,-1.000 0.000,0.000 0.000,0.000 0.000,0.000 0.000,2.000 0.000,0.000 0.000,-1.000 0.000,2.000 0.000,-1.000 0.000,-1.000 0.000,0.000 0.000,-1.000 0.000,0.000 0.000,1.000 0.000,1.000 0.000,-2.000 0.000,0.000 0.000,0.000 0.000,0.000 0.000,1.000 0.000,0.000 0.000,1.000 0.000,1.000 0.000,-2.000 0.000,2.000 0.000,-1.000 0.000,-2.000 0.000,0.000 0.000,0.000 0.000,2.000 0.000,-1.000 0.000,-1.000 0.000,1.000 0.000,-1.000 0.000,4.000 0.000,-3.000 0.000,2.000 0.000,-1.000 0.000,1.000 0.000,-2.000 0.000,1.000 0.000,-1.000 0.000,1.000 0.000,-2.000 0.000,0.000 0.000,0.000 0.000,1.000 0.000,1.000 0.000,-2.000 0.000,0.000 0.000,0.000 0.000,2.000 0.000,-2.000 0.000,1.000 0.000,2.000 0.000,-3.000 0.000,1.000 0.000,-1.000 0.000,0.000 0.000,3.000 0.000,-2.000 0.000,2.000 0.000,-1.000 0.000,-1.000 0.000,1.000 0.000,-2.000 0.000,0.000 0.000,1.000 0.000,-1.000 0.000,0.000 0.000,1.000 0.000,1.000 0.000,-1.000 0.000,2.000 0.000,1.000 0.000,-1.000 0.000,2.000 0.000,-4.000 0.000,6.000 0.000,-6.000 0.000,2.000 1.000,2.000-1.000,1.000 2.000,-1.000-2.000,0.000 1.000,9.000 1.000,-1.000-1.000,-7.000 0.000,-1.000 1.000,1.000-1.000,1.000-1.000,0.000 0.000,-2.000 2.000,2.000-2.000,-2.000 0.000,3.000 0.000,-1.000 0.000,0.000 0.000,-2.000 0.000,-2.000 0.000,-1.000 0.000,-1.000 0.000,-1.000 0.000,0.000 0.000,1.000 0.000,-1.000 0.000,0.000 0.000,1.000 0.000,1.000 0.000,1.000 0.000,-3.000 0.000,0.000 0.000,2.000-4.000,-1.000 2.000,-1.000-2.000,0.000 2.000,0.000-1.000,0.000-1.000,1.000 1.000,-1.000-1.000,1.000-1.000,-2.000 2.000,0.000-1.000,2.000-1.000,-1.000 0.000,-2.000 2.000,2.000 1.000,-2.000-2.000,1.000 1.000,0.000 0.000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1170.000 500.000,'2.000'0.000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295.000 519.000,'4.000'7.000,"-2.000"-3.000,0.000 0.000,2.000-1.000,-2.000 1.000,0.000-1.000,2.000 0.000,0.000 3.000,-2.000-3.000,1.000 0.000,-2.000 0.000,1.000 0.000,2.000 1.000,-2.000-1.000,2.000 1.000,-2.000-1.000,1.000-1.000,0.000 2.000,0.000-1.000,2.000 1.000,0.000-2.000,0.000 2.000,-2.000-3.000,1.000 2.000,-1.000 0.000,3.000-2.000,-3.000 0.000,2.000 0.000,1.000 0.000,-1.000-1.000,1.000 2.000,-3.000-1.000,0.000-1.000,0.000 0.000,1.000-1.000,0.000 0.000,-1.000 1.000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785.000 515.000,'-5.000'-1.000,"1.000"1.000,-1.000-3.000,-3.000 2.000,3.000 1.000,-1.000-3.000,1.000 3.000,-1.000-1.000,2.000 1.000,0.000-1.000,0.000 1.000,0.000 0.000,0.000 1.000,0.000 1.000,-1.000 1.000,2.000-1.000,0.000 1.000,0.000 0.000,1.000 0.000,0.000 0.000,0.000 0.000,1.000 0.000,-1.000 1.000,-1.000 1.000,2.000-1.000,0.000 0.000,1.000-1.000,-1.000 1.000,1.000 0.000,0.000-1.000,0.000 2.000,0.000-1.000,0.000-1.000,1.000 0.000,2.000 1.000,1.000-1.000,-1.000-1.000,1.000 0.000,1.000 1.000,0.000-1.000,-1.000 1.000,3.000 0.000,0.000 1.000,0.000-2.000,-2.000 0.000,0.000 0.000,0.000 0.000,-2.000-1.000,0.000 0.000,0.000-1.000,1.000 0.000,-1.000 0.000,1.000 0.000,-1.000 0.000,1.000 0.000,1.000 0.000,-1.000 0.000,-1.000 0.000,1.000 0.000,0.000-1.000,0.000-1.000,2.000 0.000,-3.000 0.000,0.000-1.000,2.000 2.000,-2.000-1.000,3.000-1.000,-2.000-1.000,0.000 0.000,-1.000 0.000,0.000 2.000,-2.000-1.000,0.000 0.000,1.000-1.000,-2.000 1.000,1.000-2.000,1.000 0.000,-2.000 1.000,-1.000 1.000,1.000 0.000,-1.000-2.000,0.000 2.000,-1.000 0.000,-1.000-3.000,-2.000 1.000,0.000-1.000,1.000 4.000,1.000 0.000,0.000-2.000,-2.000 2.000,0.000-1.000,0.000 1.000,-2.000-1.000,0.000 0.000,2.000 1.000,0.000-1.000,1.000 2.000,-2.000-1.000,3.000 1.000,-1.000 1.000,-1.000 0.000,0.000 1.000,2.000-1.000,-3.000 2.000,3.000-2.000,0.000 0.000,-1.000 2.000,1.000-1.000,0.000 1.000,0.000-1.000,0.000 1.000,0.000-1.000,1.000 2.000,-1.000-2.000,0.000 2.000,-1.000 0.000,1.000-1.000,0.000 1.000,0.000 0.000,1.000 0.000,0.000 0.000,0.000 0.000,0.000 0.000,-1.000 0.000,1.000 0.000,1.000 0.000,-1.000 0.000,1.000 0.000,0.000 0.000,1.000 0.000,0.000 1.000,0.000-1.000,0.000 0.000,3.000-1.000,-1.000 1.000,0.000 0.000,1.000 2.000,1.000-1.000,-2.000-1.000,2.000 2.000,-2.000-2.000,0.000 1.000,2.000-1.000,-2.000 0.000,0.000 0.000,1.000-2.000,-1.000 2.000,1.000-2.000,2.000 2.000,-1.000-2.000,-1.000 1.000,1.000 1.000,-1.000-2.000,1.000 0.000,-1.000 0.000,2.000 1.000,-1.000-1.000,-1.000-1.000,1.000 1.000,-1.000-1.000,0.000 1.000,0.000-1.000,1.000 0.000,-1.000 1.000,0.000-1.000,0.000 0.000,1.000 1.000,-1.000-1.000,1.000 0.000,0.000 0.000,0.000 0.000,0.000 0.000,1.000 0.000,-2.000 0.000,1.000 0.000,0.000 0.000,-1.000-1.000,1.000-1.000,1.000-1.000,0.000-1.000,0.000-1.000,-1.000 0.000,-1.000 1.000,-1.000 1.000,0.000 0.000,0.000 0.000,0.000 0.000,0.000 0.000,-2.000 0.000,0.000 0.000,-1.000-1.000,0.000 1.000,-1.000 0.000,1.000-2.000,-1.000 0.000,0.000 0.000,0.000 0.000,1.000 2.000,-1.000 0.000,0.000 0.000,0.000-1.000,0.000 1.000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645.000 731.000,'4.000'0.000,"-1.000"0.000,0.000 0.000,2.000 0.000,2.000 0.000,1.000 0.000,3.000 0.000,1.000 0.000,-2.000 0.000,2.000 0.000,-2.000-2.000,0.000 2.000,-1.000-1.000,-1.000-1.000,0.000 2.000,-3.000 0.000,-2.000 0.000,0.000 0.000,1.000 0.000,-1.000 0.000,2.000 0.000,-1.000 0.000,4.000 0.000,-5.000 0.000,1.000 0.000,-1.000 0.000,1.000 0.000,2.000 0.000,-2.000 0.000,2.000 0.000,1.000 0.000,1.000 0.000,0.000 0.000,2.000 0.000,-2.000 0.000,0.000 0.000,0.000 0.000,1.000 0.000,-1.000 0.000,4.000 0.000,-4.000 0.000,2.000 0.000,2.000 0.000,-4.000 0.000,2.000 0.000,0.000 0.000,3.000 1.000,-3.000-1.000,0.000 0.000,0.000 0.000,0.000 0.000,2.000 0.000,-4.000 0.000,2.000 0.000,0.000 0.000,-2.000 0.000,1.000 0.000,-1.000 0.000,0.000 0.000,2.000 0.000,-2.000 1.000,3.000 1.000,-3.000-1.000,0.000-1.000,0.000 0.000,-2.000 0.000,1.000 0.000,-3.000 0.000,1.000 0.000,-2.000 0.000,0.000 0.000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3T08:50: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814.000 836.000,'0.009'0.000,"0.014"0.000,0.016 0.000,0.016 0.000,0.014 0.000,0.012 0.000,0.009 0.000,0.007 0.000,0.005 0.000,0.004 0.000,0.002 0.000,0.001 0.000,0.000 0.000,0.000 0.000,0.000 0.000,0.000 0.000,0.000 0.000,0.000 0.000,0.000 0.000,0.000 0.000,0.000 0.000,0.000 0.000,0.000 0.000,0.000 0.000,0.000 0.000,0.000 0.000,0.000 0.000,0.000 0.000,0.012 0.018,0.087 0.031,0.214 0.079,0.140 0.066,-0.147-0.050,0.034 0.008,0.413 0.144,0.083 0.042,-0.152-0.043,0.036 0.027,-0.201-0.065,0.001 0.019,0.338 0.185,0.018 0.034,-0.211-0.096,0.014 0.014,0.255 0.141,0.018 0.012,-0.363-0.187,-0.013 0.005,0.226 0.116,0.002-0.032,-0.042-0.021,-0.071-0.013,0.019 0.017,-0.074-0.052,0.030 0.008,-0.157-0.084,-0.150-0.075,-0.133-0.063,-0.110-0.050,-0.087-0.038,-0.065-0.027,-0.046-0.018,-0.030-0.011,-0.018-0.006,-0.009-0.002,-0.003 0.000,0.001 0.002,0.003 0.002,0.004 0.003,0.005 0.002,0.004 0.002,0.004 0.002,0.003 0.001,0.002 0.001,0.100 0.066,0.155 0.110,0.179 0.128,0.083 0.129,-0.046-0.043,0.066 0.041,-0.014-0.037,0.057 0.019,0.471 0.304,0.082 0.000,-0.413-0.288,-0.010-0.006,0.207 0.128,0.009-0.010,-0.216-0.157,-0.016-0.035,-0.019-0.022,-0.020-0.012,0.152 0.067,-0.041-0.051,0.069 0.007,-0.130-0.076,-0.135-0.067,-0.125-0.056,-0.108-0.044,-0.088-0.033,-0.068-0.023,-0.050-0.015,-0.035-0.009,-0.022-0.005,-0.013-0.002,-0.006 0.000,-0.001 0.002,0.002 0.002,0.003 0.002,0.004 0.002,0.004 0.002,0.004 0.002,0.003 0.001,0.003 0.001,0.002 0.001,0.001 0.000,0.001 0.000,0.001 0.000,0.000 0.000,0.000 0.000,0.000 0.000,0.164 0.117,0.302 0.196,0.271 0.153,0.110 0.020,0.194 0.054,0.180 0.080,0.161 0.095,0.140 0.078,0.119 0.061,0.309 0.176,0.032 0.034,-0.482-0.262,-0.039-0.020,6.838 3.000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3T08:50: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805.000 860.000,'0.035'0.007,"0.053"0.010,0.058 0.012,0.057 0.011,0.051 0.010,0.042 0.008,0.033 0.007,0.025 0.005,0.018 0.004,0.012 0.002,0.007 0.001,0.004 0.001,0.001 0.000,-0.165-0.025,0.033 0.021,0.192 0.097,0.124 0.091,0.155 0.076,0.170 0.062,0.125 0.096,0.088 0.115,-0.247-0.109,0.029 0.034,0.506 0.355,0.014 0.066,-0.343-0.202,-0.041-0.001,0.243 0.198,-0.053-0.038,-0.302-0.233,-0.019-0.029,0.240 0.170,-0.021 0.000,-0.263-0.212,-0.005-0.044,0.297 0.170,-0.130-0.063,-0.440-0.301,0.347 0.184,-0.151-0.118,-0.155-0.110,-0.144-0.095,-0.125-0.078,-0.102-0.061,-0.080-0.045,-0.059-0.032,-0.041-0.021,-0.027-0.012,-0.016-0.006,-0.008-0.002,-0.002 0.001,0.002 0.003,0.004 0.003,0.005 0.004,0.005 0.003,0.004 0.003,0.004 0.002,0.020 0.021,0.060 0.032,0.283 0.175,0.265 0.193,-0.107-0.061,0.087 0.053,0.437 0.262,0.095 0.043,0.194 0.049,-0.214-0.145,0.036 0.000,-0.007 0.018,-0.038 0.030,-0.308-0.172,-0.011-0.018,0.271 0.135,-0.010-0.022,0.092 0.049,-0.072-0.025,-0.191-0.087,-0.068-0.015,0.025 0.020,-0.079-0.061,-0.036-0.025,-0.136-0.074,-0.134-0.067,-0.122-0.057,-0.106-0.046,-0.088-0.036,-0.070-0.027,-0.053-0.019,-0.038-0.013,-0.009-0.010,0.012-0.019,0.025-0.018,0.031-0.016,0.032-0.013,0.029-0.011,0.026-0.008,0.021-0.006,0.017-0.004,0.012-0.002,0.009-0.001,0.006 0.000,0.003 0.000,-0.036 0.056,0.082 0.093,0.254 0.207,0.175 0.151,0.075 0.025,0.167 0.056,0.145 0.036,0.122 0.020,0.077 0.008,0.041-0.001,0.013-0.008,-0.007-0.012,-0.045-0.015,-0.070-0.016,-0.084-0.039,-0.090-0.054,2.974 1.000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09-23T08:50:31"/>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872.000 844.000,'0.000'0.042,"0.000"0.064,0.000 0.073,0.000 0.072,0.000 0.065,0.000 0.056,0.000-0.135,0.000 0.237,0.000 0.053,0.024-0.085,0.039 0.017,0.093 0.164,0.059-0.017,0.046-0.033,0.002-0.065,-0.017-0.066,-0.031-0.067,-0.037-0.062,-0.037-0.054,-0.035-0.044,-0.030-0.035,-0.025-0.026,0.012-0.005,0.040 0.030,0.053 0.041,0.058 0.046,0.010 0.027,0.001 0.040,0.012-0.008,0.062 0.029,0.076 0.109,0.004 0.076,-0.078-0.108,0.012-0.007,0.041 0.057,-0.019-0.001,-0.087-0.107,0.004 0.027,0.173 0.311,-0.013-0.009,-0.024-0.043,-0.029-0.061,-0.030-0.068,-0.120-0.181,-0.023-0.011,0.018 0.045,0.008 0.003,0.020-0.016,0.027-0.029,0.007-0.013,-0.008-0.001,-0.027-0.035,0.013 0.012,0.106 0.162,-0.024 0.023,-0.099-0.157,0.009-0.020,-0.022-0.037,0.017 0.025,0.113 0.121,0.033-0.005,0.055 0.082,-0.021 0.050,0.034 0.146,-0.074-0.025,-0.078-0.052,-0.073-0.064,-0.073-0.108,-0.044-0.055,-0.036-0.049,-0.028-0.042,-0.021-0.034,0.010 0.008,0.029 0.034,0.039 0.048,0.055 0.057,0.045 0.014,0.039 0.001,-0.061-0.144,0.027 0.010,0.069 0.085,0.039 0.060,-0.070-0.084,0.000 0.024,0.084 0.157,0.003 0.013,0.003-0.001,-0.090-0.138,-0.012 0.001,0.071 0.119,0.006-0.038,-0.010-0.026,-0.021-0.017,-0.084-0.117,-0.017 0.000,0.025 0.118,-0.032 0.008,0.012 0.067,0.013 0.005,-0.044-0.117,-0.006 0.004,0.052 0.203,-0.031-0.060,-0.033-0.078,-0.031-0.082,-0.027-0.078,-0.023-0.069,-0.018-0.057,-0.014-0.045,-0.010-0.034,-0.006-0.024,-0.004-0.016,-0.002-0.010,-0.001-0.005,0.028 0.008,0.044 0.038,0.054 0.047,0.058 0.051,-0.037-0.035,0.008 0.029,0.080 0.168,-0.010 0.054,-0.020 0.041,-0.025 0.030,0.059 0.044,-0.066-0.166,-0.003 0.001,0.054 0.170,-0.027 0.004,-0.027-0.009,-0.034-0.046,-0.031-0.055,-0.028-0.055,-0.023-0.052,-0.018-0.045,-0.019-0.035,-0.020-0.051,-0.017-0.045,-0.013-0.037,-0.010-0.029,-0.007-0.022,-0.005-0.015,-0.003-0.010,-0.002-0.006,-0.001-0.003,0.000-0.001,0.000 0.000,0.001 0.001,0.001 0.002,0.001 0.002,0.001 0.002,0.000 0.001,0.000 0.001,0.000 0.001,0.000 0.001,0.000 0.000,0.000 0.000,0.000 0.000,0.000 0.000,0.000 0.000,0.000 0.000,0.000 0.000,0.000 0.000,0.000 0.000,0.000 0.000,0.000 0.000,0.000 0.000,0.000 0.000,0.000 0.000,0.000 0.000,0.000 0.000,0.000 0.000,0.000 0.000,0.000 0.000,0.000 0.000,0.000 0.000,0.000 0.000,0.000 0.000,0.000 0.000,0.000 0.000,0.000 0.000,0.000 0.000,0.000 0.000,-0.010 0.006,-0.068 0.045,-0.341 0.190,-0.234 0.098,0.198-0.100,-0.108 0.073,-0.753 0.407,-0.261 0.090,0.586-0.316,-0.080 0.032,-0.956 0.442,-0.085 0.003,0.668-0.303,0.030 0.011,0.240-0.103,0.029-0.003,-0.352 0.172,0.062-0.061,0.068-0.030,0.068-0.007,0.066-0.014,0.061-0.018,0.196-0.080,0.033 0.017,0.006 0.009,-0.013 0.003,-0.453 0.257,0.022-0.029,0.474-0.254,0.048 0.013,-0.446 0.310,0.082-0.098,0.607-0.379,0.009 0.005,-0.227 0.155,-0.007 0.003,-0.241 0.108,0.075-0.040,0.127-0.037,0.339-0.221,0.045-0.040,-0.053 0.027,0.066-0.042,0.061-0.034,0.055-0.027,0.144-0.101,0.008-0.018,-0.124 0.056,0.020-0.017,0.021-0.009,0.021-0.003,0.026-0.001,0.008 0.012,0.004 0.015,-0.057 0.069,-0.017 0.038,0.044-0.014,0.030 0.001,0.039-0.006,0.042-0.011,0.042-0.013,0.021-0.044,-0.013-0.029,-0.027-0.031,-0.035-0.031,-1.325 1.000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396.000 403.000,'4.000'0.000,"-1.000"0.000,1.000 0.000,2.000-1.000,-2.000 1.000,1.000-1.000,-1.000 1.000,2.000 0.000,-1.000 0.000,-1.000-1.000,1.000 1.000,-1.000 0.000,2.000 0.000,-1.000 0.000,-1.000 0.000,0.000 0.000,-1.000 0.000,0.000 0.000,2.000 0.000,-1.000 0.000,0.000 0.000,1.000 0.000,1.000 0.000,-2.000 0.000,2.000 0.000,-1.000 0.000,1.000 0.000,-2.000 0.000,1.000 0.000,-1.000 0.000,1.000 0.000,-1.000 0.000,1.000 0.000,-2.000 0.000,1.000 0.000,-1.000 0.000,2.000 0.000,-1.000 0.000,-1.000 0.000,1.000 0.000,1.000 0.000,-2.000 0.000,2.000 0.000,-2.000 0.000,0.000 0.000,0.000 0.000,0.000 0.000,0.000 0.000,0.000 0.000,3.000 0.000,2.000 0.000,0.000 0.000,-2.000 0.000,0.000 0.000,-1.000 0.000,-1.000 0.000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173.000 723.000,'-3.000'-1.000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165.000 720.000,'3.000'0.000,"0.000"0.000,1.000 0.000,-1.000 0.000,0.000 0.000,0.000 0.000,1.000 0.000,-1.000 0.000,0.000 0.000,0.000 0.000,0.000 0.000,0.000-1.000,0.000 1.000,0.000 0.000,0.000 0.000,0.000 0.000,0.000 0.000,-3.000 3.000,-2.000 1.000,1.000 0.000,0.000-1.000,0.000 1.000,0.000 1.000,1.000-2.000,0.000 1.000,0.000 0.000,0.000-1.000,0.000 1.000,0.000 0.000,0.000-1.000,-1.000 1.000,0.000 0.000,1.000-1.000,-1.000 0.000,1.000 0.000,-1.000 0.000,1.000 0.000,3.000-3.000,0.000 0.000,1.000 0.000,0.000 0.000,-1.000 0.000,0.000 0.000,1.000 0.000,-1.000 0.000,0.000 0.000,0.000 0.000,0.000 0.000,3.000 0.000,-3.000 0.000,1.000 0.000,-1.000 0.000,0.000 1.000,-6.000 0.000,0.000-1.000,0.000 0.000,0.000 0.000,-2.000 1.000,2.000-1.000,-1.000 0.000,-1.000 0.000,2.000 0.000,-3.000 1.000,3.000-1.000,0.000 0.000,0.000 0.000,2.000-3.000,-1.000-1.000,1.000 0.000,1.000 0.000,0.000 1.000,0.000 0.000,0.000-1.000,0.000 1.000,0.000-1.000,0.000 0.000,1.000 0.000,1.000-1.000,0.000 2.000,-1.000-1.000,0.000 1.000,0.000-1.000,-1.000 1.000,0.000 0.000,0.000 0.000,0.000-1.000,0.000 0.000,0.000 1.000,0.000 0.000,-3.000 4.000,0.000 1.000,0.000-1.000,0.000-1.000,-4.000 1.000,4.000-1.000,-1.000 0.000,1.000 0.000,0.000 0.000,0.000 0.000,-1.000 0.000,-1.000 0.000,0.000 0.000,1.000 0.000,-1.000 0.000,2.000 1.000,-2.000-1.000,1.000 1.000,-1.000 0.000,0.000-1.000,2.000 1.000,0.000-1.000,0.000 1.000,7.000-1.000,-1.000 0.000,0.000-1.000,0.000 1.000,1.000 0.000,0.000 0.000,0.000 0.000,-1.000 0.000,1.000 0.000,-1.000 0.000,2.000 0.000,-2.000 0.000,0.000 0.000,0.000 0.000,3.000 0.000,-1.000 0.000,-1.000 0.000,-1.000 0.000,1.000 0.000,-1.000 0.000,0.000 0.000,-4.000 3.000,0.000 0.000,1.000 0.000,0.000 2.000,0.000-1.000,-1.000-1.000,1.000 1.000,0.000-1.000,0.000 0.000,0.000 0.000,0.000 1.000,0.000-1.000,0.000 1.000,-1.000-1.000,-1.000 1.000,1.000-1.000,1.000 0.000,0.000 0.000,0.000 0.000,0.000 0.000,3.000 0.000,0.000-3.000,2.000 1.000,-1.000-1.000,0.000 0.000,0.000 0.000,-1.000 0.000,0.000 0.000,2.000 0.000,-2.000 0.000,0.000 0.000,0.000 0.000,1.000 0.000,0.000 0.000,-1.000 0.000,0.000 0.000,0.000 0.000,0.000 0.000,1.000 1.000,-1.000-1.000,0.000 0.000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215.000 767.000,'0.000'-4.000,"-1.000"0.000,1.000 1.000,0.000 0.000,0.000-1.000,0.000 0.000,1.000 1.000,0.000-1.000,0.000 1.000,0.000 0.000,0.000 0.000,0.000 0.000,0.000 0.000,0.000 0.000,-2.000 6.000,-1.000 0.000,1.000 0.000,-1.000 1.000,1.000-1.000,1.000 0.000,0.000 0.000,-1.000 1.000,0.000 0.000,1.000 1.000,0.000-2.000,-1.000 1.000,1.000 0.000,0.000-1.000,0.000 1.000,0.000-1.000,0.000 1.000,0.000-1.000,0.000 0.000,4.000-3.000,0.000 1.000,0.000 0.000,-1.000 0.000,0.000 0.000,2.000 1.000,0.000-1.000,-2.000 1.000,2.000-1.000,-2.000-1.000,0.000 1.000,0.000-1.000,0.000 1.000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211.000 915.000,'1.000'4.000,"0.000"0.000,2.000-1.000,2.000 1.000,4.000 2.000,0.000 0.000,5.000 0.000,-1.000 1.000,1.000-3.000,3.000 0.000,-1.000-1.000,-2.000-2.000,-2.000-1.000,0.000 0.000,-6.000 0.000,1.000 0.000,-4.000 0.000,1.000-2.000,-1.000 1.000,2.000-2.000,1.000-3.000,-2.000 2.000,-1.000 0.000,-2.000 1.000,0.000 0.000,1.000 0.000,-2.000-2.000,1.000-1.000,-1.000 2.000,0.000-1.000,-2.000 1.000,1.000-3.000,-1.000 2.000,-3.000-2.000,0.000 2.000,1.000-1.000,-3.000 1.000,-2.000 0.000,0.000-1.000,-2.000 2.000,-1.000 1.000,-1.000-1.000,-1.000 3.000,-2.000 1.000,2.000 0.000,0.000 0.000,0.000 0.000,0.000 0.000,0.000 0.000,2.000-2.000,-2.000 1.000,4.000-1.000,2.000 2.000,3.000 0.000,1.000 0.000,1.000 0.000,0.000 1.000,-4.000 3.000,4.000-2.000,0.000 0.000,-1.000 2.000,1.000-1.000,-3.000 2.000,2.000 1.000,0.000-1.000,2.000 0.000,1.000-2.000,0.000 0.000,0.000 2.000,1.000-2.000,0.000 0.000,0.000 1.000,0.000-1.000,4.000 2.000,-2.000-2.000,3.000 0.000,2.000 1.000,2.000 3.000,4.000-1.000,1.000-1.000,-1.000-1.000,0.000 1.000,-1.000 0.000,-1.000-2.000,-1.000 0.000,-1.000 0.000,-1.000-2.000,3.000 2.000,-3.000-1.000,2.000-2.000,-1.000 1.000,1.000 0.000,0.000-1.000,-2.000 0.000,-3.000 0.000,1.000 0.000,-3.000 0.000,1.000 0.000,-1.000 0.000,0.000 0.000,3.000 0.000,-1.000 0.000,1.000 0.000,2.000 0.000,-1.000-1.000,-3.000 1.000,1.000-1.000,-2.000 0.000,2.000-2.000,0.000 0.000,-1.000 0.000,0.000 0.000,-2.000 0.000,0.000 0.000,1.000 0.000,-2.000 0.000,0.000-1.000,0.000 0.000,-1.000-1.000,1.000-1.000,-1.000 3.000,0.000-2.000,0.000 2.000,-2.000-2.000,1.000 2.000,0.000-1.000,-2.000 1.000,0.000-1.000,-3.000-3.000,-1.000 1.000,-2.000 2.000,2.000 0.000,0.000 0.000,2.000 1.000,2.000 1.000,-1.000 0.000,1.000 1.000,0.000 0.000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1018.000 548.000,'-4.000'0.000,"1.000"-2.000,-1.000 2.000,-2.000 0.000,1.000 0.000,-1.000 0.000,-2.000 0.000,0.000 1.000,-1.000 0.000,-1.000 2.000,-5.000 0.000,1.000 4.000,1.000-2.000,1.000-1.000,3.000 1.000,2.000-2.000,2.000-1.000,2.000 1.000,-1.000 0.000,-1.000 2.000,2.000 0.000,1.000-1.000,1.000-1.000,-1.000 1.000,2.000-1.000,0.000 1.000,2.000 0.000,0.000-1.000,2.000 0.000,-1.000 0.000,4.000 3.000,0.000-1.000,2.000 1.000,1.000-2.000,3.000 1.000,0.000 0.000,1.000-2.000,0.000-2.000,0.000 1.000,0.000-2.000,-2.000 0.000,0.000 0.000,0.000 0.000,-3.000 0.000,-1.000 0.000,1.000-3.000,-3.000 0.000,1.000-1.000,0.000 0.000,2.000-2.000,-3.000 0.000,-1.000 2.000,1.000-1.000,-3.000 1.000,-1.000 1.000,3.000-3.000,-4.000 3.000,1.000 0.000,0.000-1.000,-1.000 0.000,-1.000 1.000,0.000-2.000,0.000 0.000,-2.000-1.000,-1.000 1.000,-4.000 1.000,3.000 0.000,-5.000 0.000,1.000-1.000,-1.000 1.000,-2.000 1.000,4.000-1.000,-1.000 4.000,0.000 0.000,2.000 0.000,1.000 0.000,-1.000 0.000,-2.000 0.000,-2.000 1.000,1.000 1.000,1.000-2.000,-2.000 0.000,0.000 0.000,-2.000 0.000,1.000 1.000,1.000 1.000,0.000 1.000,1.000 0.000,2.000-1.000,0.000 3.000,3.000-4.000,1.000 1.000,0.000-1.000,-1.000 2.000,-2.000 2.000,2.000-1.000,2.000-1.000,-2.000 3.000,1.000-4.000,0.000 3.000,2.000-2.000,0.000 0.000,1.000 0.000,1.000 2.000,0.000-2.000,2.000 2.000,1.000 2.000,0.000-2.000,1.000-1.000,2.000 1.000,-2.000-2.000,2.000 2.000,2.000-1.000,0.000 0.000,2.000-1.000,5.000 1.000,-6.000-1.000,5.000-2.000,-3.000-1.000,-2.000 0.000,0.000 0.000,2.000-2.000,-1.000-1.000,0.000-1.000,-3.000-1.000,1.000 1.000,0.000-1.000,-4.000 2.000,1.000-1.000,-1.000-2.000,-2.000 3.000,3.000-3.000,-2.000 1.000,-1.000 2.000,0.000-2.000,-1.000 0.000,1.000 0.000,-1.000 0.000,-1.000 2.000,1.000 0.000,-1.000 0.000,0.000-1.000,-1.000 1.000,-1.000 0.000,-1.000-1.000,0.000 1.000,-2.000-1.000,-1.000 0.000,0.000 2.000,-2.000-2.000,2.000 1.000,-4.000 0.000,3.000 1.000,-5.000-1.000,2.000 0.000,1.000 0.000,-3.000 0.000,5.000 3.000,0.000 0.000,1.000 0.000,2.000 1.000,-3.000 2.000,-3.000 0.000,2.000-1.000,0.000 2.000,0.000 1.000,-2.000-1.000,2.000 0.000,-2.000 2.000,-2.000 2.000,2.000-2.000,4.000-3.000,2.000 0.000,-1.000 1.000,3.000-1.000,-2.000 1.000,1.000 1.000,2.000-2.000,-1.000 0.000,0.000 2.000,1.000 0.000,0.000-1.000,0.000 1.000,0.000-2.000,1.000 0.000,2.000 0.000,-1.000 2.000,2.000 0.000,-2.000 0.000,4.000 3.000,0.000-3.000,-1.000 0.000,4.000 0.000,-2.000 1.000,2.000-2.000,1.000-1.000,-3.000 1.000,2.000-1.000,1.000-1.000,-3.000-1.000,1.000-1.000,0.000 0.000,-1.000-2.000,1.000 1.000,-1.000-2.000,2.000-1.000,-2.000 0.000,0.000-1.000,-2.000 0.000,1.000-1.000,-2.000 1.000,1.000 0.000,-2.000-2.000,-1.000 4.000,-1.000-1.000,0.000 0.000,0.000 0.000,-1.000 1.000,0.000 0.000,0.000 0.000,0.000 0.000,0.000 0.000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419.000 337.000,'3.000'0.000,"2.000"-1.000,-1.000 1.000,2.000 0.000,3.000-1.000,-1.000-1.000,3.000 1.000,-3.000-1.000,4.000 2.000,-2.000 0.000,-2.000 0.000,0.000 0.000,1.000 0.000,-5.000 0.000,-1.000 0.000,0.000 0.000,0.000 0.000,1.000 0.000,-1.000 0.000,0.000 0.000,2.000 1.000,-1.000-1.000,2.000 0.000,-1.000 0.000,-1.000 0.000,0.000 0.000,0.000 0.000,-1.000 0.000,0.000 0.000,1.000 0.000,1.000 0.000,-1.000 0.000,-1.000 0.000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172.000 419.000,'3.000'0.000,"0.000"0.000,0.000 0.000,1.000 0.000,-1.000 0.000,0.000 0.000,2.000 0.000,1.000 0.000,2.000 0.000,0.000 0.000,0.000 0.000,2.000 0.000,-2.000 0.000,0.000 0.000,-3.000 0.000,1.000 0.000,-3.000 0.000,0.000 0.000,0.000 0.000,1.000 0.000,-1.000 0.000,0.000 0.000,0.000 0.000,1.000 1.000,-1.000-1.000,0.000 1.000,0.000-1.000,1.000 0.000,-1.000 1.000,0.000 0.000,0.000-1.000,1.000 0.000,0.000 2.000,5.000-1.000,-5.000 0.000,1.000-1.000,-1.000 1.000,-1.000-1.000,1.000 0.000,1.000 0.000,-2.000 0.000,0.000 0.000,2.000 0.000,-2.000 0.000,1.000 0.000,-1.000 0.000,0.000 0.000,2.000 0.000,0.000 0.000,-1.000 0.000,-1.000-1.000,2.000 1.000,-2.000-1.000,2.000 1.000,-2.000-1.000,1.000 1.000,1.000-1.000,0.000 0.000,-1.000-1.000,1.000 2.000,0.000-2.000,-1.000 1.000,-1.000 1.000,1.000-2.000,0.000 1.000,-1.000 0.000,0.000 0.000,0.000 0.000,0.000-1.000,0.000 2.000,1.000-2.000,-1.000 2.000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550.000 406.000,'4.000'1.000,"2.000"1.000,3.000 1.000,3.000 0.000,-1.000 0.000,3.000-1.000,0.000-1.000,0.000 1.000,1.000 1.000,-1.000-1.000,0.000-2.000,0.000 0.000,-2.000 3.000,-2.000-3.000,-2.000 0.000,-1.000 0.000,-4.000 0.000,0.000 0.000,0.000 0.000,3.000-2.000,-3.000 2.000,0.000-1.000,0.000 0.000,1.000 0.000,0.000-1.000,0.000 1.000,-1.000-2.000,0.000 1.000,1.000 0.000,-1.000 1.000,1.000-1.000,-2.000-2.000,1.000 3.000,1.000-3.000,-1.000 1.000,-1.000-2.000,0.000 0.000,-1.000 1.000,-1.000-2.000,0.000 3.000,0.000-2.000,-2.000 1.000,1.000 1.000,-1.000 0.000,-2.000-1.000,1.000 2.000,-3.000 0.000,3.000-1.000,-2.000 1.000,0.000-1.000,0.000 1.000,-1.000-1.000,-1.000-1.000,0.000 1.000,2.000 1.000,-2.000-1.000,2.000 1.000,0.000-1.000,2.000 2.000,0.000 0.000,-1.000 0.000,1.000 0.000,-1.000 0.000,0.000 1.000,-2.000 0.000,1.000 0.000,2.000 0.000,-2.000-1.000,1.000 0.000,-1.000 0.000,-1.000 1.000,1.000-2.000,-1.000 2.000,2.000 0.000,0.000 0.000,0.000 0.000,1.000 0.000,0.000 1.000,-1.000-1.000,-1.000 1.000,0.000 1.000,1.000-2.000,0.000 1.000,1.000 1.000,-1.000-2.000,1.000 1.000,-2.000 0.000,2.000 0.000,-1.000 1.000,0.000-2.000,1.000 1.000,0.000-1.000,0.000 1.000,-1.000-1.000,-1.000 1.000,2.000 0.000,-1.000 0.000,1.000 0.000,0.000-1.000,0.000 2.000,-1.000-1.000,1.000-1.000,0.000 3.000,-1.000-1.000,1.000 0.000,-1.000 0.000,1.000-1.000,1.000 2.000,-1.000 0.000,0.000 0.000,2.000 1.000,-1.000-1.000,-1.000 1.000,2.000-1.000,0.000 0.000,0.000 0.000,0.000 0.000,1.000 0.000,1.000 0.000,1.000 1.000,0.000-1.000,1.000 1.000,0.000 0.000,0.000-1.000,0.000-3.000,4.000 2.000,-4.000 0.000,1.000-1.000,-1.000 0.000,0.000 0.000,0.000 0.000,0.000-1.000,2.000 1.000,-2.000-1.000,0.000 0.000,0.000 0.000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173.000 478.000,'3.000'3.000,"1.000"0.000,-1.000-2.000,1.000 1.000,0.000-1.000,3.000 3.000,-4.000-3.000,1.000 0.000,-1.000 0.000,0.000-1.000,0.000 0.000,2.000 1.000,-2.000-1.000,3.000 0.000,-1.000 0.000,-1.000 0.000,-1.000 0.000,2.000 0.000,-1.000 0.000,2.000-1.000,-1.000 0.000,2.000-1.000,1.000-1.000,-1.000 2.000,-1.000 1.000,0.000-1.000,-2.000 1.000,0.000-1.000,0.000 0.000,1.000 1.000,-1.000-1.000,-1.000 1.000,2.000 0.000,1.000 0.000,-1.000 0.000,-1.000 0.000,2.000 0.000,2.000 0.000,-1.000 0.000,-3.000 0.000,1.000 0.000,-2.000 0.000,0.000 0.000,1.000 0.000,-1.000 0.000,2.000 0.000,-1.000 0.000,-1.000 0.000,0.000 0.000,0.000 1.000,2.000-1.000,-1.000 2.000,0.000-2.000,2.000 1.000,-2.000 0.000,1.000-1.000,-2.000 1.000,1.000-1.000,0.000 0.000,-1.000 0.000,0.000 0.000,0.000 0.000,1.000 0.000,0.000 0.000,0.000 0.000,1.000 0.000,-2.000 0.000,0.000 0.000,1.000 0.000,1.000 0.000,-1.000 0.000,-1.000 0.000,2.000-2.000,-1.000 2.000,-1.000 0.000,0.000 0.000,2.000 0.000,5.000-1.000,-5.000 1.000,1.000-2.000,-3.000 1.000,0.000 1.000,1.000 0.000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453.000 486.000,'3.000'0.000,"1.000"0.000,-1.000 0.000,1.000 0.000,1.000 0.000,-1.000 0.000,1.000 0.000,1.000 0.000,-2.000 0.000,0.000 0.000,-1.000 0.000,1.000 0.000,0.000 0.000,-6.000 4.000,-1.000 0.000,1.000 0.000,0.000-1.000,-1.000 2.000,1.000 0.000,1.000-1.000,0.000-1.000,-1.000 2.000,1.000-1.000,0.000 0.000,0.000-1.000,1.000 1.000,-1.000 0.000,0.000 2.000,1.000-1.000,-1.000 0.000,0.000-2.000,0.000 1.000,0.000 0.000,1.000-1.000,-1.000 0.000,9.000-1.000,-2.000-2.000,0.000 0.000,2.000 0.000,0.000 0.000,-1.000-2.000,-1.000 1.000,-2.000 1.000,-1.000-1.000,0.000 1.000,1.000-1.000,0.000 0.000,-1.000 1.000,1.000-1.000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995.000 641.000,'-3.000'0.000,"0.000"0.000,-1.000 0.000,-2.000 0.000,-6.000 0.000,6.000 0.000,-2.000 0.000,2.000 0.000,-1.000 0.000,3.000 0.000,-1.000 0.000,2.000 0.000,0.000 0.000,-5.000 0.000,4.000 0.000,-1.000 2.000,-1.000-1.000,3.000-1.000,-2.000 1.000,-1.000-1.000,2.000 1.000,0.000-1.000,1.000 1.000,-2.000-1.000,2.000 1.000,-3.000-1.000,3.000 1.000,-1.000-1.000,0.000 2.000,-1.000-2.000,1.000 1.000,-5.000 0.000,3.000 0.000,0.000-1.000,-1.000 2.000,-1.000-1.000,1.000 0.000,-1.000-1.000,2.000 0.000,0.000 0.000,-1.000 0.000,3.000 0.000,-2.000 0.000,3.000 0.000,0.000 0.000,-1.000 0.000,-1.000 0.000,-1.000 0.000,0.000 0.000,0.000 0.000,-1.000-1.000,2.000 0.000,-1.000 1.000,2.000-1.000,-1.000 1.000,-1.000 0.000,3.000 0.000,-4.000 0.000,2.000 0.000,0.000 0.000,1.000 0.000,-2.000 0.000,-2.000 0.000,0.000 0.000,1.000 0.000,-1.000 0.000,4.000 0.000,1.000 0.000,10.000-1.000,3.000 1.000,0.000 0.000,2.000 0.000,2.000 0.000,-4.000 0.000,4.000 0.000,0.000 0.000,0.000 0.000,0.000 0.000,-2.000 0.000,-2.000 0.000,1.000 0.000,-1.000 0.000,-2.000 0.000,0.000 0.000,-4.000-1.000,3.000 1.000,-3.000 0.000,-1.000 0.000,1.000 0.000,-1.000 0.000,0.000 0.000,0.000 0.000,2.000 0.000,-1.000 0.000,4.000 0.000,0.000 0.000,0.000 0.000,0.000 0.000,-2.000 0.000,1.000 0.000,-1.000 0.000,-2.000 0.000,1.000 0.000,-1.000 0.000,-1.000 0.000,1.000 0.000,0.000 0.000,1.000 0.000,1.000 0.000,-2.000 0.000,2.000 0.000,-1.000 0.000,0.000 0.000,0.000 0.000,-1.000 0.000,0.000 0.000,-1.000 0.000,0.000 0.000,0.000 0.000,0.000 0.000,2.000-1.000,1.000 1.000,-1.000 0.000,1.000 0.000,2.000 0.000,0.000-1.000,1.000 0.000,-1.000-1.000,-2.000 2.000,0.000 0.000,1.000 0.000,-4.000 0.000,1.000 0.000,0.000 0.000,-1.000 0.000,0.000-1.000,2.000 1.000,-1.000-1.000,1.000 1.000,-2.000 0.000,0.000 0.000,0.000 0.000,0.000 0.000,1.000 0.000,-1.000 0.000,2.000 0.000,1.000 0.000,0.000 0.000,0.000 0.000,2.000 0.000,-2.000 0.000,1.000 0.000,-1.000 0.000,0.000 0.000,-2.000 0.000,1.000 0.000,-2.000 0.000,1.000 0.000,-1.000 0.000,0.000 0.000,0.000 0.000,0.000 0.000,0.000 0.000,0.000 0.000,1.000 0.000,-1.000 1.000,1.000-1.000,1.000 1.000,-2.000-1.000,-7.000 2.000,1.000-1.000,0.000 0.000,-2.000 0.000,1.000-1.000,-3.000 1.000,1.000 0.000,-3.000 1.000,1.000-2.000,0.000 1.000,0.000-1.000,1.000 1.000,1.000-1.000,2.000 0.000,-1.000 0.000,-1.000 0.000,2.000 0.000,0.000 0.000,0.000 0.000,1.000 0.000,0.000 0.000,-2.000 0.000,2.000 0.000,0.000 0.000,-1.000 0.000,1.000 0.000,0.000 0.000,0.000 0.000,0.000 0.000,-1.000 0.000,-1.000 0.000,0.000 0.000,2.000 0.000,0.000 0.000,0.000 0.000,-1.000 0.000,1.000 0.000,0.000 0.000,-1.000 0.000,-1.000 0.000,2.000 0.000,-2.000 0.000,-4.000-1.000,3.000 0.000,-1.000-1.000,-1.000 1.000,2.000 1.000,-1.000-1.000,0.000-1.000,1.000 1.000,0.000 1.000,1.000-1.000,-1.000 1.000,1.000 0.000,0.000 0.000,0.000-1.000,2.000 1.000,-2.000 0.000,2.000 0.000,0.000-1.000,-1.000 1.000,0.000 0.000,1.000 0.000,0.000 0.000,-1.000 0.000,1.000 0.000,-1.000 0.000,1.000 0.000,-1.000 0.000,-1.000 0.000,1.000 0.000,1.000 0.000,0.000 0.000,-1.000 0.000,-1.000 0.000,0.000 0.000,2.000 1.000,-2.000 0.000,2.000-1.000,0.000 0.000,0.000 0.000,0.000 1.000,0.000-1.000,-1.000 0.000,-2.000 1.000,3.000-1.000,0.000 0.000,0.000 0.000,0.000 0.000,0.000 0.000,-2.000 0.000,1.000 0.000,-2.000 0.000,0.000 0.000,-1.000 0.000,-1.000 0.000,0.000 0.000,0.000 0.000,2.000 0.000,1.000 0.000,1.000 0.000,-1.000 0.000,2.000 0.000,-3.000 0.000,1.000 0.000,1.000 0.000,-1.000 0.000,-1.000 0.000,-6.000 0.000,4.000 0.000,4.000 0.000,0.000 0.000,1.000 0.000,0.000 0.000,0.000 1.000,-2.000-1.000,2.000 0.000,0.000 0.000,-2.000 0.000,2.000 1.000,-2.000-1.000,1.000 0.000,-1.000 0.000,1.000 0.000,1.000 0.000,-2.000 0.000,2.000 0.000,0.000 0.000,0.000 0.000,-1.000 0.000,1.000 0.000,-1.000 0.000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449.000 739.000,'3.000'1.000,"0.000"0.000,0.000 1.000,1.000 0.000,1.000 1.000,0.000-1.000,0.000-1.000,0.000 0.000,-2.000 1.000,1.000-2.000,0.000 0.000,1.000-2.000,-1.000-1.000,0.000 2.000,-1.000 0.000,0.000-2.000,-1.000 0.000,2.000 1.000,-1.000-1.000,0.000 1.000,1.000 0.000,-1.000 0.000,1.000-1.000,1.000 0.000,-2.000-1.000,2.000 2.000,-2.000-2.000,3.000 0.000,-3.000 2.000,2.000-2.000,-2.000 2.000,1.000 0.000,0.000-1.000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680.000 726.000,'3.000'0.000,"0.000"0.000,3.000 3.000,2.000-3.000,3.000 1.000,-3.000 2.000,3.000-2.000,-1.000 2.000,-2.000-1.000,1.000 1.000,-2.000-2.000,-3.000 0.000,0.000 0.000,-1.000-1.000,0.000-1.000,0.000-1.000,0.000 1.000,-1.000-2.000,1.000 2.000,1.000-1.000,-1.000 1.000,1.000-2.000,-1.000 0.000,2.000 0.000,2.000-2.000,0.000 1.000,0.000 0.000,2.000 0.000,-2.000-1.000,0.000 1.000,0.000 0.000,-4.000 3.000,2.000-2.000,0.000 0.000,1.000 0.000,-2.000-1.000,-1.000 3.000,1.000-3.000,-1.000 3.000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509.000 809.000,'3.000'0.000,"0.000"0.000,0.000 0.000,6.000 0.000,3.000 0.000,2.000-2.000,-1.000-1.000,-1.000 0.000,1.000 0.000,-3.000 0.000,-1.000 0.000,-4.000 1.000,0.000-1.000,-2.000 1.000,0.000 0.000,-1.000 5.000,-1.000 0.000,1.000 0.000,-1.000 0.000,2.000-1.000,0.000-1.000,0.000 0.000,1.000-1.000,-1.000 0.000,0.000 0.000,4.000-1.000,-1.000-1.000,1.000 0.000,3.000-1.000,1.000-2.000,-2.000 2.000,-2.000 0.000,-1.000 2.000,-2.000 0.000,-1.000 5.000,-1.000-1.000,0.000 0.000,1.000 0.000,0.000-3.000,0.000 2.000,-1.000 1.000,2.000 1.000,-1.000 0.000,0.000-1.000,0.000 1.000,0.000-1.000,0.000-1.000,0.000-1.000,0.000 0.000,1.000-1.000,0.000 0.000,-1.000 0.000,2.000 0.000,-2.000 0.000,0.000 0.000,0.000 0.000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211.000 903.000,'4.000'0.000,"-1.000"0.000,0.000 0.000,1.000 0.000,1.000 0.000,-1.000 0.000,0.000 0.000,0.000 0.000,-1.000 0.000,1.000 0.000,-1.000-1.000,3.000 0.000,-2.000 1.000,-1.000-1.000,1.000 1.000,2.000-2.000,1.000 2.000,1.000 0.000,0.000 0.000,0.000 0.000,0.000 0.000,-2.000 0.000,-1.000 0.000,1.000 0.000,-3.000 0.000,0.000 0.000,0.000 0.000,7.000 0.000,-5.000 0.000,-1.000 0.000,2.000 0.000,-1.000 0.000,1.000 0.000,-2.000 0.000,0.000 0.000,-1.000 0.000,1.000 0.000,0.000 0.000,1.000-1.000,0.000 1.000,-1.000-1.000,1.000 1.000,2.000 0.000,1.000 0.000,2.000 0.000,-1.000 0.000,-3.000 0.000,0.000 0.000,-2.000 0.000,1.000-1.000,-2.000 1.000,0.000-3.000,0.000 1.000,-2.000-2.000,-1.000 0.000,0.000 1.000,-1.000-1.000,1.000 0.000,-3.000 1.000,1.000-2.000,0.000 0.000,1.000 1.000,-2.000 1.000,2.000 0.000,-3.000-1.000,0.000 1.000,1.000 3.000,0.000-1.000,-1.000 1.000,-1.000 0.000,2.000 0.000,-3.000 0.000,2.000 0.000,-2.000 0.000,-1.000 0.000,1.000 0.000,1.000 1.000,-1.000 1.000,3.000-2.000,-1.000 0.000,-1.000-1.000,2.000 0.000,0.000 1.000,-2.000-1.000,2.000 1.000,-2.000 0.000,1.000-2.000,-1.000 1.000,0.000 1.000,2.000-3.000,-3.000 2.000,-1.000-2.000,0.000 1.000,-1.000 0.000,-1.000-2.000,0.000 1.000,1.000 0.000,-3.000 0.000,-6.000-1.000,5.000 3.000,5.000 1.000,1.000 0.000,3.000 0.000,-2.000 0.000,2.000 0.000,0.000 0.000,-1.000 1.000,1.000-1.000,0.000 1.000,0.000-1.000,-1.000 2.000,0.000 0.000,-2.000 2.000,3.000-1.000,0.000 1.000,3.000-1.000,-1.000 2.000,-1.000-1.000,1.000-1.000,1.000 1.000,0.000 1.000,-1.000 0.000,1.000-1.000,0.000 1.000,-1.000-1.000,1.000-1.000,0.000 0.000,0.000 1.000,0.000-1.000,1.000 0.000,3.000-1.000,5.000 3.000,0.000-1.000,2.000 1.000,-1.000-2.000,1.000 0.000,3.000 0.000,0.000 0.000,2.000-1.000,-1.000-1.000,-1.000-1.000,-4.000 0.000,0.000 0.000,0.000 0.000,-2.000 0.000,-4.000 0.000,4.000 0.000,-1.000-1.000,-3.000-1.000,0.000 2.000,-1.000-1.000,0.000 1.000,2.000-2.000,-1.000 0.000,-1.000 1.000,1.000-1.000,-1.000 0.000,0.000 2.000,1.000-2.000,-1.000 2.000,0.000-1.000,1.000 1.000,-1.000-1.000,0.000 1.000,0.000 0.000,1.000-1.000,-1.000 1.000,0.000-1.000,2.000 1.000,-2.000-1.000,1.000 0.000,1.000 0.000,0.000-1.000,-2.000 1.000,1.000 1.000,-1.000-1.000,0.000 0.000,0.000 0.000,2.000-1.000,-2.000 1.000,0.000 0.000,1.000-1.000,-1.000 0.000,0.000-1.000,-2.000 0.000,1.000-1.000,-2.000 0.000,-2.000-1.000,0.000 1.000,-2.000 1.000,-2.000-2.000,1.000 3.000,-1.000-1.000,1.000 1.000,-5.000-2.000,5.000 3.000,2.000 0.000,-1.000 0.000,-1.000 0.000,2.000 1.000,-2.000-2.000,-1.000 1.000,-1.000 1.000,1.000-1.000,-2.000-1.000,-1.000 2.000,1.000 0.000,0.000 0.000,2.000 0.000,0.000 0.000,0.000 0.000,-1.000 0.000,-1.000 0.000,2.000 0.000,0.000 0.000,0.000 0.000,-1.000 0.000,1.000 0.000,0.000 0.000,0.000 0.000,0.000 0.000,1.000 0.000,-1.000 0.000,2.000 0.000,-2.000 0.000,1.000 0.000,1.000 0.000,-1.000 0.000,1.000 0.000,1.000 0.000,-2.000 0.000,2.000 0.000,0.000 0.000,0.000 0.000,0.000 0.000,-1.000-1.000,0.000 1.000,1.000-1.000,-1.000 1.000,1.000 0.000,0.000 0.000,0.000 0.000,-1.000 0.000,0.000 1.000,0.000 0.000,2.000 2.000,-1.000-1.000,1.000 1.000,1.000 0.000,-1.000 0.000,1.000 1.000,1.000 0.000,-1.000 0.000,0.000-1.000,1.000 0.000,0.000 0.000,0.000 1.000,2.000 0.000,0.000-1.000,1.000 0.000,1.000-2.000,1.000 0.000,-2.000 0.000,4.000 2.000,-3.000-2.000,5.000 2.000,-2.000 0.000,1.000-1.000,1.000 1.000,-4.000 0.000,2.000 0.000,-2.000-1.000,-1.000-1.000,0.000 1.000,0.000-2.000,0.000 2.000,-1.000-2.000,0.000 1.000,0.000-1.000,0.000 1.000,0.000-1.000,0.000 0.000,2.000 1.000,-2.000-1.000,2.000 1.000,-1.000 0.000,3.000-1.000,1.000 1.000,0.000-1.000,1.000 2.000,3.000-1.000,-2.000-1.000,0.000 0.000,2.000 0.000,-4.000 0.000,0.000 0.000,-2.000 0.000,-1.000 0.000,-1.000 0.000,0.000 0.000,-1.000 0.000,2.000 0.000,-2.000 0.000,3.000-1.000,1.000 1.000,1.000-3.000,1.000 2.000,-1.000-2.000,1.000 1.000,-1.000 0.000,-1.000-1.000,-2.000 0.000,2.000 2.000,-4.000-1.000,0.000 0.000,1.000 0.000,-1.000-1.000,0.000 2.000,-1.000-2.000,-1.000 0.000,-1.000-1.000,-1.000 0.000,-3.000-1.000,0.000 1.000,0.000 2.000,-1.000 1.000,0.000-3.000,-2.000 2.000,0.000 0.000,1.000-1.000,1.000 2.000,2.000-1.000,-1.000 2.000,1.000-2.000,0.000 0.000,-2.000 1.000,-2.000-2.000,2.000 1.000,-3.000 1.000,1.000-2.000,1.000 1.000,1.000 1.000,0.000 0.000,-1.000 1.000,2.000-1.000,-1.000 1.000,-1.000 0.000,2.000 0.000,-2.000 0.000,0.000 0.000,-1.000 0.000,1.000 0.000,-3.000 2.000,1.000-1.000,2.000-1.000,-5.000 2.000,3.000-1.000,2.000-1.000,-2.000 0.000,3.000 0.000,1.000 0.000,-1.000 0.000,2.000 0.000,-1.000 0.000,-1.000 0.000,1.000 0.000,-1.000 0.000,-1.000 0.000,2.000 0.000,0.000 0.000,0.000 0.000,1.000 0.000,0.000 0.000,-1.000 0.000,1.000 0.000,0.000 0.000,-2.000 0.000,0.000-1.000,2.000 1.000,0.000 0.000,-1.000-1.000,1.000 1.000,0.000 0.000,0.000 0.000,-2.000 0.000,2.000 0.000,0.000 0.000,0.000 0.000,-2.000 0.000,-1.000 0.000,2.000-2.000,-3.000 1.000,4.000 1.000,0.000 0.000,0.000 0.000,-1.000 1.000,1.000 0.000,0.000 2.000,0.000-2.000,1.000 2.000,0.000 0.000,0.000 1.000,1.000-1.000,0.000 0.000,1.000 0.000,4.000 1.000,0.000 0.000,5.000-1.000,-1.000 1.000,1.000 1.000,2.000-1.000,0.000 1.000,-2.000-1.000,1.000 1.000,-1.000-2.000,-2.000-1.000,-1.000 0.000,-1.000-1.000,-1.000 0.000,1.000 0.000,-2.000 0.000,1.000-1.000,-1.000 0.000,1.000 0.000,0.000 0.000,1.000 0.000,-2.000 0.000,2.000 0.000,-1.000 0.000,-1.000 0.000,0.000 0.000,2.000 0.000,-2.000 0.000,2.000 0.000,-2.000 1.000,0.000-1.000,0.000 0.000,2.000 0.000,-2.000 0.000,0.000 0.000,2.000 0.000,-2.000 0.000,1.000 0.000,1.000 0.000,1.000 0.000,0.000 0.000,0.000 0.000,1.000 2.000,1.000-1.000,0.000 0.000,1.000 1.000,-1.000-2.000,0.000 1.000,0.000-1.000,1.000 0.000,-1.000 0.000,0.000 0.000,-2.000 0.000,3.000 0.000,-3.000-1.000,0.000 1.000,1.000-2.000,-3.000 2.000,1.000-1.000,-1.000 0.000,1.000 1.000,-2.000-1.000,1.000 1.000,-1.000-2.000,0.000 0.000,-1.000-1.000,0.000-1.000,0.000-1.000,-2.000 2.000,1.000-1.000,-1.000 1.000,0.000 0.000,-3.000-2.000,0.000 0.000,-3.000-1.000,1.000 2.000,-2.000 0.000,-2.000 0.000,0.000-1.000,-3.000 1.000,-3.000-1.000,1.000 0.000,1.000 0.000,1.000 2.000,3.000 0.000,3.000 2.000,1.000 0.000,1.000 1.000,0.000 0.000,0.000 0.000,1.000 0.000,-2.000 0.000,2.000 0.000,0.000 0.000,0.000 0.000,-1.000 0.000,0.000 0.000,1.000-1.000,-1.000 0.000,1.000 1.000,-1.000-1.000,-1.000 1.000,2.000 0.000,0.000 0.000,-3.000 0.000,1.000-1.000,1.000-1.000,-1.000 2.000,1.000-1.000,-1.000 1.000,0.000-1.000,-5.000 1.000,4.000 0.000,1.000 0.000,-1.000 0.000,2.000 0.000,-2.000 0.000,1.000 0.000,-1.000 0.000,2.000 0.000,-2.000 0.000,1.000 0.000,2.000 0.000,0.000 0.000,0.000 0.000,-2.000 0.000,-2.000-1.000,3.000 1.000,1.000 0.000,-3.000 0.000,3.000 0.000,-2.000-1.000,1.000 0.000,-1.000 1.000,1.000-1.000,0.000 0.000,1.000 1.000,-1.000 0.000,1.000 0.000,-2.000 1.000,1.000 1.000,-1.000 0.000,2.000 0.000,-2.000 1.000,-2.000 1.000,2.000 0.000,-2.000 1.000,1.000 1.000,3.000-3.000,-1.000 1.000,3.000-1.000,1.000 0.000,2.000 0.000,3.000-1.000,1.000 0.000,1.000 0.000,2.000 3.000,1.000-1.000,1.000-1.000,-3.000-1.000,-1.000 0.000,-2.000 0.000,0.000 0.000,-2.000-2.000,1.000 2.000,-1.000-1.000,1.000 1.000,-1.000-1.000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422.000 727.000,'3.000'0.000,"2.000"0.000,0.000 0.000,-2.000 0.000,1.000 0.000,-1.000 0.000,2.000 0.000,-2.000 0.000,2.000 0.000,-1.000 0.000,-1.000 0.000,2.000 0.000,-1.000 0.000,1.000 0.000,-1.000 0.000,7.000 0.000,-7.000 0.000,2.000 0.000,-1.000 0.000,1.000 0.000,-2.000 0.000,1.000 0.000,-1.000 0.000,1.000 0.000,-2.000 0.000,0.000 0.000,1.000 0.000,0.000 0.000,2.000 0.000,-2.000 0.000,1.000 0.000,-1.000 0.000,1.000-1.000,-2.000 1.000,0.000-1.000,0.000-1.000,0.000 2.000,-7.000 0.000,0.000-2.000,-2.000 2.000,-2.000 0.000,0.000 0.000,-2.000 0.000,2.000 0.000,-2.000 0.000,0.000 0.000,1.000 1.000,1.000-1.000,2.000 0.000,3.000 0.000,-1.000 0.000,1.000 0.000,-1.000 0.000,1.000 0.000,-1.000 0.000,0.000 0.000,0.000 0.000,1.000 0.000,0.000 0.000,-1.000 0.000,1.000 0.000,0.000 0.000,0.000 0.000,0.000 0.000,0.000 1.000,-1.000-1.000,1.000 1.000,0.000-1.000,7.000 0.000,1.000 0.000,2.000 2.000,7.000-2.000,0.000 0.000,4.000 0.000,-2.000 0.000,-2.000 0.000,0.000 0.000,-4.000 0.000,0.000 0.000,-3.000 0.000,-3.000 0.000,1.000 0.000,-2.000 0.000,1.000 0.000,-1.000 0.000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612.000 727.000,'-3.000'0.000,"-1.000"0.000,1.000 0.000,0.000 0.000,-1.000 0.000,1.000 0.000,-1.000 0.000,0.000 0.000,1.000 0.000,0.000 0.000,0.000 0.000,-1.000 0.000,1.000 0.000,-1.000 0.000,0.000 0.000,1.000 0.000,0.000 0.000,0.000 0.000,0.000 0.000,9.000-1.000,-2.000 0.000,3.000-1.000,-1.000 1.000,3.000-2.000,-3.000 3.000,3.000-1.000,-3.000-1.000,1.000 1.000,-3.000 1.000,-1.000 0.000,0.000 0.000,-11.000 0.000,2.000 2.000,2.000-2.000,-1.000 1.000,1.000-1.000,-1.000 1.000,2.000 0.000,-1.000-1.000,1.000 1.000,0.000-1.000,0.000 2.000,6.000-2.000,1.000-1.000,-1.000 1.000,0.000 0.000,1.000-1.000,-1.000 1.000,2.000-1.000,-2.000 1.000,1.000 0.000,0.000 0.000,-8.000 0.000,1.000 0.000,0.000 0.000,0.000 0.000,-1.000 1.000,1.000 0.000,6.000 0.000,0.000 0.000,1.000-1.000,-1.000 0.000,1.000 0.000,0.000 1.000,0.000-1.000,-1.000 0.000,-3.000 3.000,2.000-6.000,0.000 0.000,-1.000 0.000,0.000 0.000,0.000 0.000,-5.000 5.000,0.000-1.000,1.000 1.000,-1.000 1.000,1.000-2.000,0.000-1.000,0.000 0.000,0.000 0.000,-1.000-1.000,1.000 1.000,0.000-1.000,-1.000 1.000,1.000 0.000,-1.000 0.000,1.000 0.000,-1.000 0.000,0.000 1.000,0.000-1.000,10.000-1.000,-1.000 0.000,0.000 1.000,-1.000-1.000,1.000-1.000,-2.000 2.000,0.000 0.000,0.000 0.000,1.000 0.000,-1.000 0.000,0.000 0.000,0.000 0.000,0.000 0.000,0.000 0.000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67.000 356.000,'0.000'3.000,"0.000"0.000,1.000 1.000,1.000 2.000,-1.000-3.000,1.000 0.000,-1.000 1.000,0.000-1.000,2.000 2.000,-1.000 0.000,-1.000-2.000,1.000 0.000,1.000-1.000,1.000-1.000,0.000-1.000,0.000 0.000,-1.000 0.000,1.000 0.000,1.000 0.000,-1.000 0.000,-1.000 0.000,1.000 0.000,1.000 0.000,0.000 0.000,-1.000-1.000,1.000-1.000,-1.000 0.000,0.000-2.000,-1.000 2.000,-1.000-1.000,1.000 0.000,-1.000-1.000,1.000 0.000,-2.000 0.000,-1.000-1.000,0.000 1.000,0.000 0.000,0.000 1.000,0.000 0.000,-4.000-1.000,0.000 3.000,1.000-1.000,-2.000-2.000,0.000 2.000,0.000-2.000,-2.000 0.000,2.000 0.000,0.000 1.000,1.000 2.000,1.000 0.000,0.000 0.000,-1.000 1.000,1.000-1.000,0.000 0.000,0.000 1.000,-1.000 0.000,1.000 0.000,-1.000 0.000,1.000 0.000,-1.000 1.000,1.000-1.000,0.000 2.000,0.000 0.000,1.000 1.000,-1.000-1.000,2.000 1.000,-1.000 1.000,2.000 1.000,0.000-2.000,0.000 2.000,0.000-2.000,0.000 0.000,0.000 1.000,0.000-1.000,0.000 0.000,-1.000 1.000,1.000-1.000,-1.000 0.000,1.000 1.000,0.000-1.000,-1.000 0.000,0.000 0.000,0.000 0.000,1.000 0.000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81.000 414.000,'-3.000'2.000,"-1.000"0.000,2.000 1.000,0.000 0.000,0.000 1.000,0.000-1.000,-1.000 2.000,2.000 0.000,0.000-1.000,-2.000 5.000,2.000-1.000,-1.000 1.000,1.000 1.000,-1.000 2.000,1.000-3.000,1.000 1.000,0.000 0.000,0.000-2.000,0.000 0.000,0.000 0.000,0.000 2.000,0.000-2.000,0.000 4.000,-2.000-1.000,2.000-1.000,-1.000 2.000,-2.000 1.000,3.000-1.000,0.000-4.000,0.000 0.000,0.000-2.000,0.000-1.000,0.000 1.000,0.000-2.000,0.000 1.000,0.000-1.000,0.000 2.000,-2.000-1.000,2.000-2.000,0.000 1.000,-1.000 1.000,0.000-2.000,1.000 2.000,-1.000-2.000,0.000 2.000,0.000-1.000,1.000 1.000,-1.000 1.000,-1.000-2.000,2.000 3.000,0.000-4.000,-1.000 1.000,1.000 2.000,-1.000-1.000,1.000-1.000,0.000 0.000,0.000-1.000,4.000-1.000,3.000 3.000,4.000-1.000,2.000 1.000,1.000-2.000,4.000 1.000,2.000-3.000,0.000 3.000,0.000-3.000,0.000 3.000,-2.000-4.000,-4.000 0.000,0.000 0.000,-4.000 0.000,-2.000 0.000,-1.000 0.000,-4.000 0.000,0.000 0.000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669.000 632.000,'3.000'0.000,"2.000"0.000,-1.000 0.000,1.000 0.000,1.000 0.000,0.000 0.000,2.000 0.000,0.000 0.000,1.000 0.000,-1.000 0.000,2.000 0.000,0.000 0.000,-2.000 0.000,2.000 0.000,-2.000 0.000,0.000 0.000,0.000 0.000,1.000 0.000,1.000 0.000,0.000 0.000,-2.000 0.000,0.000 0.000,0.000 0.000,0.000 0.000,-2.000 0.000,1.000 0.000,1.000 0.000,-2.000 0.000,0.000 0.000,0.000 0.000,3.000 0.000,-3.000 0.000,0.000 0.000,4.000 0.000,-2.000 0.000,0.000 0.000,1.000 0.000,-1.000 0.000,0.000 0.000,2.000 0.000,-2.000 0.000,0.000 0.000,2.000 0.000,0.000 0.000,-1.000 0.000,1.000 0.000,0.000 0.000,10.000 0.000,-10.000 0.000,0.000 0.000,-2.000 0.000,0.000 0.000,-3.000 0.000,1.000 0.000,0.000 0.000,-1.000 0.000,-2.000 0.000,0.000 0.000,1.000 0.000,0.000 0.000,-1.000 0.000,0.000 0.000,0.000 0.000,2.000 0.000,-2.000 0.000,1.000 0.000,-1.000 0.000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21.000 269.000,'4.000'2.000,"1.000"2.000,-1.000 0.000,1.000-1.000,0.000 1.000,1.000 0.000,-1.000-1.000,0.000 0.000,-2.000-3.000,0.000 0.000,2.000-4.000,4.000-5.000,-5.000 6.000,3.000-3.000,-3.000-1.000,1.000 3.000,-1.000-1.000,0.000 1.000,-1.000 1.000,-1.000-1.000,1.000 1.000,-1.000 0.000,1.000-1.000,-1.000 1.000,1.000 1.000,0.000-1.000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-2.000 748.000,'4.000'2.000,"0.000"0.000,1.000 1.000,-2.000-2.000,1.000 3.000,1.000-2.000,0.000 1.000,-2.000 0.000,4.000 1.000,-4.000-1.000,2.000 0.000,1.000 1.000,-1.000 0.000,0.000 0.000,-2.000 0.000,0.000-2.000,0.000-1.000,1.000-1.000,-1.000-1.000,1.000-2.000,0.000 2.000,3.000 0.000,0.000-2.000,1.000 0.000,1.000-1.000,4.000-1.000,1.000 0.000,1.000-1.000,-3.000-1.000,-1.000 3.000,0.000-2.000,-4.000 3.000,-4.000 1.000,1.000 1.000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197.000 297.000,'4.000'0.000,"1.000"-1.000,1.000 1.000,2.000 0.000,2.000 0.000,2.000 0.000,2.000 0.000,0.000 0.000,0.000 0.000,-4.000 0.000,3.000 0.000,-5.000 0.000,2.000 0.000,2.000 0.000,-4.000 0.000,0.000 0.000,0.000 0.000,0.000 0.000,0.000 0.000,-3.000 0.000,3.000 0.000,-2.000 0.000,-2.000 0.000,2.000 0.000,-1.000 0.000,-1.000 0.000,1.000 0.000,1.000 0.000,-2.000 0.000,1.000 0.000,-1.000 0.000,-1.000 0.000,1.000 0.000,-1.000 0.000,1.000 0.000,-1.000 0.000,0.000 0.000,2.000 0.000,-1.000 0.000,-1.000 0.000,0.000 0.000,1.000 0.000,1.000 0.000,0.000 0.000,0.000 0.000,0.000 0.000,-2.000 0.000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215.000 785.000,'4.000'0.000,"2.000"0.000,0.000 0.000,1.000 0.000,-1.000 0.000,2.000 0.000,-2.000 0.000,2.000 0.000,-2.000 0.000,1.000 0.000,1.000 0.000,6.000 0.000,-8.000 0.000,0.000 0.000,1.000 0.000,-1.000 0.000,2.000 0.000,2.000 0.000,0.000 0.000,-2.000 0.000,2.000 0.000,0.000 0.000,-1.000 0.000,-3.000 0.000,2.000 0.000,-4.000 0.000,2.000 0.000,-1.000 0.000,-1.000 0.000,0.000 0.000,-1.000 0.000,0.000 0.000,0.000 0.000,0.000 0.000,1.000 0.000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468.000 790.000,'-3.000'0.000,"-1.000"0.000,-1.000-1.000,1.000 1.000,-1.000-1.000,1.000 0.000,1.000 1.000,-1.000-1.000,1.000 1.000,-1.000-1.000,0.000 1.000,0.000-1.000,1.000 1.000,-1.000-1.000,1.000 0.000,0.000 1.000,0.000 0.000,-1.000-2.000,1.000 2.000,-2.000-1.000,1.000 1.000,1.000-1.000,-2.000 1.000,2.000 0.000,-2.000 0.000,1.000 0.000,-1.000 0.000,1.000 0.000,0.000 0.000,-1.000 0.000,2.000 0.000,0.000 0.000,-2.000 0.000,2.000 0.000,0.000 0.000,0.000 0.000,-1.000 0.000,1.000 0.000,-1.000 0.000,0.000 0.000,0.000 0.000,1.000 0.000,-2.000 0.000,2.000 0.000,0.000 0.000,0.000 0.000,-1.000 0.000,-1.000 0.000,2.000 0.000,0.000 0.000,0.000 0.000,-2.000 0.000,1.000 0.000,-1.000 0.000,1.000 0.000,1.000 0.000,-1.000 0.000,1.000 0.000,0.000 0.000,0.000 0.000,0.000 0.000,-1.000 0.000,1.000 0.000,-1.000 0.000,0.000 0.000,0.000 0.000,1.000 0.000,-2.000 0.000,2.000 0.000,0.000 0.000,-1.000 0.000,1.000 0.000,0.000 0.000,-1.000 1.000,8.000 2.000,-1.000-2.000,0.000-1.000,0.000 1.000,0.000-1.000,0.000 1.000,0.000-1.000,1.000 0.000,-1.000 0.000,0.000 0.000,0.000 1.000,1.000-1.000,1.000 1.000,-2.000-1.000,2.000 0.000,-2.000 0.000,4.000 0.000,-3.000 0.000,2.000 0.000,-2.000 0.000,1.000 0.000,1.000 0.000,-3.000 0.000,1.000 0.000,1.000 0.000,-2.000 0.000,1.000 0.000,1.000 0.000,-1.000 0.000,-1.000 0.000,1.000 1.000,-1.000-1.000,1.000 0.000,-1.000 1.000,2.000-1.000,-1.000 2.000,1.000-2.000,1.000 0.000,-2.000 0.000,2.000 0.000,-1.000 0.000,-1.000 0.000,0.000 0.000,-1.000 0.000,1.000 0.000,-1.000 0.000,1.000 0.000,-1.000-1.000,0.000 1.000,0.000 0.000,1.000-1.000,0.000 1.000,-1.000 0.000,1.000 0.000,-1.000 0.000,2.000 0.000,-2.000 0.000,0.000 0.000,3.000 0.000,-3.000 0.000,1.000 0.000,1.000 0.000,-1.000 0.000,1.000 0.000,-2.000 0.000,0.000 0.000</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660.000 368.000,'3.000'0.000,"0.000"0.000,2.000 0.000,0.000 1.000,1.000 0.000,2.000 1.000,-1.000-2.000,-1.000 0.000,0.000 0.000,0.000 0.000,0.000 0.000,-1.000 0.000,-1.000 0.000,1.000 0.000,-2.000 0.000,0.000 0.000,0.000 0.000,1.000 0.000,0.000 0.000,1.000 0.000,-2.000 0.000,2.000 0.000,-2.000 0.000,0.000 0.000,2.000 0.000,-2.000 0.000,0.000 0.000,0.000 0.000,1.000 0.000,0.000 0.000,-1.000 0.000,3.000-1.000,-3.000 1.000,2.000-3.000,-1.000 1.000,2.000 1.000,-2.000-3.000,0.000 2.000,-1.000 1.000,0.000-1.000,0.000-1.000,0.000 0.000,-1.000-1.000,1.000-1.000,-2.000 0.000,0.000 2.000,0.000-1.000,1.000-2.000,-2.000 3.000,0.000-1.000,0.000 0.000,0.000 1.000,0.000 0.000,-1.000 0.000,1.000 0.000,-2.000-1.000,-1.000-1.000,1.000 1.000,-2.000 2.000,1.000-1.000,-1.000-1.000,-1.000 2.000,0.000-2.000,-2.000 0.000,2.000 0.000,-2.000 0.000,-2.000 1.000,4.000 0.000,1.000 1.000,-3.000-1.000,0.000 2.000,4.000-2.000,-2.000 2.000,1.000 1.000,0.000-2.000,1.000 2.000,0.000 0.000,0.000 0.000,-1.000 1.000,0.000 0.000,-1.000 1.000,-1.000-1.000,-1.000 0.000,1.000 0.000,-1.000 2.000,-2.000-1.000,4.000 0.000,1.000-1.000,0.000 1.000,0.000 1.000,2.000 1.000,1.000 0.000,1.000 0.000,0.000 0.000,0.000-1.000,0.000 2.000,0.000-1.000,1.000 1.000,-1.000-2.000,1.000 2.000,0.000-2.000,0.000 2.000,0.000-2.000,0.000 1.000,2.000 0.000,-2.000-1.000,1.000 0.000,-1.000 1.000,2.000 0.000,0.000-1.000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884.000 376.000,'3.000'-1.000,"0.000"1.000,1.000 0.000,4.000 2.000,2.000-1.000,6.000 1.000,-2.000-2.000,2.000 0.000,2.000 0.000,-2.000 0.000,2.000 0.000,-2.000 0.000,0.000 0.000,0.000 0.000,0.000 0.000,-2.000 0.000,-6.000 0.000,0.000 0.000,-2.000 0.000,-3.000 0.000,1.000 0.000,-1.000 0.000,0.000 0.000,-9.000 0.000,-8.000 0.000,6.000 0.000,0.000 0.000,0.000 0.000,0.000 0.000,1.000 0.000,-1.000 0.000,2.000 0.000,-2.000 0.000,2.000 0.000,-10.000 0.000,9.000 0.000,1.000 0.000,2.000 0.000,-2.000 0.000,1.000 0.000,-1.000 0.000,2.000 0.000,-2.000 0.000,1.000 0.000,-1.000 0.000,2.000 0.000,-1.000 0.000,1.000 0.000,1.000 0.000,-3.000 0.000,1.000 0.000,2.000 0.000,-3.000 0.000,2.000 0.000,0.000 0.000,0.000 0.000,-1.000 0.000,0.000 0.000,1.000 0.000,-2.000 0.000,1.000 0.000,2.000 0.000,0.000 0.000,-2.000 0.000,1.000 0.000,-2.000 0.000,1.000 0.000,2.000-2.000,-2.000 2.000,2.000-1.000,0.000 1.000,-1.000 0.000,12.000 0.000,-2.000 2.000,3.000-1.000,1.000-1.000,-2.000 2.000,2.000-1.000,-1.000-1.000,-1.000 1.000,0.000 1.000,3.000-1.000,-1.000-1.000,-2.000 0.000,12.000 0.000,-10.000 2.000,-1.000-2.000,-1.000 1.000,0.000 1.000,1.000-1.000,-1.000-1.000,0.000 1.000,-1.000 1.000,-1.000-1.000,1.000-1.000,1.000 1.000,-2.000 1.000,1.000-1.000,-3.000-1.000,1.000 0.000,-2.000 0.000,0.000 0.000,1.000 0.000,-1.000 0.000,1.000 0.000,0.000 0.000,-1.000 0.000,1.000 0.000,0.000 0.000,-1.000 0.000,-7.000 0.000,-1.000-2.000,-4.000-1.000,-1.000 0.000,-3.000 0.000,-3.000-1.000,2.000 1.000,-1.000 0.000,3.000 1.000,2.000 1.000,3.000 0.000,3.000 1.000,0.000 0.000,1.000 0.000,-1.000 0.000,0.000 0.000,1.000 0.000,0.000 1.000,0.000 0.000,0.000 0.000,-1.000 0.000,1.000 1.000,0.000-1.000,8.000-1.000,0.000 0.000,2.000 0.000,2.000 0.000,1.000 0.000,0.000 0.000,4.000 0.000,0.000 0.000,-2.000 0.000,0.000 0.000,0.000 0.000,-2.000 0.000,0.000 0.000,-2.000 0.000,-3.000 0.000,-1.000 0.000,-1.000 0.000,1.000 0.000,-1.000 0.000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694.000 412.000,'3.000'0.000,"1.000"1.000,1.000 1.000,2.000 0.000,-1.000-2.000,0.000 1.000,1.000 0.000,-1.000-1.000,2.000 2.000,-3.000-1.000,1.000-1.000,-1.000 0.000,2.000 0.000,2.000 1.000,1.000-1.000,0.000 0.000,0.000 0.000,-2.000 0.000,0.000 0.000,-2.000 0.000,-1.000 0.000,1.000 0.000,-2.000 0.000,4.000 0.000,0.000 0.000,7.000 0.000,-7.000 0.000,0.000 0.000,-2.000 0.000,-1.000 0.000,-2.000 0.000,0.000 0.000,2.000 0.000,-2.000 0.000,1.000 0.000,-1.000 0.000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989.000 415.000,'4.000'0.000,"-1.000"0.000,0.000 0.000,1.000 0.000,-1.000 0.000,1.000 0.000,-1.000 0.000,0.000 0.000,0.000 1.000,2.000-1.000,-2.000 0.000,1.000 2.000,0.000-1.000,-1.000-1.000,1.000 0.000,-1.000 0.000,1.000 1.000,-1.000-1.000,2.000 0.000,-2.000 0.000,2.000 0.000,-1.000 0.000,1.000 0.000,1.000 0.000,-3.000 0.000,0.000 0.000,0.000 0.000,0.000 0.000,0.000 0.000,0.000 0.000,1.000 0.000,-1.000 0.000,0.000 0.000,2.000 0.000,-1.000 0.000,-1.000 0.000,0.000 0.000,0.000 1.000,0.000-1.000,1.000 0.000</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1222.000 422.000,'3.000'0.000,"1.000"0.000,-1.000 0.000,0.000 0.000,3.000 0.000,0.000 0.000,0.000 0.000,1.000 0.000,-1.000 0.000,0.000 0.000,-1.000 0.000,-1.000-1.000,-1.000 1.000,3.000-1.000,-1.000 1.000,-2.000 0.000,0.000 0.000,0.000 0.000,0.000 0.000,3.000 0.000,-3.000 0.000,1.000 0.000,0.000 0.000,0.000 0.000,0.000 0.000,0.000 0.000,0.000 0.000,1.000 0.000,-2.000 0.000,0.000 0.000,0.000 0.000,0.000 0.000,0.000 0.000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676.000 416.000,'4.000'0.000,"-1.000"0.000,3.000 0.000,9.000 2.000,-5.000-1.000,-1.000 1.000,-3.000-2.000,0.000 1.000,-1.000-1.000,-1.000 0.000,0.000 0.000,0.000 0.000,0.000 0.000,-1.000 0.000,0.000 0.000,0.000 0.000,0.000 0.000,1.000 0.000,2.000 0.000,-2.000 0.000,2.000 0.000,-1.000 0.000,1.000 0.000,-3.000 0.000,1.000 0.000,-1.000 0.000,1.000 0.000,0.000 0.000,1.000 0.000,2.000 0.000,3.000 0.000,0.000 0.000,-2.000 0.000,1.000 0.000,-5.000 0.000,-1.000 0.000,1.000 0.000,-1.000 0.000,0.000 0.000,0.000 0.000,3.000 0.000,-1.000 0.000,1.000 0.000,-3.000 0.000,0.000 0.000,1.000 0.000,2.000 0.000,-3.000 0.000,0.000 0.000,0.000 0.000,1.000 0.000</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503.000 394.000,'-2.000'5.000,"-1.000"-1.000,-1.000 3.000,0.000 0.000,0.000 0.000,-19.000 28.000,19.000-28.000,2.000-2.000,-1.000 1.000,1.000-1.000,0.000-1.000,1.000-1.000,0.000 0.000,0.000 0.000</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439.000 457.000,'0.000'3.000,"1.000"3.000,0.000-1.000,0.000-2.000,0.000 0.000,-1.000 0.000,3.000-3.000,1.000 0.000,-1.000 0.000,2.000 0.000,-1.000-1.000,1.000 0.000,0.000 1.000,-1.000 0.000,1.000-1.000,-2.000 1.000,1.000-1.000,1.000 0.000,3.000 1.000,-1.000-2.000,-1.000 1.000,-1.000 0.000,-2.000 1.000,0.000-1.000</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1104.000 594.000,'3.000'0.000,"2.000"-1.000,0.000 0.000,-1.000 1.000,1.000 0.000,-2.000 0.000,0.000 0.000,0.000 0.000,0.000 0.000,0.000 0.000,0.000 0.000,0.000 0.000,0.000 0.000,1.000 0.000,0.000 0.000,-1.000 0.000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229.000 655.000,'4.000'0.000,"-1.000"0.000,1.000-1.000,-1.000 0.000,0.000 1.000,1.000 0.000,1.000 0.000,0.000 0.000,-1.000 0.000,0.000 0.000,-1.000 0.000,0.000 0.000</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565.000 595.000,'3.000'0.000,"1.000"3.000,0.000 0.000,0.000-1.000,-1.000-1.000,2.000-1.000,0.000 0.000,1.000 0.000,-3.000 0.000,0.000 0.000,1.000 0.000,-1.000 0.000,3.000-2.000,-2.000 1.000,-1.000 0.000,0.000 0.000,1.000 0.000,-1.000 0.000,0.000 0.000,1.000 0.000,1.000-1.000,-2.000 2.000,0.000-1.000,0.000 0.000,2.000 1.000,0.000 1.000,-2.000-1.000,2.000 0.000,-1.000 0.000,1.000 0.000,1.000 0.000,-3.000 0.000,0.000 0.000,0.000 0.000,1.000 0.000,-1.000 0.000,0.000 0.000,0.000 0.000,1.000 0.000,-1.000 0.000,0.000 0.000,2.000 0.000,-1.000 0.000,1.000 0.000,-1.000 0.000,1.000 0.000,-2.000 0.000,0.000 0.000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792.000 716.000,'3.000'0.000,"0.000"0.000,2.000-2.000,0.000-1.000,-2.000 2.000,1.000-1.000,-1.000 0.000,-1.000-1.000,1.000 2.000,0.000-1.000,1.000-1.000,-1.000 2.000,0.000-2.000,-1.000 0.000,0.000 0.000,0.000-1.000,-1.000 0.000,1.000-1.000,-2.000 2.000,0.000-1.000,1.000 1.000,-1.000-1.000,0.000 1.000,-1.000 0.000,-1.000 0.000,0.000 0.000,-1.000 2.000,0.000-2.000,0.000 0.000,0.000 3.000,-1.000 0.000,1.000 1.000,0.000 0.000,-1.000 0.000,1.000 0.000,0.000 1.000,0.000 0.000,0.000 0.000,0.000 0.000,2.000 1.000,-2.000-1.000,1.000 1.000,1.000 0.000,-1.000 1.000,-1.000-1.000,2.000 0.000,-1.000 0.000,0.000 0.000,2.000 1.000,0.000-1.000,0.000 0.000,0.000 0.000,1.000 0.000,-1.000 0.000,2.000 0.000,-1.000 0.000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303.000 885.000,'4.000'0.000,"-1.000"0.000,3.000 0.000,2.000 0.000,1.000 0.000,1.000 0.000,2.000 0.000,2.000 0.000,14.000 0.000,-6.000 1.000,-12.000-1.000,0.000 0.000,-4.000 0.000,1.000 0.000,-3.000 0.000,2.000 0.000,-2.000 0.000,1.000 0.000,0.000 0.000,-2.000-1.000,1.000 1.000,-1.000-1.000,7.000 1.000,-7.000 0.000,1.000 0.000,-1.000 0.000,2.000 0.000,-1.000 0.000,0.000 0.000,1.000 0.000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727.000 886.000,'3.000'0.000,"0.000"0.000,0.000 0.000,0.000 0.000,1.000 0.000,1.000 0.000,-1.000 0.000,1.000 0.000,-2.000 0.000,0.000 0.000,0.000 0.000,1.000 0.000,-1.000 0.000,1.000-1.000,-1.000 1.000,0.000 0.000,0.000 0.000,0.000 0.000,0.000 0.000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1147.000 886.000,'3.000'-1.000,"1.000"-1.000,0.000 1.000,0.000 0.000,-1.000 0.000,0.000 0.000,0.000 0.000,0.000 0.000,1.000 1.000,0.000 0.000,-1.000 0.000,2.000 0.000,-2.000 0.000,1.000 0.000,0.000 0.000,0.000-2.000,-1.000 2.000,3.000-1.000,-3.000 1.000,0.000 0.000,0.000-1.000,1.000 1.000,0.000-1.000,-1.000 1.000,1.000 0.000,0.000 0.000,-1.000 0.000,0.000 0.000,0.000 0.000,0.000 0.000,1.000 0.000,-1.000 0.000,2.000 0.000,-1.000-1.000,-1.000 1.000,1.000 0.000,-1.000 0.000,1.000 0.000,1.000 0.000,-1.000 0.000,0.000 0.000,0.000 0.000,-1.000 0.000,0.000 0.000,0.000 0.000,0.000-1.000,0.000 0.000,0.000 1.000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126.000 373.000,'0.000'3.000,"0.000"0.000,0.000 1.000,0.000 1.000,0.000-1.000,1.000 0.000,-1.000 0.000,1.000-1.000,-1.000 1.000,1.000-1.000,0.000 1.000,-1.000 1.000,0.000-1.000,1.000 1.000,-1.000 1.000,2.000 1.000,-1.000 1.000,-1.000 0.000,0.000 0.000,1.000 1.000,-1.000-1.000,0.000 0.000,0.000 0.000,0.000 0.000,0.000 0.000,0.000 1.000,0.000-1.000,0.000 0.000,0.000 2.000,0.000-2.000,0.000 0.000,0.000 0.000,0.000-1.000,0.000 8.000,0.000-10.000,0.000-1.000,0.000 1.000,0.000-2.000,0.000 2.000,0.000-2.000,0.000 1.000,0.000 0.000,0.000 2.000,0.000-2.000,0.000 0.000,0.000 2.000,0.000-1.000,0.000 1.000,0.000-3.000,0.000 3.000,0.000-3.000,0.000 2.000,0.000-2.000,0.000 2.000,0.000-2.000,0.000 1.000,0.000-1.000,0.000 0.000,0.000 2.000,0.000-2.000,0.000 0.000,0.000 1.000,0.000 0.000,0.000 0.000,0.000-1.000,3.000-2.000,0.000 0.000,0.000 0.000,1.000 1.000,0.000 0.000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406.000 428.000,'3.000'0.000,"1.000"0.000,4.000 0.000,0.000-1.000,11.000 0.000,-9.000 1.000,2.000 0.000,-2.000 0.000,0.000-2.000,1.000 1.000,1.000 1.000,-4.000-2.000,0.000 2.000,0.000 0.000,-3.000 0.000,-2.000-1.000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614.000 419.000,'4.000'0.000,"1.000"1.000,3.000 0.000,1.000-1.000,1.000 2.000,0.000-1.000,1.000 1.000,-3.000-2.000,2.000 1.000,0.000 1.000,0.000-2.000,-1.000 1.000,-1.000-1.000,-4.000 0.000,0.000 0.000,-1.000 0.000,1.000 0.000,-1.000 0.000,0.000 0.000,0.000 0.000,2.000 0.000,0.000 0.000,-1.000 0.000,1.000 0.000,1.000 0.000,0.000 0.000,0.000 0.000,-1.000 0.000,1.000 0.000,-2.000 0.000,0.000 0.000,0.000 0.000,-1.000 0.000,1.000 0.000</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929.000 430.000,'3.000'0.000,"3.000"0.000,-1.000 0.000,-1.000 0.000,4.000-1.000,0.000-1.000,1.000 2.000,-1.000-1.000,0.000 1.000,2.000 0.000,-2.000 0.000,1.000 0.000,-1.000 0.000,-2.000 0.000,0.000 0.000,-1.000 0.000,-1.000 0.000,0.000 0.000,-1.000 0.000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1191.000 427.000,'5.000'0.000,"-2.000"0.000,1.000 0.000,0.000 0.000,1.000 0.000,-1.000 0.000,-1.000 0.000,2.000 0.000,-2.000 0.000,2.000 0.000,-2.000 0.000,1.000 0.000,-1.000 0.000,1.000 0.000,0.000 0.000,1.000 0.000,1.000 0.000,-2.000 0.000,2.000 0.000,0.000 0.000,0.000 0.000,-1.000 0.000,1.000 0.000,-2.000 0.000,0.000 0.000,0.000 0.000,-1.000 0.000,2.000 0.000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501.000 259.000,'0.000'4.000,"0.000"-1.000,0.000 0.000,0.000 2.000,1.000-1.000,-1.000 3.000,0.000-1.000,1.000 0.000,0.000-1.000,-1.000-2.000,0.000 0.000,1.000 0.000,-1.000 0.000,0.000 0.000,0.000 0.000,-1.000 0.000</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779.000 293.000,'0.000'-4.000,"0.000"1.000,0.000-1.000,0.000 1.000,1.000-1.000,-1.000 0.000,1.000 1.000,0.000 0.000,0.000-1.000,0.000 1.000,0.000 0.000,0.000 0.000,1.000-2.000,-1.000 2.000,2.000 0.000,0.000 2.000,0.000 2.000,1.000 1.000,-1.000-1.000,2.000 3.000,-2.000-2.000,2.000 0.000,-2.000 1.000,-1.000 1.000,-2.000-1.000,0.000 0.000,0.000 0.000,0.000 2.000,-1.000 1.000,-2.000-1.000,2.000 3.000,-3.000-1.000,1.000 0.000,1.000-2.000,-1.000 0.000,1.000-2.000,1.000 0.000,0.000 0.000,-2.000-2.000,-2.000 2.000,1.000-1.000,1.000 0.000,-1.000 1.000,1.000-2.000,6.000-1.000,0.000 0.000,1.000-1.000,0.000 0.000,0.000 1.000,-1.000-2.000,0.000 1.000,1.000 1.000,-1.000-1.000,0.000 1.000,1.000-1.000,-1.000 1.000,2.000 0.000,-2.000 0.000,0.000 0.000,0.000 0.000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982.000 256.000,'1.000'-4.000,"1.000"1.000,0.000-2.000,1.000 2.000,1.000-3.000,-1.000 1.000,1.000 0.000,0.000 0.000,0.000-2.000,1.000 2.000,-1.000-1.000,1.000 2.000,-1.000 1.000,1.000-1.000,-2.000 3.000,0.000 2.000,-1.000 3.000,0.000-1.000,1.000 0.000,-1.000 4.000,1.000 0.000,6.000 14.000,-6.000-14.000,-1.000-2.000,-2.000-2.000,1.000 0.000,0.000 0.000,-2.000 2.000,-2.000-1.000,0.000-1.000,-1.000 0.000,-1.000 1.000,0.000 0.000,-2.000-1.000,2.000-1.000,0.000 1.000,-3.000 0.000,2.000 0.000,1.000-2.000,1.000 1.000,9.000-3.000,-2.000 0.000,1.000 1.000,3.000-1.000,1.000-1.000,0.000 2.000,2.000 0.000,-4.000 0.000,1.000 0.000,-4.000 0.000,1.000 1.000,-1.000 1.000,1.000 3.000,1.000 1.000,-4.000-3.000,2.000 3.000,-3.000-1.000,-1.000 0.000,-1.000 0.000,0.000 0.000,0.000-2.000,-1.000 0.000,0.000 0.000,0.000-2.000,-1.000 0.000,-2.000 0.000,3.000 0.000,-1.000-1.000,1.000 0.000,-1.000 0.000,0.000 0.000,-2.000 0.000,1.000 0.000,-2.000 0.000,1.000 0.000,1.000 0.000,2.000 0.000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1241.000 217.000,'-1.000'3.000,"1.000"0.000,-1.000 2.000,1.000-2.000,-2.000 3.000,2.000-2.000,-1.000 0.000,1.000 1.000,-1.000-1.000,0.000 1.000,0.000 0.000,-2.000 0.000,2.000 1.000,-1.000-1.000,1.000-1.000,5.000-3.000,-1.000-1.000,2.000 0.000,2.000 0.000,3.000 0.000,0.000 0.000,-1.000 0.000,1.000 0.000,-2.000 0.000,0.000 0.000,-2.000 0.000,2.000 0.000,-2.000 0.000,1.000 0.000,-3.000 0.000,1.000-1.000,-2.000 1.000,0.000-1.000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1282.000 226.000,'0.000'3.000,"0.000"0.000,0.000 0.000,0.000 0.000,0.000 2.000,0.000-2.000,0.000 0.000,0.000 1.000,1.000 0.000,2.000 3.000,-3.000-3.000,1.000 3.000,1.000-1.000,-1.000 1.000,-1.000-1.000,1.000-2.000,0.000 1.000,-1.000-2.000,1.000 0.000,-1.000 1.000,0.000-1.000,0.000 0.000,0.000 0.000,0.000 0.000,0.000 0.000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44.000 492.000,'0.000'3.000,"0.000"1.000,0.000 0.000,0.000 1.000,0.000-2.000,0.000 0.000,0.000 2.000,0.000-1.000,0.000 0.000,0.000-1.000,0.000 0.000,0.000 0.000,0.000 0.000,0.000 0.000,0.000 0.000,0.000 0.000</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46.000 610.000,'0.000'-3.000,"1.000"-1.000,1.000-1.000,-1.000 1.000,0.000 1.000,1.000 0.000,-1.000 0.000,0.000-1.000,-1.000 1.000,2.000 0.000,2.000 3.000,-1.000 0.000,0.000 1.000,-1.000 3.000,1.000-1.000,-3.000 0.000,3.000 1.000,-3.000-1.000,1.000 0.000,-1.000 1.000,0.000 1.000,-2.000-1.000,1.000-1.000,-1.000 2.000,-1.000-2.000,1.000 2.000,-2.000 0.000,0.000 0.000,0.000 1.000,0.000-1.000,-2.000 2.000,3.000-2.000,-3.000 1.000,2.000-1.000,1.000-2.000,-1.000 1.000,1.000-1.000,-1.000 1.000,1.000-2.000,-3.000 2.000,9.000-3.000,0.000-1.000,0.000 0.000,0.000 0.000,1.000 0.000,-1.000 0.000,1.000-1.000,0.000 0.000,0.000 0.000,-1.000 0.000,0.000 0.000,1.000-1.000,-1.000 1.000,0.000 0.000</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7.000 722.000,'3.000'-1.000,"1.000"0.000,2.000-2.000,-2.000 2.000,0.000 0.000,1.000-2.000,-2.000 2.000,1.000 0.000,-1.000 0.000,0.000 0.000,0.000 2.000,1.000 3.000,-2.000 0.000,-1.000-1.000,0.000 0.000,-1.000 0.000,-1.000 1.000,-2.000-1.000,0.000 1.000,1.000-1.000,-1.000-2.000,0.000 2.000,0.000 0.000,6.000-4.000,0.000 1.000,0.000-1.000,0.000 1.000,0.000-1.000,0.000 0.000,0.000 1.000,0.000 1.000,0.000-1.000,1.000 4.000,-1.000-1.000,0.000-1.000,-2.000 1.000,-1.000 0.000,-1.000 0.000,0.000 0.000,-1.000 0.000,0.000 0.000,-1.000 1.000,-1.000 0.000,0.000 0.000,1.000 0.000,-1.000-2.000,0.000 1.000,1.000-1.000,-1.000 0.000,1.000-1.000,0.000 1.000,0.000-1.000,-1.000 2.000</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1.000 823.000,'-2.000'4.000,"1.000"-1.000,0.000 1.000,-1.000-1.000,0.000 2.000,1.000-2.000,-1.000 2.000,-1.000 2.000,1.000-4.000,0.000 0.000,1.000 0.000,2.000 0.000,3.000-2.000,-1.000 0.000,0.000 0.000,2.000-1.000,-1.000 0.000,0.000 0.000,-1.000 0.000,1.000 0.000,-1.000 0.000,1.000 0.000,1.000-2.000,-2.000 2.000,2.000-3.000,0.000 3.000,-1.000-1.000,1.000 1.000,-2.000-1.000,0.000 0.000,1.000 1.000,-1.000-1.000,3.000 1.000,-2.000 0.000,1.000 0.000,2.000 0.000,0.000 0.000,-4.000 0.000</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35.000 813.000,'0.000'4.000,"0.000"0.000,2.000 1.000,-2.000-2.000,0.000 1.000,0.000 0.000,1.000-1.000,-1.000 1.000,0.000 0.000,0.000-1.000,0.000 1.000,0.000 7.000,0.000-8.000,1.000 2.000,-1.000-2.000,0.000 0.000,0.000 1.000,1.000 1.000,0.000-1.000,-1.000 0.000,0.000-1.000,0.000 0.000,0.000 1.000,0.000-1.000</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536.000 649.000,'4.000'-2.000,"-1.000"2.000,0.000-1.000,0.000 1.000,1.000 0.000,0.000-1.000,0.000 0.000,-1.000 1.000,0.000-1.000,1.000 0.000,1.000 1.000,-2.000-1.000,0.000 1.000,0.000-1.000,2.000 1.000,0.000 0.000,0.000 0.000,-2.000 0.000,0.000 0.000,0.000 0.000,-6.000 3.000,-1.000-2.000,0.000 0.000,1.000-1.000,0.000 1.000,-1.000-1.000,-1.000 2.000,1.000-1.000,0.000-1.000,0.000 1.000,0.000-1.000,1.000 1.000,-1.000-1.000,0.000 0.000,1.000 0.000,0.000 0.000,0.000 0.000,0.000-1.000,-1.000 1.000,0.000 0.000,1.000 0.000,0.000 0.000,-2.000 0.000,2.000 0.000</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773.000 650.000,'5.000'0.000,"-1.000"0.000,2.000 1.000,0.000-1.000,1.000 1.000,1.000 0.000,1.000 1.000,-1.000-2.000,0.000 1.000,-1.000 1.000,-3.000-2.000,-1.000 0.000,1.000 0.000,1.000 0.000,-1.000 0.000,-1.000 0.000,1.000 0.000,0.000 0.000,-1.000 0.000,0.000 0.000,0.000 0.000,0.000 0.000,1.000-1.000,-1.000 1.000,0.000-1.000,0.000 1.000,1.000-1.000,0.000 0.000,2.000-1.000,-3.000-1.000,1.000 2.000,1.000-2.000,-2.000 1.000,1.000-1.000,-2.000-1.000,0.000 0.000,-1.000 1.000,-1.000 0.000,1.000-2.000,1.000 2.000,-2.000 0.000,0.000-1.000,0.000 1.000,1.000-2.000,-1.000 1.000,0.000 1.000,-3.000 2.000,-2.000-2.000,-2.000 0.000,1.000 1.000,-1.000-1.000,0.000-1.000,0.000 1.000,0.000 0.000,0.000 1.000,4.000-1.000,-2.000 1.000,2.000 1.000,0.000-1.000,-4.000 2.000,3.000 0.000,-1.000-1.000,-3.000-1.000,-3.000 1.000,3.000 1.000,0.000-1.000,1.000-1.000,3.000 2.000,1.000 0.000,-1.000 1.000,0.000 1.000,0.000-1.000,0.000 2.000,0.000 0.000,1.000 0.000,-2.000 0.000,1.000 0.000,1.000-1.000,1.000 2.000,0.000 5.000,0.000-6.000,2.000 0.000,0.000 2.000,0.000-2.000,0.000 0.000,0.000 0.000,0.000 1.000,0.000-1.000,0.000 1.000,0.000-1.000,0.000 0.000,-1.000 0.000,0.000 1.000,-1.000 0.000,1.000-1.000,1.000 0.000,6.000-1.000,-3.000-1.000,1.000 1.000,-1.000-1.000,0.000-1.000,1.000 1.000,1.000 0.000,-1.000 0.000,-1.000-1.000,1.000 0.000,-1.000 0.000,0.000 0.000,0.000 0.000,0.000 0.000</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1007.000 658.000,'3.000'0.000,"1.000"0.000,-1.000 0.000,0.000 0.000,2.000 0.000,0.000 0.000,2.000 0.000,3.000 0.000,0.000 0.000,2.000 0.000,2.000 2.000,0.000-2.000,0.000 0.000,0.000 0.000,0.000 0.000,-3.000-1.000,-3.000 0.000,-2.000 0.000,1.000-2.000,-2.000 2.000,0.000-2.000,-2.000 1.000,3.000-2.000,-3.000 0.000,2.000-1.000,-2.000 1.000,-1.000 1.000,-1.000 0.000,0.000-1.000,1.000 1.000,-2.000-1.000,0.000 0.000,0.000 1.000,0.000 0.000,0.000 0.000,0.000-1.000,-1.000 1.000,-1.000-2.000,-1.000-1.000,-1.000 1.000,1.000 2.000,0.000 0.000,0.000 0.000,-1.000 1.000,-1.000-1.000,0.000-1.000,-2.000 2.000,1.000-1.000,-3.000 0.000,0.000 0.000,3.000 0.000,-1.000 1.000,1.000 2.000,1.000-3.000,0.000 3.000,2.000 0.000,0.000-1.000,0.000 1.000,-2.000 0.000,0.000-1.000,-1.000 1.000,2.000-1.000,-3.000 1.000,3.000 0.000,-1.000 0.000,1.000-1.000,1.000 1.000,-1.000 0.000,1.000 0.000,0.000 0.000,0.000-1.000,0.000 1.000,0.000 0.000,-1.000 0.000,0.000 1.000,1.000 1.000,0.000-1.000,0.000 1.000,-1.000 1.000,-1.000 0.000,1.000 0.000,1.000 0.000,1.000 0.000,1.000 0.000,-2.000 0.000,1.000 0.000,1.000 0.000,-2.000 1.000,0.000 1.000,0.000-1.000,0.000 1.000,1.000-2.000,0.000 0.000,-1.000 0.000,2.000 0.000,-2.000-1.000,2.000 1.000,0.000 0.000,-1.000 0.000,3.000 1.000,0.000 0.000,1.000 0.000,0.000 0.000,0.000-1.000,1.000-3.000,0.000 1.000,0.000-1.000,0.000 1.000,2.000 0.000,-4.000 2.000,3.000-2.000,-1.000 0.000,1.000 0.000,0.000 0.000,-1.000 0.000,0.000-1.000,0.000 1.000,1.000-1.000,-1.000 1.000,0.000 0.000,0.000 0.000,0.000-1.000,1.000 3.000,-1.000-1.000,0.000-1.000,1.000 1.000,0.000 0.000,-1.000 0.000</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574.000 813.000,'3.000'-1.000,"3.000"0.000,0.000-1.000,0.000 1.000,3.000-2.000,1.000 2.000,1.000-2.000,1.000 1.000,2.000-1.000,0.000 1.000,-1.000 1.000,1.000-1.000,0.000 1.000,0.000 1.000,0.000 0.000,0.000 0.000,0.000-2.000,-2.000 2.000,0.000 0.000,-4.000 0.000,-3.000 0.000,-2.000 0.000,0.000 0.000,0.000-1.000,0.000 1.000,-5.000 3.000,-1.000-1.000,0.000-1.000,0.000 0.000</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609.000 799.000,'3.000'2.000,"1.000"-1.000,-1.000 0.000,0.000 0.000,0.000 0.000,0.000 0.000,-1.000-4.000,-1.000 0.000,-1.000 0.000,0.000 0.000,-3.000 2.000,0.000 1.000,0.000-1.000,0.000 1.000,0.000-1.000,5.000 4.000,1.000-2.000,0.000 0.000,0.000 0.000,0.000-1.000,0.000 0.000,1.000 0.000,-1.000-1.000,-5.000-3.000,-1.000 1.000,0.000 1.000,0.000 2.000,0.000-1.000,0.000 1.000,-1.000 0.000,1.000 0.000,3.000 4.000,1.000-1.000,0.000 0.000,-1.000 0.000</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325.000 882.000,'3.000'1.000,"0.000"0.000,0.000 1.000,0.000-2.000,1.000 0.000,-1.000 0.000,2.000 0.000,-1.000 0.000,-1.000 0.000,1.000 0.000,-1.000 0.000,2.000 0.000,-2.000 0.000,1.000 0.000,0.000 0.000,-1.000 0.000,0.000 0.000,1.000 0.000,-1.000 0.000,0.000 0.000,0.000 0.000,0.000 0.000,4.000 0.000,-4.000 0.000,0.000 0.000,0.000 0.000</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265.000 956.000,'3.000'1.000,"2.000"-1.000,-2.000 0.000,0.000 0.000,2.000 0.000,-1.000 0.000,1.000 0.000,1.000 0.000,-2.000 0.000,1.000 0.000,-2.000 0.000,0.000 0.000,0.000 0.000,0.000 0.000,2.000 1.000,-2.000 0.000,2.000 1.000,1.000-2.000,0.000 0.000,0.000 0.000,2.000 0.000,-2.000 0.000,1.000 0.000,-1.000 0.000,2.000 0.000,-2.000 0.000,2.000 0.000,-1.000-2.000,1.000 2.000,1.000-1.000,-1.000 1.000,0.000-2.000,-3.000 1.000,-1.000 0.000,0.000 1.000,-1.000 0.000,1.000 0.000,1.000 1.000,0.000 1.000,2.000 1.000,1.000 0.000,1.000 0.000,2.000 0.000,-1.000 1.000,-1.000-2.000,-1.000 1.000,1.000-2.000,-5.000-1.000,0.000 1.000,-1.000-1.000,2.000 1.000,-2.000-1.000,2.000 0.000,-1.000 0.000,1.000 0.000,-1.000 0.000,1.000-1.000,-1.000 1.000,0.000 0.000,0.000-1.000,1.000 1.000,-1.000-1.000,0.000-1.000,2.000 1.000,-2.000 1.000,3.000-2.000,-3.000 2.000,-1.000-1.000,1.000-1.000,-1.000 1.000,0.000 1.000,1.000-1.000,1.000 0.000,-1.000 0.000,-1.000 0.000,2.000 1.000,-2.000-1.000,0.000 0.000,0.000 1.000,0.000-1.000,1.000 0.000,-1.000-1.000,1.000 1.000,-1.000 0.000,0.000 0.000,0.000 1.000,1.000-2.000,-1.000 0.000,-1.000-1.000,0.000-1.000,-1.000 1.000,-1.000-1.000,1.000 1.000,-1.000 0.000</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915.000 957.000,'0.000'4.000,"0.000"-1.000,2.000 1.000,-1.000-1.000,2.000-1.000,0.000 0.000,0.000-2.000,0.000 0.000,0.000 0.000,1.000 0.000,-1.000 0.000,3.000 0.000,-2.000 0.000,2.000 0.000,-1.000-1.000,1.000 1.000,-1.000-1.000,1.000-1.000,-1.000 0.000,-1.000 1.000,-1.000 0.000,0.000-2.000,3.000 1.000,-3.000 0.000,0.000 1.000,0.000 0.000,-2.000 6.000,0.000-2.000,-1.000 0.000,1.000 2.000,0.000 0.000,0.000-2.000,2.000-3.000,2.000-2.000,-2.000 2.000,2.000-3.000,-2.000 2.000,1.000 0.000,-1.000 0.000,1.000-1.000</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2-09-09T15:00:3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1131.000 139.000,'2.000'0.000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64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kumimoji="1" sz="1200">
                <a:latin typeface="Times New Roman" panose="02020603050405020304" pitchFamily="18" charset="0"/>
              </a:defRPr>
            </a:lvl1pPr>
          </a:lstStyle>
          <a:p>
            <a:pPr>
              <a:defRPr/>
            </a:pPr>
            <a:endParaRPr lang="zh-CN" altLang="en-US"/>
          </a:p>
        </p:txBody>
      </p:sp>
      <p:sp>
        <p:nvSpPr>
          <p:cNvPr id="10649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kumimoji="1" sz="1200">
                <a:latin typeface="Times New Roman" panose="02020603050405020304" pitchFamily="18" charset="0"/>
              </a:defRPr>
            </a:lvl1pPr>
          </a:lstStyle>
          <a:p>
            <a:pPr>
              <a:defRPr/>
            </a:pPr>
            <a:endParaRPr lang="en-US" altLang="zh-CN"/>
          </a:p>
        </p:txBody>
      </p:sp>
      <p:sp>
        <p:nvSpPr>
          <p:cNvPr id="43012" name="Rectangle 4"/>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649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649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kumimoji="1" sz="1200">
                <a:latin typeface="Times New Roman" panose="02020603050405020304" pitchFamily="18" charset="0"/>
              </a:defRPr>
            </a:lvl1pPr>
          </a:lstStyle>
          <a:p>
            <a:pPr>
              <a:defRPr/>
            </a:pPr>
            <a:endParaRPr lang="en-US" altLang="zh-CN"/>
          </a:p>
        </p:txBody>
      </p:sp>
      <p:sp>
        <p:nvSpPr>
          <p:cNvPr id="1064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F1C4E382-4AA2-4D34-B046-3542C36BD93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4294967295"/>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smtClean="0"/>
              <a:t>添加的两个功能</a:t>
            </a:r>
            <a:r>
              <a:rPr lang="zh-CN" altLang="en-US" baseline="0" smtClean="0"/>
              <a:t> 符号正确吗？</a:t>
            </a:r>
            <a:endParaRPr lang="zh-CN" altLang="en-US"/>
          </a:p>
        </p:txBody>
      </p:sp>
      <p:sp>
        <p:nvSpPr>
          <p:cNvPr id="4" name="灯片编号占位符 3"/>
          <p:cNvSpPr>
            <a:spLocks noGrp="1"/>
          </p:cNvSpPr>
          <p:nvPr>
            <p:ph type="sldNum" sz="quarter" idx="10"/>
          </p:nvPr>
        </p:nvSpPr>
        <p:spPr/>
        <p:txBody>
          <a:bodyPr/>
          <a:lstStyle/>
          <a:p>
            <a:pPr>
              <a:defRPr/>
            </a:pPr>
            <a:fld id="{F1C4E382-4AA2-4D34-B046-3542C36BD9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4294967295"/>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mtClean="0"/>
          </a:p>
          <a:p>
            <a:r>
              <a:rPr lang="zh-CN" altLang="en-US" smtClean="0"/>
              <a:t>学校的组织机构</a:t>
            </a:r>
            <a:endParaRPr lang="en-US" altLang="zh-CN" smtClean="0"/>
          </a:p>
          <a:p>
            <a:endParaRPr lang="zh-CN" altLang="en-US" smtClean="0"/>
          </a:p>
        </p:txBody>
      </p:sp>
      <p:sp>
        <p:nvSpPr>
          <p:cNvPr id="440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D474500-FF47-439C-A2B1-5C2BAFD43625}" type="slidenum">
              <a:rPr lang="zh-CN" altLang="en-US" smtClean="0"/>
            </a:fld>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smtClean="0"/>
          </a:p>
          <a:p>
            <a:endParaRPr lang="en-US" altLang="zh-CN" smtClean="0"/>
          </a:p>
          <a:p>
            <a:r>
              <a:rPr lang="zh-CN" altLang="en-US" smtClean="0"/>
              <a:t>总评分：单科成绩</a:t>
            </a:r>
            <a:r>
              <a:rPr lang="en-US" altLang="zh-CN" smtClean="0"/>
              <a:t> + </a:t>
            </a:r>
            <a:r>
              <a:rPr lang="zh-CN" altLang="en-US" smtClean="0"/>
              <a:t>平时成绩得到？</a:t>
            </a:r>
            <a:endParaRPr lang="zh-CN" altLang="en-US" smtClean="0"/>
          </a:p>
        </p:txBody>
      </p:sp>
      <p:sp>
        <p:nvSpPr>
          <p:cNvPr id="450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8680B441-B279-4A06-85C1-0887DB62BAD0}"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73" descr="SCAU_YZG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2"/>
          <p:cNvGrpSpPr/>
          <p:nvPr/>
        </p:nvGrpSpPr>
        <p:grpSpPr bwMode="auto">
          <a:xfrm>
            <a:off x="3175" y="4294188"/>
            <a:ext cx="9140825" cy="2590800"/>
            <a:chOff x="2" y="2688"/>
            <a:chExt cx="5758" cy="1632"/>
          </a:xfrm>
        </p:grpSpPr>
        <p:sp>
          <p:nvSpPr>
            <p:cNvPr id="6" name="Freeform 3"/>
            <p:cNvSpPr/>
            <p:nvPr/>
          </p:nvSpPr>
          <p:spPr bwMode="hidden">
            <a:xfrm>
              <a:off x="2" y="2688"/>
              <a:ext cx="5758" cy="1632"/>
            </a:xfrm>
            <a:custGeom>
              <a:avLst/>
              <a:gdLst>
                <a:gd name="T0" fmla="*/ 5884 w 5740"/>
                <a:gd name="T1" fmla="*/ 2 h 4316"/>
                <a:gd name="T2" fmla="*/ 0 w 5740"/>
                <a:gd name="T3" fmla="*/ 2 h 4316"/>
                <a:gd name="T4" fmla="*/ 0 w 5740"/>
                <a:gd name="T5" fmla="*/ 0 h 4316"/>
                <a:gd name="T6" fmla="*/ 5884 w 5740"/>
                <a:gd name="T7" fmla="*/ 0 h 4316"/>
                <a:gd name="T8" fmla="*/ 5884 w 5740"/>
                <a:gd name="T9" fmla="*/ 2 h 4316"/>
                <a:gd name="T10" fmla="*/ 5884 w 5740"/>
                <a:gd name="T11" fmla="*/ 2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 name="Group 4"/>
            <p:cNvGrpSpPr/>
            <p:nvPr userDrawn="1"/>
          </p:nvGrpSpPr>
          <p:grpSpPr bwMode="auto">
            <a:xfrm>
              <a:off x="3528" y="3715"/>
              <a:ext cx="792" cy="521"/>
              <a:chOff x="3527" y="3715"/>
              <a:chExt cx="792" cy="521"/>
            </a:xfrm>
          </p:grpSpPr>
          <p:sp>
            <p:nvSpPr>
              <p:cNvPr id="58" name="Oval 5"/>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ln>
              <a:effectLst/>
            </p:spPr>
            <p:txBody>
              <a:bodyPr/>
              <a:lstStyle/>
              <a:p>
                <a:pPr>
                  <a:buFontTx/>
                  <a:buNone/>
                  <a:defRPr/>
                </a:pPr>
                <a:endParaRPr lang="zh-CN" altLang="en-US"/>
              </a:p>
            </p:txBody>
          </p:sp>
          <p:sp>
            <p:nvSpPr>
              <p:cNvPr id="59" name="Oval 6"/>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60" name="Oval 7"/>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61" name="Oval 8"/>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62" name="Oval 9"/>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63" name="Freeform 10"/>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ln>
            </p:spPr>
            <p:txBody>
              <a:bodyPr/>
              <a:lstStyle/>
              <a:p>
                <a:pPr>
                  <a:buFontTx/>
                  <a:buNone/>
                  <a:defRPr/>
                </a:pPr>
                <a:endParaRPr lang="zh-CN" altLang="en-US"/>
              </a:p>
            </p:txBody>
          </p:sp>
          <p:sp>
            <p:nvSpPr>
              <p:cNvPr id="64" name="Freeform 11"/>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ln>
            </p:spPr>
            <p:txBody>
              <a:bodyPr/>
              <a:lstStyle/>
              <a:p>
                <a:pPr>
                  <a:buFontTx/>
                  <a:buNone/>
                  <a:defRPr/>
                </a:pPr>
                <a:endParaRPr lang="zh-CN" altLang="en-US"/>
              </a:p>
            </p:txBody>
          </p:sp>
          <p:sp>
            <p:nvSpPr>
              <p:cNvPr id="65" name="Freeform 12"/>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66" name="Freeform 13"/>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ln>
            </p:spPr>
            <p:txBody>
              <a:bodyPr/>
              <a:lstStyle/>
              <a:p>
                <a:pPr>
                  <a:buFontTx/>
                  <a:buNone/>
                  <a:defRPr/>
                </a:pPr>
                <a:endParaRPr lang="zh-CN" altLang="en-US"/>
              </a:p>
            </p:txBody>
          </p:sp>
          <p:sp>
            <p:nvSpPr>
              <p:cNvPr id="67" name="Freeform 14"/>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ln>
            </p:spPr>
            <p:txBody>
              <a:bodyPr/>
              <a:lstStyle/>
              <a:p>
                <a:pPr>
                  <a:buFontTx/>
                  <a:buNone/>
                  <a:defRPr/>
                </a:pPr>
                <a:endParaRPr lang="zh-CN" altLang="en-US"/>
              </a:p>
            </p:txBody>
          </p:sp>
          <p:sp>
            <p:nvSpPr>
              <p:cNvPr id="68" name="Oval 15"/>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grpSp>
        <p:grpSp>
          <p:nvGrpSpPr>
            <p:cNvPr id="8" name="Group 16"/>
            <p:cNvGrpSpPr/>
            <p:nvPr userDrawn="1"/>
          </p:nvGrpSpPr>
          <p:grpSpPr bwMode="auto">
            <a:xfrm>
              <a:off x="1776" y="3631"/>
              <a:ext cx="1626" cy="683"/>
              <a:chOff x="1776" y="3631"/>
              <a:chExt cx="1626" cy="683"/>
            </a:xfrm>
          </p:grpSpPr>
          <p:sp>
            <p:nvSpPr>
              <p:cNvPr id="40" name="Oval 17"/>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ln>
              <a:effectLst/>
            </p:spPr>
            <p:txBody>
              <a:bodyPr/>
              <a:lstStyle/>
              <a:p>
                <a:pPr>
                  <a:buFontTx/>
                  <a:buNone/>
                  <a:defRPr/>
                </a:pPr>
                <a:endParaRPr lang="zh-CN" altLang="en-US"/>
              </a:p>
            </p:txBody>
          </p:sp>
          <p:sp>
            <p:nvSpPr>
              <p:cNvPr id="41" name="Oval 18"/>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ln>
              <a:effectLst/>
            </p:spPr>
            <p:txBody>
              <a:bodyPr/>
              <a:lstStyle/>
              <a:p>
                <a:pPr>
                  <a:buFontTx/>
                  <a:buNone/>
                  <a:defRPr/>
                </a:pPr>
                <a:endParaRPr lang="zh-CN" altLang="en-US"/>
              </a:p>
            </p:txBody>
          </p:sp>
          <p:sp>
            <p:nvSpPr>
              <p:cNvPr id="42" name="Oval 19"/>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ln>
              <a:effectLst/>
            </p:spPr>
            <p:txBody>
              <a:bodyPr/>
              <a:lstStyle/>
              <a:p>
                <a:pPr>
                  <a:buFontTx/>
                  <a:buNone/>
                  <a:defRPr/>
                </a:pPr>
                <a:endParaRPr lang="zh-CN" altLang="en-US"/>
              </a:p>
            </p:txBody>
          </p:sp>
          <p:sp>
            <p:nvSpPr>
              <p:cNvPr id="43" name="Oval 20"/>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44" name="Oval 21"/>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45" name="Oval 22"/>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46" name="Oval 23"/>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ln>
              <a:effectLst/>
            </p:spPr>
            <p:txBody>
              <a:bodyPr/>
              <a:lstStyle/>
              <a:p>
                <a:pPr>
                  <a:buFontTx/>
                  <a:buNone/>
                  <a:defRPr/>
                </a:pPr>
                <a:endParaRPr lang="zh-CN" altLang="en-US"/>
              </a:p>
            </p:txBody>
          </p:sp>
          <p:sp>
            <p:nvSpPr>
              <p:cNvPr id="47" name="Oval 24"/>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ln>
              <a:effectLst/>
            </p:spPr>
            <p:txBody>
              <a:bodyPr/>
              <a:lstStyle/>
              <a:p>
                <a:pPr>
                  <a:buFontTx/>
                  <a:buNone/>
                  <a:defRPr/>
                </a:pPr>
                <a:endParaRPr lang="zh-CN" altLang="en-US"/>
              </a:p>
            </p:txBody>
          </p:sp>
          <p:sp>
            <p:nvSpPr>
              <p:cNvPr id="48" name="Freeform 25"/>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ln>
            </p:spPr>
            <p:txBody>
              <a:bodyPr/>
              <a:lstStyle/>
              <a:p>
                <a:pPr>
                  <a:buFontTx/>
                  <a:buNone/>
                  <a:defRPr/>
                </a:pPr>
                <a:endParaRPr lang="zh-CN" altLang="en-US"/>
              </a:p>
            </p:txBody>
          </p:sp>
          <p:sp>
            <p:nvSpPr>
              <p:cNvPr id="49" name="Freeform 26"/>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ln>
            </p:spPr>
            <p:txBody>
              <a:bodyPr/>
              <a:lstStyle/>
              <a:p>
                <a:pPr>
                  <a:buFontTx/>
                  <a:buNone/>
                  <a:defRPr/>
                </a:pPr>
                <a:endParaRPr lang="zh-CN" altLang="en-US"/>
              </a:p>
            </p:txBody>
          </p:sp>
          <p:sp>
            <p:nvSpPr>
              <p:cNvPr id="50" name="Freeform 27"/>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ln>
            </p:spPr>
            <p:txBody>
              <a:bodyPr/>
              <a:lstStyle/>
              <a:p>
                <a:pPr>
                  <a:buFontTx/>
                  <a:buNone/>
                  <a:defRPr/>
                </a:pPr>
                <a:endParaRPr lang="zh-CN" altLang="en-US"/>
              </a:p>
            </p:txBody>
          </p:sp>
          <p:sp>
            <p:nvSpPr>
              <p:cNvPr id="51" name="Freeform 28"/>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ln>
            </p:spPr>
            <p:txBody>
              <a:bodyPr/>
              <a:lstStyle/>
              <a:p>
                <a:pPr>
                  <a:buFontTx/>
                  <a:buNone/>
                  <a:defRPr/>
                </a:pPr>
                <a:endParaRPr lang="zh-CN" altLang="en-US"/>
              </a:p>
            </p:txBody>
          </p:sp>
          <p:sp>
            <p:nvSpPr>
              <p:cNvPr id="52" name="Freeform 29"/>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3" name="Freeform 30"/>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4" name="Freeform 31"/>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55" name="Freeform 32"/>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56" name="Freeform 33"/>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57" name="Freeform 34"/>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9" name="Group 35"/>
            <p:cNvGrpSpPr/>
            <p:nvPr userDrawn="1"/>
          </p:nvGrpSpPr>
          <p:grpSpPr bwMode="auto">
            <a:xfrm>
              <a:off x="4128" y="3360"/>
              <a:ext cx="1351" cy="821"/>
              <a:chOff x="4128" y="3360"/>
              <a:chExt cx="1351" cy="821"/>
            </a:xfrm>
          </p:grpSpPr>
          <p:sp>
            <p:nvSpPr>
              <p:cNvPr id="23" name="Freeform 36"/>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24" name="Freeform 37"/>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25" name="Freeform 38"/>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ln>
            </p:spPr>
            <p:txBody>
              <a:bodyPr/>
              <a:lstStyle/>
              <a:p>
                <a:pPr>
                  <a:buFontTx/>
                  <a:buNone/>
                  <a:defRPr/>
                </a:pPr>
                <a:endParaRPr lang="zh-CN" altLang="en-US"/>
              </a:p>
            </p:txBody>
          </p:sp>
          <p:sp>
            <p:nvSpPr>
              <p:cNvPr id="26" name="Freeform 39"/>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27" name="Freeform 40"/>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28" name="Freeform 41"/>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29" name="Freeform 42"/>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30" name="Freeform 43"/>
              <p:cNvSpPr/>
              <p:nvPr/>
            </p:nvSpPr>
            <p:spPr bwMode="hidden">
              <a:xfrm>
                <a:off x="4445" y="3552"/>
                <a:ext cx="717" cy="431"/>
              </a:xfrm>
              <a:custGeom>
                <a:avLst/>
                <a:gdLst>
                  <a:gd name="T0" fmla="*/ 693 w 717"/>
                  <a:gd name="T1" fmla="*/ 216 h 431"/>
                  <a:gd name="T2" fmla="*/ 687 w 717"/>
                  <a:gd name="T3" fmla="*/ 257 h 431"/>
                  <a:gd name="T4" fmla="*/ 669 w 717"/>
                  <a:gd name="T5" fmla="*/ 293 h 431"/>
                  <a:gd name="T6" fmla="*/ 633 w 717"/>
                  <a:gd name="T7" fmla="*/ 329 h 431"/>
                  <a:gd name="T8" fmla="*/ 598 w 717"/>
                  <a:gd name="T9" fmla="*/ 359 h 431"/>
                  <a:gd name="T10" fmla="*/ 544 w 717"/>
                  <a:gd name="T11" fmla="*/ 383 h 431"/>
                  <a:gd name="T12" fmla="*/ 490 w 717"/>
                  <a:gd name="T13" fmla="*/ 401 h 431"/>
                  <a:gd name="T14" fmla="*/ 424 w 717"/>
                  <a:gd name="T15" fmla="*/ 413 h 431"/>
                  <a:gd name="T16" fmla="*/ 359 w 717"/>
                  <a:gd name="T17" fmla="*/ 419 h 431"/>
                  <a:gd name="T18" fmla="*/ 293 w 717"/>
                  <a:gd name="T19" fmla="*/ 413 h 431"/>
                  <a:gd name="T20" fmla="*/ 227 w 717"/>
                  <a:gd name="T21" fmla="*/ 401 h 431"/>
                  <a:gd name="T22" fmla="*/ 173 w 717"/>
                  <a:gd name="T23" fmla="*/ 383 h 431"/>
                  <a:gd name="T24" fmla="*/ 119 w 717"/>
                  <a:gd name="T25" fmla="*/ 359 h 431"/>
                  <a:gd name="T26" fmla="*/ 84 w 717"/>
                  <a:gd name="T27" fmla="*/ 329 h 431"/>
                  <a:gd name="T28" fmla="*/ 48 w 717"/>
                  <a:gd name="T29" fmla="*/ 293 h 431"/>
                  <a:gd name="T30" fmla="*/ 30 w 717"/>
                  <a:gd name="T31" fmla="*/ 257 h 431"/>
                  <a:gd name="T32" fmla="*/ 24 w 717"/>
                  <a:gd name="T33" fmla="*/ 216 h 431"/>
                  <a:gd name="T34" fmla="*/ 30 w 717"/>
                  <a:gd name="T35" fmla="*/ 174 h 431"/>
                  <a:gd name="T36" fmla="*/ 48 w 717"/>
                  <a:gd name="T37" fmla="*/ 138 h 431"/>
                  <a:gd name="T38" fmla="*/ 84 w 717"/>
                  <a:gd name="T39" fmla="*/ 102 h 431"/>
                  <a:gd name="T40" fmla="*/ 119 w 717"/>
                  <a:gd name="T41" fmla="*/ 72 h 431"/>
                  <a:gd name="T42" fmla="*/ 173 w 717"/>
                  <a:gd name="T43" fmla="*/ 48 h 431"/>
                  <a:gd name="T44" fmla="*/ 227 w 717"/>
                  <a:gd name="T45" fmla="*/ 30 h 431"/>
                  <a:gd name="T46" fmla="*/ 293 w 717"/>
                  <a:gd name="T47" fmla="*/ 18 h 431"/>
                  <a:gd name="T48" fmla="*/ 359 w 717"/>
                  <a:gd name="T49" fmla="*/ 12 h 431"/>
                  <a:gd name="T50" fmla="*/ 418 w 717"/>
                  <a:gd name="T51" fmla="*/ 18 h 431"/>
                  <a:gd name="T52" fmla="*/ 478 w 717"/>
                  <a:gd name="T53" fmla="*/ 30 h 431"/>
                  <a:gd name="T54" fmla="*/ 532 w 717"/>
                  <a:gd name="T55" fmla="*/ 48 h 431"/>
                  <a:gd name="T56" fmla="*/ 580 w 717"/>
                  <a:gd name="T57" fmla="*/ 66 h 431"/>
                  <a:gd name="T58" fmla="*/ 586 w 717"/>
                  <a:gd name="T59" fmla="*/ 48 h 431"/>
                  <a:gd name="T60" fmla="*/ 478 w 717"/>
                  <a:gd name="T61" fmla="*/ 12 h 431"/>
                  <a:gd name="T62" fmla="*/ 418 w 717"/>
                  <a:gd name="T63" fmla="*/ 6 h 431"/>
                  <a:gd name="T64" fmla="*/ 359 w 717"/>
                  <a:gd name="T65" fmla="*/ 0 h 431"/>
                  <a:gd name="T66" fmla="*/ 287 w 717"/>
                  <a:gd name="T67" fmla="*/ 6 h 431"/>
                  <a:gd name="T68" fmla="*/ 221 w 717"/>
                  <a:gd name="T69" fmla="*/ 18 h 431"/>
                  <a:gd name="T70" fmla="*/ 161 w 717"/>
                  <a:gd name="T71" fmla="*/ 36 h 431"/>
                  <a:gd name="T72" fmla="*/ 107 w 717"/>
                  <a:gd name="T73" fmla="*/ 66 h 431"/>
                  <a:gd name="T74" fmla="*/ 60 w 717"/>
                  <a:gd name="T75" fmla="*/ 96 h 431"/>
                  <a:gd name="T76" fmla="*/ 30 w 717"/>
                  <a:gd name="T77" fmla="*/ 132 h 431"/>
                  <a:gd name="T78" fmla="*/ 6 w 717"/>
                  <a:gd name="T79" fmla="*/ 174 h 431"/>
                  <a:gd name="T80" fmla="*/ 0 w 717"/>
                  <a:gd name="T81" fmla="*/ 216 h 431"/>
                  <a:gd name="T82" fmla="*/ 6 w 717"/>
                  <a:gd name="T83" fmla="*/ 257 h 431"/>
                  <a:gd name="T84" fmla="*/ 30 w 717"/>
                  <a:gd name="T85" fmla="*/ 299 h 431"/>
                  <a:gd name="T86" fmla="*/ 60 w 717"/>
                  <a:gd name="T87" fmla="*/ 335 h 431"/>
                  <a:gd name="T88" fmla="*/ 107 w 717"/>
                  <a:gd name="T89" fmla="*/ 371 h 431"/>
                  <a:gd name="T90" fmla="*/ 161 w 717"/>
                  <a:gd name="T91" fmla="*/ 395 h 431"/>
                  <a:gd name="T92" fmla="*/ 221 w 717"/>
                  <a:gd name="T93" fmla="*/ 413 h 431"/>
                  <a:gd name="T94" fmla="*/ 287 w 717"/>
                  <a:gd name="T95" fmla="*/ 425 h 431"/>
                  <a:gd name="T96" fmla="*/ 359 w 717"/>
                  <a:gd name="T97" fmla="*/ 431 h 431"/>
                  <a:gd name="T98" fmla="*/ 430 w 717"/>
                  <a:gd name="T99" fmla="*/ 425 h 431"/>
                  <a:gd name="T100" fmla="*/ 496 w 717"/>
                  <a:gd name="T101" fmla="*/ 413 h 431"/>
                  <a:gd name="T102" fmla="*/ 562 w 717"/>
                  <a:gd name="T103" fmla="*/ 395 h 431"/>
                  <a:gd name="T104" fmla="*/ 610 w 717"/>
                  <a:gd name="T105" fmla="*/ 371 h 431"/>
                  <a:gd name="T106" fmla="*/ 657 w 717"/>
                  <a:gd name="T107" fmla="*/ 335 h 431"/>
                  <a:gd name="T108" fmla="*/ 687 w 717"/>
                  <a:gd name="T109" fmla="*/ 299 h 431"/>
                  <a:gd name="T110" fmla="*/ 711 w 717"/>
                  <a:gd name="T111" fmla="*/ 257 h 431"/>
                  <a:gd name="T112" fmla="*/ 717 w 717"/>
                  <a:gd name="T113" fmla="*/ 216 h 431"/>
                  <a:gd name="T114" fmla="*/ 717 w 717"/>
                  <a:gd name="T115" fmla="*/ 204 h 431"/>
                  <a:gd name="T116" fmla="*/ 711 w 717"/>
                  <a:gd name="T117" fmla="*/ 192 h 431"/>
                  <a:gd name="T118" fmla="*/ 687 w 717"/>
                  <a:gd name="T119" fmla="*/ 198 h 431"/>
                  <a:gd name="T120" fmla="*/ 693 w 717"/>
                  <a:gd name="T121" fmla="*/ 210 h 431"/>
                  <a:gd name="T122" fmla="*/ 693 w 717"/>
                  <a:gd name="T123" fmla="*/ 216 h 431"/>
                  <a:gd name="T124" fmla="*/ 693 w 717"/>
                  <a:gd name="T125" fmla="*/ 216 h 43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1" name="Freeform 44"/>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ln>
            </p:spPr>
            <p:txBody>
              <a:bodyPr/>
              <a:lstStyle/>
              <a:p>
                <a:pPr>
                  <a:buFontTx/>
                  <a:buNone/>
                  <a:defRPr/>
                </a:pPr>
                <a:endParaRPr lang="zh-CN" altLang="en-US"/>
              </a:p>
            </p:txBody>
          </p:sp>
          <p:sp>
            <p:nvSpPr>
              <p:cNvPr id="32" name="Freeform 45"/>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33" name="Freeform 46"/>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34" name="Oval 47"/>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ln>
              <a:effectLst/>
            </p:spPr>
            <p:txBody>
              <a:bodyPr/>
              <a:lstStyle/>
              <a:p>
                <a:pPr>
                  <a:buFontTx/>
                  <a:buNone/>
                  <a:defRPr/>
                </a:pPr>
                <a:endParaRPr lang="zh-CN" altLang="en-US"/>
              </a:p>
            </p:txBody>
          </p:sp>
          <p:sp>
            <p:nvSpPr>
              <p:cNvPr id="35" name="Oval 48"/>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36" name="Oval 49"/>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37" name="Oval 50"/>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38" name="Oval 51"/>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39" name="Oval 52"/>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ln>
              <a:effectLst/>
            </p:spPr>
            <p:txBody>
              <a:bodyPr/>
              <a:lstStyle/>
              <a:p>
                <a:pPr>
                  <a:buFontTx/>
                  <a:buNone/>
                  <a:defRPr/>
                </a:pPr>
                <a:endParaRPr lang="zh-CN" altLang="en-US"/>
              </a:p>
            </p:txBody>
          </p:sp>
        </p:grpSp>
        <p:grpSp>
          <p:nvGrpSpPr>
            <p:cNvPr id="10" name="Group 53"/>
            <p:cNvGrpSpPr/>
            <p:nvPr userDrawn="1"/>
          </p:nvGrpSpPr>
          <p:grpSpPr bwMode="auto">
            <a:xfrm>
              <a:off x="5280" y="3024"/>
              <a:ext cx="425" cy="258"/>
              <a:chOff x="5280" y="3024"/>
              <a:chExt cx="425" cy="258"/>
            </a:xfrm>
          </p:grpSpPr>
          <p:sp>
            <p:nvSpPr>
              <p:cNvPr id="11" name="Freeform 54"/>
              <p:cNvSpPr/>
              <p:nvPr/>
            </p:nvSpPr>
            <p:spPr bwMode="hidden">
              <a:xfrm>
                <a:off x="5280" y="3186"/>
                <a:ext cx="383" cy="96"/>
              </a:xfrm>
              <a:custGeom>
                <a:avLst/>
                <a:gdLst>
                  <a:gd name="T0" fmla="*/ 217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17 w 382"/>
                  <a:gd name="T19" fmla="*/ 96 h 96"/>
                  <a:gd name="T20" fmla="*/ 271 w 382"/>
                  <a:gd name="T21" fmla="*/ 90 h 96"/>
                  <a:gd name="T22" fmla="*/ 319 w 382"/>
                  <a:gd name="T23" fmla="*/ 84 h 96"/>
                  <a:gd name="T24" fmla="*/ 360 w 382"/>
                  <a:gd name="T25" fmla="*/ 66 h 96"/>
                  <a:gd name="T26" fmla="*/ 390 w 382"/>
                  <a:gd name="T27" fmla="*/ 42 h 96"/>
                  <a:gd name="T28" fmla="*/ 384 w 382"/>
                  <a:gd name="T29" fmla="*/ 42 h 96"/>
                  <a:gd name="T30" fmla="*/ 354 w 382"/>
                  <a:gd name="T31" fmla="*/ 66 h 96"/>
                  <a:gd name="T32" fmla="*/ 313 w 382"/>
                  <a:gd name="T33" fmla="*/ 78 h 96"/>
                  <a:gd name="T34" fmla="*/ 271 w 382"/>
                  <a:gd name="T35" fmla="*/ 90 h 96"/>
                  <a:gd name="T36" fmla="*/ 217 w 382"/>
                  <a:gd name="T37" fmla="*/ 96 h 96"/>
                  <a:gd name="T38" fmla="*/ 217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 name="Freeform 55"/>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 name="Freeform 56"/>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57"/>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58"/>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6" name="Freeform 59"/>
              <p:cNvSpPr/>
              <p:nvPr/>
            </p:nvSpPr>
            <p:spPr bwMode="hidden">
              <a:xfrm>
                <a:off x="5489" y="3042"/>
                <a:ext cx="186" cy="210"/>
              </a:xfrm>
              <a:custGeom>
                <a:avLst/>
                <a:gdLst>
                  <a:gd name="T0" fmla="*/ 0 w 185"/>
                  <a:gd name="T1" fmla="*/ 6 h 210"/>
                  <a:gd name="T2" fmla="*/ 66 w 185"/>
                  <a:gd name="T3" fmla="*/ 12 h 210"/>
                  <a:gd name="T4" fmla="*/ 127 w 185"/>
                  <a:gd name="T5" fmla="*/ 36 h 210"/>
                  <a:gd name="T6" fmla="*/ 163 w 185"/>
                  <a:gd name="T7" fmla="*/ 72 h 210"/>
                  <a:gd name="T8" fmla="*/ 169 w 185"/>
                  <a:gd name="T9" fmla="*/ 90 h 210"/>
                  <a:gd name="T10" fmla="*/ 175 w 185"/>
                  <a:gd name="T11" fmla="*/ 114 h 210"/>
                  <a:gd name="T12" fmla="*/ 169 w 185"/>
                  <a:gd name="T13" fmla="*/ 138 h 210"/>
                  <a:gd name="T14" fmla="*/ 157 w 185"/>
                  <a:gd name="T15" fmla="*/ 162 h 210"/>
                  <a:gd name="T16" fmla="*/ 127 w 185"/>
                  <a:gd name="T17" fmla="*/ 180 h 210"/>
                  <a:gd name="T18" fmla="*/ 90 w 185"/>
                  <a:gd name="T19" fmla="*/ 198 h 210"/>
                  <a:gd name="T20" fmla="*/ 104 w 185"/>
                  <a:gd name="T21" fmla="*/ 210 h 210"/>
                  <a:gd name="T22" fmla="*/ 139 w 185"/>
                  <a:gd name="T23" fmla="*/ 192 h 210"/>
                  <a:gd name="T24" fmla="*/ 169 w 185"/>
                  <a:gd name="T25" fmla="*/ 168 h 210"/>
                  <a:gd name="T26" fmla="*/ 187 w 185"/>
                  <a:gd name="T27" fmla="*/ 144 h 210"/>
                  <a:gd name="T28" fmla="*/ 193 w 185"/>
                  <a:gd name="T29" fmla="*/ 114 h 210"/>
                  <a:gd name="T30" fmla="*/ 187 w 185"/>
                  <a:gd name="T31" fmla="*/ 90 h 210"/>
                  <a:gd name="T32" fmla="*/ 181 w 185"/>
                  <a:gd name="T33" fmla="*/ 66 h 210"/>
                  <a:gd name="T34" fmla="*/ 163 w 185"/>
                  <a:gd name="T35" fmla="*/ 48 h 210"/>
                  <a:gd name="T36" fmla="*/ 139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 name="Freeform 60"/>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8" name="Group 61"/>
              <p:cNvGrpSpPr/>
              <p:nvPr/>
            </p:nvGrpSpPr>
            <p:grpSpPr bwMode="auto">
              <a:xfrm>
                <a:off x="5381" y="3085"/>
                <a:ext cx="227" cy="132"/>
                <a:chOff x="5381" y="3085"/>
                <a:chExt cx="227" cy="132"/>
              </a:xfrm>
            </p:grpSpPr>
            <p:sp>
              <p:nvSpPr>
                <p:cNvPr id="19" name="Oval 62"/>
                <p:cNvSpPr>
                  <a:spLocks noChangeArrowheads="1"/>
                </p:cNvSpPr>
                <p:nvPr/>
              </p:nvSpPr>
              <p:spPr bwMode="hidden">
                <a:xfrm>
                  <a:off x="5381" y="3085"/>
                  <a:ext cx="227" cy="132"/>
                </a:xfrm>
                <a:prstGeom prst="ellipse">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20" name="Oval 63"/>
                <p:cNvSpPr>
                  <a:spLocks noChangeArrowheads="1"/>
                </p:cNvSpPr>
                <p:nvPr/>
              </p:nvSpPr>
              <p:spPr bwMode="hidden">
                <a:xfrm>
                  <a:off x="5403" y="3099"/>
                  <a:ext cx="182" cy="102"/>
                </a:xfrm>
                <a:prstGeom prst="ellipse">
                  <a:avLst/>
                </a:pr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21" name="Oval 64"/>
                <p:cNvSpPr>
                  <a:spLocks noChangeArrowheads="1"/>
                </p:cNvSpPr>
                <p:nvPr/>
              </p:nvSpPr>
              <p:spPr bwMode="hidden">
                <a:xfrm>
                  <a:off x="5431" y="3109"/>
                  <a:ext cx="125" cy="82"/>
                </a:xfrm>
                <a:prstGeom prst="ellipse">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22" name="Oval 65"/>
                <p:cNvSpPr>
                  <a:spLocks noChangeArrowheads="1"/>
                </p:cNvSpPr>
                <p:nvPr/>
              </p:nvSpPr>
              <p:spPr bwMode="hidden">
                <a:xfrm>
                  <a:off x="5458" y="3125"/>
                  <a:ext cx="73" cy="47"/>
                </a:xfrm>
                <a:prstGeom prst="ellipse">
                  <a:avLst/>
                </a:pr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grpSp>
        </p:grpSp>
      </p:grpSp>
      <p:pic>
        <p:nvPicPr>
          <p:cNvPr id="69" name="Picture 74" descr="SCAU_SE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446838"/>
            <a:ext cx="9144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7554" name="Rectangle 66"/>
          <p:cNvSpPr>
            <a:spLocks noGrp="1" noChangeArrowheads="1"/>
          </p:cNvSpPr>
          <p:nvPr>
            <p:ph type="ctrTitle" sz="quarter"/>
          </p:nvPr>
        </p:nvSpPr>
        <p:spPr>
          <a:xfrm>
            <a:off x="685800" y="1692275"/>
            <a:ext cx="7772400" cy="1736725"/>
          </a:xfrm>
        </p:spPr>
        <p:txBody>
          <a:bodyPr anchor="b"/>
          <a:lstStyle>
            <a:lvl1pPr>
              <a:defRPr/>
            </a:lvl1pPr>
          </a:lstStyle>
          <a:p>
            <a:r>
              <a:rPr lang="zh-CN" altLang="en-US" noProof="1"/>
              <a:t>单击此处编辑母版标题样式</a:t>
            </a:r>
            <a:endParaRPr lang="zh-CN" altLang="en-US" noProof="1"/>
          </a:p>
        </p:txBody>
      </p:sp>
      <p:sp>
        <p:nvSpPr>
          <p:cNvPr id="1087555" name="Rectangle 67"/>
          <p:cNvSpPr>
            <a:spLocks noGrp="1" noChangeArrowheads="1"/>
          </p:cNvSpPr>
          <p:nvPr>
            <p:ph type="subTitle" sz="quarter" idx="1"/>
          </p:nvPr>
        </p:nvSpPr>
        <p:spPr>
          <a:xfrm>
            <a:off x="1371600" y="3886200"/>
            <a:ext cx="6400800" cy="1752600"/>
          </a:xfrm>
        </p:spPr>
        <p:txBody>
          <a:bodyPr/>
          <a:lstStyle>
            <a:lvl1pPr marL="0" indent="0" algn="ctr">
              <a:defRPr/>
            </a:lvl1pPr>
          </a:lstStyle>
          <a:p>
            <a:r>
              <a:rPr lang="zh-CN" altLang="en-US" noProof="1"/>
              <a:t>单击此处编辑母版副标题样式</a:t>
            </a:r>
            <a:endParaRPr lang="zh-CN" altLang="en-US" noProof="1"/>
          </a:p>
        </p:txBody>
      </p:sp>
      <p:sp>
        <p:nvSpPr>
          <p:cNvPr id="70" name="Rectangle 69"/>
          <p:cNvSpPr>
            <a:spLocks noGrp="1" noChangeArrowheads="1"/>
          </p:cNvSpPr>
          <p:nvPr>
            <p:ph type="dt" sz="quarter" idx="10"/>
          </p:nvPr>
        </p:nvSpPr>
        <p:spPr>
          <a:xfrm>
            <a:off x="395288" y="6308725"/>
            <a:ext cx="2133600" cy="457200"/>
          </a:xfrm>
        </p:spPr>
        <p:txBody>
          <a:bodyPr/>
          <a:lstStyle>
            <a:lvl1pPr>
              <a:defRPr/>
            </a:lvl1pPr>
          </a:lstStyle>
          <a:p>
            <a:pPr>
              <a:defRPr/>
            </a:pPr>
            <a:fld id="{58CB1C47-08AB-40F4-914E-DD40E9FEE7AE}" type="datetime11">
              <a:rPr lang="zh-CN" altLang="en-US"/>
            </a:fld>
            <a:endParaRPr lang="en-US" altLang="zh-CN"/>
          </a:p>
        </p:txBody>
      </p:sp>
      <p:sp>
        <p:nvSpPr>
          <p:cNvPr id="71" name="Rectangle 70"/>
          <p:cNvSpPr>
            <a:spLocks noGrp="1" noChangeArrowheads="1"/>
          </p:cNvSpPr>
          <p:nvPr>
            <p:ph type="ftr" sz="quarter" idx="11"/>
          </p:nvPr>
        </p:nvSpPr>
        <p:spPr>
          <a:xfrm>
            <a:off x="3405188" y="6342063"/>
            <a:ext cx="2895600" cy="457200"/>
          </a:xfrm>
        </p:spPr>
        <p:txBody>
          <a:bodyPr/>
          <a:lstStyle>
            <a:lvl1pPr>
              <a:defRPr/>
            </a:lvl1pPr>
          </a:lstStyle>
          <a:p>
            <a:pPr>
              <a:defRPr/>
            </a:pPr>
            <a:endParaRPr lang="en-US" altLang="zh-CN"/>
          </a:p>
        </p:txBody>
      </p:sp>
      <p:sp>
        <p:nvSpPr>
          <p:cNvPr id="72" name="Rectangle 71"/>
          <p:cNvSpPr>
            <a:spLocks noGrp="1" noChangeArrowheads="1"/>
          </p:cNvSpPr>
          <p:nvPr>
            <p:ph type="sldNum" sz="quarter" idx="12"/>
          </p:nvPr>
        </p:nvSpPr>
        <p:spPr>
          <a:xfrm>
            <a:off x="6399213" y="6308725"/>
            <a:ext cx="2133600" cy="457200"/>
          </a:xfrm>
        </p:spPr>
        <p:txBody>
          <a:bodyPr/>
          <a:lstStyle>
            <a:lvl1pPr>
              <a:defRPr/>
            </a:lvl1pPr>
          </a:lstStyle>
          <a:p>
            <a:pPr>
              <a:defRPr/>
            </a:pPr>
            <a:fld id="{3D77437F-21D2-43DD-AEC3-91DA9AA58256}" type="slidenum">
              <a:rPr lang="zh-CN" altLang="en-US"/>
            </a:fld>
            <a:endParaRPr lang="zh-CN" altLang="en-US"/>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FE4D817D-2F1A-4872-BD2C-B16DF6354D7E}" type="datetime11">
              <a:rPr lang="zh-CN" altLang="en-US"/>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1C11E72-5BF7-486B-8713-5D353C8B493A}" type="slidenum">
              <a:rPr lang="zh-CN" altLang="en-US"/>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Rectangle 70"/>
          <p:cNvSpPr>
            <a:spLocks noGrp="1" noChangeArrowheads="1"/>
          </p:cNvSpPr>
          <p:nvPr>
            <p:ph type="dt" sz="half" idx="10"/>
          </p:nvPr>
        </p:nvSpPr>
        <p:spPr/>
        <p:txBody>
          <a:bodyPr/>
          <a:lstStyle>
            <a:lvl1pPr>
              <a:defRPr/>
            </a:lvl1pPr>
          </a:lstStyle>
          <a:p>
            <a:pPr>
              <a:defRPr/>
            </a:pPr>
            <a:fld id="{4F68949D-578D-4687-BF73-D12F841A36C8}" type="datetime11">
              <a:rPr lang="zh-CN" altLang="en-US"/>
            </a:fld>
            <a:endParaRPr lang="en-US" altLang="zh-CN"/>
          </a:p>
        </p:txBody>
      </p:sp>
      <p:sp>
        <p:nvSpPr>
          <p:cNvPr id="5" name="Rectangle 71"/>
          <p:cNvSpPr>
            <a:spLocks noGrp="1" noChangeArrowheads="1"/>
          </p:cNvSpPr>
          <p:nvPr>
            <p:ph type="ftr" sz="quarter" idx="11"/>
          </p:nvPr>
        </p:nvSpPr>
        <p:spPr/>
        <p:txBody>
          <a:bodyPr/>
          <a:lstStyle>
            <a:lvl1pPr>
              <a:defRPr/>
            </a:lvl1pPr>
          </a:lstStyle>
          <a:p>
            <a:pPr>
              <a:defRPr/>
            </a:pPr>
            <a:endParaRPr lang="en-US" altLang="zh-CN"/>
          </a:p>
        </p:txBody>
      </p:sp>
      <p:sp>
        <p:nvSpPr>
          <p:cNvPr id="6" name="Rectangle 72"/>
          <p:cNvSpPr>
            <a:spLocks noGrp="1" noChangeArrowheads="1"/>
          </p:cNvSpPr>
          <p:nvPr>
            <p:ph type="sldNum" sz="quarter" idx="12"/>
          </p:nvPr>
        </p:nvSpPr>
        <p:spPr/>
        <p:txBody>
          <a:bodyPr/>
          <a:lstStyle>
            <a:lvl1pPr>
              <a:defRPr/>
            </a:lvl1pPr>
          </a:lstStyle>
          <a:p>
            <a:pPr>
              <a:defRPr/>
            </a:pPr>
            <a:fld id="{A35A1370-BB80-4EDB-8D40-5E02657DB083}" type="slidenum">
              <a:rPr lang="zh-CN" altLang="en-US"/>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70"/>
          <p:cNvSpPr>
            <a:spLocks noGrp="1" noChangeArrowheads="1"/>
          </p:cNvSpPr>
          <p:nvPr>
            <p:ph type="dt" sz="half" idx="10"/>
          </p:nvPr>
        </p:nvSpPr>
        <p:spPr/>
        <p:txBody>
          <a:bodyPr/>
          <a:lstStyle>
            <a:lvl1pPr>
              <a:defRPr/>
            </a:lvl1pPr>
          </a:lstStyle>
          <a:p>
            <a:pPr>
              <a:defRPr/>
            </a:pPr>
            <a:fld id="{F3D9A843-58D3-45A7-B624-CCBED3E59BC6}" type="datetime11">
              <a:rPr lang="zh-CN" altLang="en-US"/>
            </a:fld>
            <a:endParaRPr lang="en-US" altLang="zh-CN"/>
          </a:p>
        </p:txBody>
      </p:sp>
      <p:sp>
        <p:nvSpPr>
          <p:cNvPr id="6" name="Rectangle 71"/>
          <p:cNvSpPr>
            <a:spLocks noGrp="1" noChangeArrowheads="1"/>
          </p:cNvSpPr>
          <p:nvPr>
            <p:ph type="ftr" sz="quarter" idx="11"/>
          </p:nvPr>
        </p:nvSpPr>
        <p:spPr/>
        <p:txBody>
          <a:bodyPr/>
          <a:lstStyle>
            <a:lvl1pPr>
              <a:defRPr/>
            </a:lvl1pPr>
          </a:lstStyle>
          <a:p>
            <a:pPr>
              <a:defRPr/>
            </a:pPr>
            <a:endParaRPr lang="en-US" altLang="zh-CN"/>
          </a:p>
        </p:txBody>
      </p:sp>
      <p:sp>
        <p:nvSpPr>
          <p:cNvPr id="7" name="Rectangle 72"/>
          <p:cNvSpPr>
            <a:spLocks noGrp="1" noChangeArrowheads="1"/>
          </p:cNvSpPr>
          <p:nvPr>
            <p:ph type="sldNum" sz="quarter" idx="12"/>
          </p:nvPr>
        </p:nvSpPr>
        <p:spPr/>
        <p:txBody>
          <a:bodyPr/>
          <a:lstStyle>
            <a:lvl1pPr>
              <a:defRPr/>
            </a:lvl1pPr>
          </a:lstStyle>
          <a:p>
            <a:pPr>
              <a:defRPr/>
            </a:pPr>
            <a:fld id="{D85A514C-3974-4EB1-A66B-2BF05054FD9B}" type="slidenum">
              <a:rPr lang="zh-CN" altLang="en-US"/>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Rectangle 70"/>
          <p:cNvSpPr>
            <a:spLocks noGrp="1" noChangeArrowheads="1"/>
          </p:cNvSpPr>
          <p:nvPr>
            <p:ph type="dt" sz="half" idx="10"/>
          </p:nvPr>
        </p:nvSpPr>
        <p:spPr/>
        <p:txBody>
          <a:bodyPr/>
          <a:lstStyle>
            <a:lvl1pPr>
              <a:defRPr/>
            </a:lvl1pPr>
          </a:lstStyle>
          <a:p>
            <a:pPr>
              <a:defRPr/>
            </a:pPr>
            <a:fld id="{D43B0138-AEE3-478F-97F3-EA0FF9697E8A}" type="datetime11">
              <a:rPr lang="zh-CN" altLang="en-US"/>
            </a:fld>
            <a:endParaRPr lang="en-US" altLang="zh-CN"/>
          </a:p>
        </p:txBody>
      </p:sp>
      <p:sp>
        <p:nvSpPr>
          <p:cNvPr id="8" name="Rectangle 71"/>
          <p:cNvSpPr>
            <a:spLocks noGrp="1" noChangeArrowheads="1"/>
          </p:cNvSpPr>
          <p:nvPr>
            <p:ph type="ftr" sz="quarter" idx="11"/>
          </p:nvPr>
        </p:nvSpPr>
        <p:spPr/>
        <p:txBody>
          <a:bodyPr/>
          <a:lstStyle>
            <a:lvl1pPr>
              <a:defRPr/>
            </a:lvl1pPr>
          </a:lstStyle>
          <a:p>
            <a:pPr>
              <a:defRPr/>
            </a:pPr>
            <a:endParaRPr lang="en-US" altLang="zh-CN"/>
          </a:p>
        </p:txBody>
      </p:sp>
      <p:sp>
        <p:nvSpPr>
          <p:cNvPr id="9" name="Rectangle 72"/>
          <p:cNvSpPr>
            <a:spLocks noGrp="1" noChangeArrowheads="1"/>
          </p:cNvSpPr>
          <p:nvPr>
            <p:ph type="sldNum" sz="quarter" idx="12"/>
          </p:nvPr>
        </p:nvSpPr>
        <p:spPr/>
        <p:txBody>
          <a:bodyPr/>
          <a:lstStyle>
            <a:lvl1pPr>
              <a:defRPr/>
            </a:lvl1pPr>
          </a:lstStyle>
          <a:p>
            <a:pPr>
              <a:defRPr/>
            </a:pPr>
            <a:fld id="{AB909F68-F4AB-4AC9-B88A-EF07BAB7CEA0}" type="slidenum">
              <a:rPr lang="zh-CN" altLang="en-US"/>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70"/>
          <p:cNvSpPr>
            <a:spLocks noGrp="1" noChangeArrowheads="1"/>
          </p:cNvSpPr>
          <p:nvPr>
            <p:ph type="dt" sz="half" idx="10"/>
          </p:nvPr>
        </p:nvSpPr>
        <p:spPr/>
        <p:txBody>
          <a:bodyPr/>
          <a:lstStyle>
            <a:lvl1pPr>
              <a:defRPr/>
            </a:lvl1pPr>
          </a:lstStyle>
          <a:p>
            <a:pPr>
              <a:defRPr/>
            </a:pPr>
            <a:fld id="{AE108B49-0F19-451A-9262-CEA547AB482A}" type="datetime11">
              <a:rPr lang="zh-CN" altLang="en-US"/>
            </a:fld>
            <a:endParaRPr lang="en-US" altLang="zh-CN"/>
          </a:p>
        </p:txBody>
      </p:sp>
      <p:sp>
        <p:nvSpPr>
          <p:cNvPr id="4" name="Rectangle 71"/>
          <p:cNvSpPr>
            <a:spLocks noGrp="1" noChangeArrowheads="1"/>
          </p:cNvSpPr>
          <p:nvPr>
            <p:ph type="ftr" sz="quarter" idx="11"/>
          </p:nvPr>
        </p:nvSpPr>
        <p:spPr/>
        <p:txBody>
          <a:bodyPr/>
          <a:lstStyle>
            <a:lvl1pPr>
              <a:defRPr/>
            </a:lvl1pPr>
          </a:lstStyle>
          <a:p>
            <a:pPr>
              <a:defRPr/>
            </a:pPr>
            <a:endParaRPr lang="en-US" altLang="zh-CN"/>
          </a:p>
        </p:txBody>
      </p:sp>
      <p:sp>
        <p:nvSpPr>
          <p:cNvPr id="5" name="Rectangle 72"/>
          <p:cNvSpPr>
            <a:spLocks noGrp="1" noChangeArrowheads="1"/>
          </p:cNvSpPr>
          <p:nvPr>
            <p:ph type="sldNum" sz="quarter" idx="12"/>
          </p:nvPr>
        </p:nvSpPr>
        <p:spPr/>
        <p:txBody>
          <a:bodyPr/>
          <a:lstStyle>
            <a:lvl1pPr>
              <a:defRPr/>
            </a:lvl1pPr>
          </a:lstStyle>
          <a:p>
            <a:pPr>
              <a:defRPr/>
            </a:pPr>
            <a:fld id="{DBA9ABAA-4C61-44F7-BC0E-32E89F347CF4}" type="slidenum">
              <a:rPr lang="zh-CN" altLang="en-US"/>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0"/>
          <p:cNvSpPr>
            <a:spLocks noGrp="1" noChangeArrowheads="1"/>
          </p:cNvSpPr>
          <p:nvPr>
            <p:ph type="dt" sz="half" idx="10"/>
          </p:nvPr>
        </p:nvSpPr>
        <p:spPr/>
        <p:txBody>
          <a:bodyPr/>
          <a:lstStyle>
            <a:lvl1pPr>
              <a:defRPr/>
            </a:lvl1pPr>
          </a:lstStyle>
          <a:p>
            <a:pPr>
              <a:defRPr/>
            </a:pPr>
            <a:fld id="{0F9F6FEB-5DD1-4A02-9A34-101726BC4A52}" type="datetime11">
              <a:rPr lang="zh-CN" altLang="en-US"/>
            </a:fld>
            <a:endParaRPr lang="en-US" altLang="zh-CN"/>
          </a:p>
        </p:txBody>
      </p:sp>
      <p:sp>
        <p:nvSpPr>
          <p:cNvPr id="3" name="Rectangle 71"/>
          <p:cNvSpPr>
            <a:spLocks noGrp="1" noChangeArrowheads="1"/>
          </p:cNvSpPr>
          <p:nvPr>
            <p:ph type="ftr" sz="quarter" idx="11"/>
          </p:nvPr>
        </p:nvSpPr>
        <p:spPr/>
        <p:txBody>
          <a:bodyPr/>
          <a:lstStyle>
            <a:lvl1pPr>
              <a:defRPr/>
            </a:lvl1pPr>
          </a:lstStyle>
          <a:p>
            <a:pPr>
              <a:defRPr/>
            </a:pPr>
            <a:endParaRPr lang="en-US" altLang="zh-CN"/>
          </a:p>
        </p:txBody>
      </p:sp>
      <p:sp>
        <p:nvSpPr>
          <p:cNvPr id="4" name="Rectangle 72"/>
          <p:cNvSpPr>
            <a:spLocks noGrp="1" noChangeArrowheads="1"/>
          </p:cNvSpPr>
          <p:nvPr>
            <p:ph type="sldNum" sz="quarter" idx="12"/>
          </p:nvPr>
        </p:nvSpPr>
        <p:spPr/>
        <p:txBody>
          <a:bodyPr/>
          <a:lstStyle>
            <a:lvl1pPr>
              <a:defRPr/>
            </a:lvl1pPr>
          </a:lstStyle>
          <a:p>
            <a:pPr>
              <a:defRPr/>
            </a:pPr>
            <a:fld id="{8F73DF5E-5FEF-4E18-99E1-4239F1A667CB}" type="slidenum">
              <a:rPr lang="zh-CN" altLang="en-US"/>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70"/>
          <p:cNvSpPr>
            <a:spLocks noGrp="1" noChangeArrowheads="1"/>
          </p:cNvSpPr>
          <p:nvPr>
            <p:ph type="dt" sz="half" idx="10"/>
          </p:nvPr>
        </p:nvSpPr>
        <p:spPr/>
        <p:txBody>
          <a:bodyPr/>
          <a:lstStyle>
            <a:lvl1pPr>
              <a:defRPr/>
            </a:lvl1pPr>
          </a:lstStyle>
          <a:p>
            <a:pPr>
              <a:defRPr/>
            </a:pPr>
            <a:fld id="{146C2A51-0CB5-4D0B-A44B-47F6116F0236}" type="datetime11">
              <a:rPr lang="zh-CN" altLang="en-US"/>
            </a:fld>
            <a:endParaRPr lang="en-US" altLang="zh-CN"/>
          </a:p>
        </p:txBody>
      </p:sp>
      <p:sp>
        <p:nvSpPr>
          <p:cNvPr id="6" name="Rectangle 71"/>
          <p:cNvSpPr>
            <a:spLocks noGrp="1" noChangeArrowheads="1"/>
          </p:cNvSpPr>
          <p:nvPr>
            <p:ph type="ftr" sz="quarter" idx="11"/>
          </p:nvPr>
        </p:nvSpPr>
        <p:spPr/>
        <p:txBody>
          <a:bodyPr/>
          <a:lstStyle>
            <a:lvl1pPr>
              <a:defRPr/>
            </a:lvl1pPr>
          </a:lstStyle>
          <a:p>
            <a:pPr>
              <a:defRPr/>
            </a:pPr>
            <a:endParaRPr lang="en-US" altLang="zh-CN"/>
          </a:p>
        </p:txBody>
      </p:sp>
      <p:sp>
        <p:nvSpPr>
          <p:cNvPr id="7" name="Rectangle 72"/>
          <p:cNvSpPr>
            <a:spLocks noGrp="1" noChangeArrowheads="1"/>
          </p:cNvSpPr>
          <p:nvPr>
            <p:ph type="sldNum" sz="quarter" idx="12"/>
          </p:nvPr>
        </p:nvSpPr>
        <p:spPr/>
        <p:txBody>
          <a:bodyPr/>
          <a:lstStyle>
            <a:lvl1pPr>
              <a:defRPr/>
            </a:lvl1pPr>
          </a:lstStyle>
          <a:p>
            <a:pPr>
              <a:defRPr/>
            </a:pPr>
            <a:fld id="{2E6D5537-562B-4A49-974F-B793CD516ADE}" type="slidenum">
              <a:rPr lang="zh-CN" altLang="en-US"/>
            </a:fld>
            <a:endParaRPr lang="zh-CN" alt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Rectangle 70"/>
          <p:cNvSpPr>
            <a:spLocks noGrp="1" noChangeArrowheads="1"/>
          </p:cNvSpPr>
          <p:nvPr>
            <p:ph type="dt" sz="half" idx="10"/>
          </p:nvPr>
        </p:nvSpPr>
        <p:spPr/>
        <p:txBody>
          <a:bodyPr/>
          <a:lstStyle>
            <a:lvl1pPr>
              <a:defRPr/>
            </a:lvl1pPr>
          </a:lstStyle>
          <a:p>
            <a:pPr>
              <a:defRPr/>
            </a:pPr>
            <a:fld id="{EA48DE49-B5AF-4FA9-BED0-0EB286721D68}" type="datetime11">
              <a:rPr lang="zh-CN" altLang="en-US"/>
            </a:fld>
            <a:endParaRPr lang="en-US" altLang="zh-CN"/>
          </a:p>
        </p:txBody>
      </p:sp>
      <p:sp>
        <p:nvSpPr>
          <p:cNvPr id="6" name="Rectangle 71"/>
          <p:cNvSpPr>
            <a:spLocks noGrp="1" noChangeArrowheads="1"/>
          </p:cNvSpPr>
          <p:nvPr>
            <p:ph type="ftr" sz="quarter" idx="11"/>
          </p:nvPr>
        </p:nvSpPr>
        <p:spPr/>
        <p:txBody>
          <a:bodyPr/>
          <a:lstStyle>
            <a:lvl1pPr>
              <a:defRPr/>
            </a:lvl1pPr>
          </a:lstStyle>
          <a:p>
            <a:pPr>
              <a:defRPr/>
            </a:pPr>
            <a:endParaRPr lang="en-US" altLang="zh-CN"/>
          </a:p>
        </p:txBody>
      </p:sp>
      <p:sp>
        <p:nvSpPr>
          <p:cNvPr id="7" name="Rectangle 72"/>
          <p:cNvSpPr>
            <a:spLocks noGrp="1" noChangeArrowheads="1"/>
          </p:cNvSpPr>
          <p:nvPr>
            <p:ph type="sldNum" sz="quarter" idx="12"/>
          </p:nvPr>
        </p:nvSpPr>
        <p:spPr/>
        <p:txBody>
          <a:bodyPr/>
          <a:lstStyle>
            <a:lvl1pPr>
              <a:defRPr/>
            </a:lvl1pPr>
          </a:lstStyle>
          <a:p>
            <a:pPr>
              <a:defRPr/>
            </a:pPr>
            <a:fld id="{C9A2A346-EA21-47FE-90F9-56CC492A5E48}" type="slidenum">
              <a:rPr lang="zh-CN" altLang="en-US"/>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70"/>
          <p:cNvSpPr>
            <a:spLocks noGrp="1" noChangeArrowheads="1"/>
          </p:cNvSpPr>
          <p:nvPr>
            <p:ph type="dt" sz="half" idx="10"/>
          </p:nvPr>
        </p:nvSpPr>
        <p:spPr/>
        <p:txBody>
          <a:bodyPr/>
          <a:lstStyle>
            <a:lvl1pPr>
              <a:defRPr/>
            </a:lvl1pPr>
          </a:lstStyle>
          <a:p>
            <a:pPr>
              <a:defRPr/>
            </a:pPr>
            <a:fld id="{C787E47F-32E7-419E-9B31-5798928D735C}" type="datetime11">
              <a:rPr lang="zh-CN" altLang="en-US"/>
            </a:fld>
            <a:endParaRPr lang="en-US" altLang="zh-CN"/>
          </a:p>
        </p:txBody>
      </p:sp>
      <p:sp>
        <p:nvSpPr>
          <p:cNvPr id="5" name="Rectangle 71"/>
          <p:cNvSpPr>
            <a:spLocks noGrp="1" noChangeArrowheads="1"/>
          </p:cNvSpPr>
          <p:nvPr>
            <p:ph type="ftr" sz="quarter" idx="11"/>
          </p:nvPr>
        </p:nvSpPr>
        <p:spPr/>
        <p:txBody>
          <a:bodyPr/>
          <a:lstStyle>
            <a:lvl1pPr>
              <a:defRPr/>
            </a:lvl1pPr>
          </a:lstStyle>
          <a:p>
            <a:pPr>
              <a:defRPr/>
            </a:pPr>
            <a:endParaRPr lang="en-US" altLang="zh-CN"/>
          </a:p>
        </p:txBody>
      </p:sp>
      <p:sp>
        <p:nvSpPr>
          <p:cNvPr id="6" name="Rectangle 72"/>
          <p:cNvSpPr>
            <a:spLocks noGrp="1" noChangeArrowheads="1"/>
          </p:cNvSpPr>
          <p:nvPr>
            <p:ph type="sldNum" sz="quarter" idx="12"/>
          </p:nvPr>
        </p:nvSpPr>
        <p:spPr/>
        <p:txBody>
          <a:bodyPr/>
          <a:lstStyle>
            <a:lvl1pPr>
              <a:defRPr/>
            </a:lvl1pPr>
          </a:lstStyle>
          <a:p>
            <a:pPr>
              <a:defRPr/>
            </a:pPr>
            <a:fld id="{D844E20F-3473-4C6B-BE0B-84F50814DD8C}" type="slidenum">
              <a:rPr lang="zh-CN" altLang="en-US"/>
            </a:fld>
            <a:endParaRPr lang="zh-CN" altLang="en-US"/>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33413"/>
            <a:ext cx="2057400" cy="54927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633413"/>
            <a:ext cx="6019800" cy="549275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Rectangle 70"/>
          <p:cNvSpPr>
            <a:spLocks noGrp="1" noChangeArrowheads="1"/>
          </p:cNvSpPr>
          <p:nvPr>
            <p:ph type="dt" sz="half" idx="10"/>
          </p:nvPr>
        </p:nvSpPr>
        <p:spPr/>
        <p:txBody>
          <a:bodyPr/>
          <a:lstStyle>
            <a:lvl1pPr>
              <a:defRPr/>
            </a:lvl1pPr>
          </a:lstStyle>
          <a:p>
            <a:pPr>
              <a:defRPr/>
            </a:pPr>
            <a:fld id="{50CD98B9-7A30-4958-9EA3-230559895872}" type="datetime11">
              <a:rPr lang="zh-CN" altLang="en-US"/>
            </a:fld>
            <a:endParaRPr lang="en-US" altLang="zh-CN"/>
          </a:p>
        </p:txBody>
      </p:sp>
      <p:sp>
        <p:nvSpPr>
          <p:cNvPr id="5" name="Rectangle 71"/>
          <p:cNvSpPr>
            <a:spLocks noGrp="1" noChangeArrowheads="1"/>
          </p:cNvSpPr>
          <p:nvPr>
            <p:ph type="ftr" sz="quarter" idx="11"/>
          </p:nvPr>
        </p:nvSpPr>
        <p:spPr/>
        <p:txBody>
          <a:bodyPr/>
          <a:lstStyle>
            <a:lvl1pPr>
              <a:defRPr/>
            </a:lvl1pPr>
          </a:lstStyle>
          <a:p>
            <a:pPr>
              <a:defRPr/>
            </a:pPr>
            <a:endParaRPr lang="en-US" altLang="zh-CN"/>
          </a:p>
        </p:txBody>
      </p:sp>
      <p:sp>
        <p:nvSpPr>
          <p:cNvPr id="6" name="Rectangle 72"/>
          <p:cNvSpPr>
            <a:spLocks noGrp="1" noChangeArrowheads="1"/>
          </p:cNvSpPr>
          <p:nvPr>
            <p:ph type="sldNum" sz="quarter" idx="12"/>
          </p:nvPr>
        </p:nvSpPr>
        <p:spPr/>
        <p:txBody>
          <a:bodyPr/>
          <a:lstStyle>
            <a:lvl1pPr>
              <a:defRPr/>
            </a:lvl1pPr>
          </a:lstStyle>
          <a:p>
            <a:pPr>
              <a:defRPr/>
            </a:pPr>
            <a:fld id="{014DF520-E613-42CC-A316-6B3F81FFF665}" type="slidenum">
              <a:rPr lang="zh-CN" altLang="en-US"/>
            </a:fld>
            <a:endParaRPr lang="zh-CN" altLang="en-US"/>
          </a:p>
        </p:txBody>
      </p:sp>
    </p:spTree>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633413"/>
            <a:ext cx="8229600" cy="11398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70"/>
          <p:cNvSpPr>
            <a:spLocks noGrp="1" noChangeArrowheads="1"/>
          </p:cNvSpPr>
          <p:nvPr>
            <p:ph type="dt" sz="half" idx="10"/>
          </p:nvPr>
        </p:nvSpPr>
        <p:spPr/>
        <p:txBody>
          <a:bodyPr/>
          <a:lstStyle>
            <a:lvl1pPr>
              <a:defRPr/>
            </a:lvl1pPr>
          </a:lstStyle>
          <a:p>
            <a:pPr>
              <a:defRPr/>
            </a:pPr>
            <a:fld id="{B0E9EE07-B1C2-4138-A6F5-42032F37DFE3}" type="datetime11">
              <a:rPr lang="zh-CN" altLang="en-US"/>
            </a:fld>
            <a:endParaRPr lang="en-US" altLang="zh-CN"/>
          </a:p>
        </p:txBody>
      </p:sp>
      <p:sp>
        <p:nvSpPr>
          <p:cNvPr id="6" name="Rectangle 71"/>
          <p:cNvSpPr>
            <a:spLocks noGrp="1" noChangeArrowheads="1"/>
          </p:cNvSpPr>
          <p:nvPr>
            <p:ph type="ftr" sz="quarter" idx="11"/>
          </p:nvPr>
        </p:nvSpPr>
        <p:spPr/>
        <p:txBody>
          <a:bodyPr/>
          <a:lstStyle>
            <a:lvl1pPr>
              <a:defRPr/>
            </a:lvl1pPr>
          </a:lstStyle>
          <a:p>
            <a:pPr>
              <a:defRPr/>
            </a:pPr>
            <a:endParaRPr lang="en-US" altLang="zh-CN"/>
          </a:p>
        </p:txBody>
      </p:sp>
      <p:sp>
        <p:nvSpPr>
          <p:cNvPr id="7" name="Rectangle 72"/>
          <p:cNvSpPr>
            <a:spLocks noGrp="1" noChangeArrowheads="1"/>
          </p:cNvSpPr>
          <p:nvPr>
            <p:ph type="sldNum" sz="quarter" idx="12"/>
          </p:nvPr>
        </p:nvSpPr>
        <p:spPr/>
        <p:txBody>
          <a:bodyPr/>
          <a:lstStyle>
            <a:lvl1pPr>
              <a:defRPr/>
            </a:lvl1pPr>
          </a:lstStyle>
          <a:p>
            <a:pPr>
              <a:defRPr/>
            </a:pPr>
            <a:fld id="{0848C8C7-41ED-448F-9601-74CE25FA6318}" type="slidenum">
              <a:rPr lang="zh-CN" altLang="en-US"/>
            </a:fld>
            <a:endParaRPr lang="zh-CN" altLang="en-US"/>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633413"/>
            <a:ext cx="8229600" cy="549275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Rectangle 70"/>
          <p:cNvSpPr>
            <a:spLocks noGrp="1" noChangeArrowheads="1"/>
          </p:cNvSpPr>
          <p:nvPr>
            <p:ph type="dt" sz="half" idx="10"/>
          </p:nvPr>
        </p:nvSpPr>
        <p:spPr/>
        <p:txBody>
          <a:bodyPr/>
          <a:lstStyle>
            <a:lvl1pPr>
              <a:defRPr/>
            </a:lvl1pPr>
          </a:lstStyle>
          <a:p>
            <a:pPr>
              <a:defRPr/>
            </a:pPr>
            <a:fld id="{52E15003-9216-4B38-A81B-3DAF78440154}" type="datetime11">
              <a:rPr lang="zh-CN" altLang="en-US"/>
            </a:fld>
            <a:endParaRPr lang="en-US" altLang="zh-CN"/>
          </a:p>
        </p:txBody>
      </p:sp>
      <p:sp>
        <p:nvSpPr>
          <p:cNvPr id="4" name="Rectangle 71"/>
          <p:cNvSpPr>
            <a:spLocks noGrp="1" noChangeArrowheads="1"/>
          </p:cNvSpPr>
          <p:nvPr>
            <p:ph type="ftr" sz="quarter" idx="11"/>
          </p:nvPr>
        </p:nvSpPr>
        <p:spPr/>
        <p:txBody>
          <a:bodyPr/>
          <a:lstStyle>
            <a:lvl1pPr>
              <a:defRPr/>
            </a:lvl1pPr>
          </a:lstStyle>
          <a:p>
            <a:pPr>
              <a:defRPr/>
            </a:pPr>
            <a:endParaRPr lang="en-US" altLang="zh-CN"/>
          </a:p>
        </p:txBody>
      </p:sp>
      <p:sp>
        <p:nvSpPr>
          <p:cNvPr id="5" name="Rectangle 72"/>
          <p:cNvSpPr>
            <a:spLocks noGrp="1" noChangeArrowheads="1"/>
          </p:cNvSpPr>
          <p:nvPr>
            <p:ph type="sldNum" sz="quarter" idx="12"/>
          </p:nvPr>
        </p:nvSpPr>
        <p:spPr/>
        <p:txBody>
          <a:bodyPr/>
          <a:lstStyle>
            <a:lvl1pPr>
              <a:defRPr/>
            </a:lvl1pPr>
          </a:lstStyle>
          <a:p>
            <a:pPr>
              <a:defRPr/>
            </a:pPr>
            <a:fld id="{097D6E14-A85A-483E-B069-AFE1869E742B}" type="slidenum">
              <a:rPr lang="zh-CN" altLang="en-US"/>
            </a:fld>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026" name="Picture 74" descr="SCAU_YZG4"/>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6466" name="Freeform 2"/>
          <p:cNvSpPr/>
          <p:nvPr/>
        </p:nvSpPr>
        <p:spPr bwMode="hidden">
          <a:xfrm>
            <a:off x="6627813" y="6429375"/>
            <a:ext cx="285750" cy="209550"/>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2"/>
              </a:gs>
              <a:gs pos="100000">
                <a:schemeClr val="accent2">
                  <a:gamma/>
                  <a:shade val="87843"/>
                  <a:invGamma/>
                </a:schemeClr>
              </a:gs>
            </a:gsLst>
            <a:lin ang="18900000" scaled="1"/>
          </a:gradFill>
          <a:ln w="9525">
            <a:noFill/>
            <a:round/>
          </a:ln>
        </p:spPr>
        <p:txBody>
          <a:bodyPr/>
          <a:lstStyle/>
          <a:p>
            <a:pPr>
              <a:buFontTx/>
              <a:buNone/>
              <a:defRPr/>
            </a:pPr>
            <a:endParaRPr lang="zh-CN" altLang="en-US"/>
          </a:p>
        </p:txBody>
      </p:sp>
      <p:grpSp>
        <p:nvGrpSpPr>
          <p:cNvPr id="1028" name="Group 3"/>
          <p:cNvGrpSpPr/>
          <p:nvPr/>
        </p:nvGrpSpPr>
        <p:grpSpPr bwMode="auto">
          <a:xfrm>
            <a:off x="3175" y="4267200"/>
            <a:ext cx="9140825" cy="2590800"/>
            <a:chOff x="2" y="2688"/>
            <a:chExt cx="5758" cy="1632"/>
          </a:xfrm>
        </p:grpSpPr>
        <p:sp>
          <p:nvSpPr>
            <p:cNvPr id="1035" name="Freeform 4"/>
            <p:cNvSpPr/>
            <p:nvPr/>
          </p:nvSpPr>
          <p:spPr bwMode="hidden">
            <a:xfrm>
              <a:off x="2" y="2688"/>
              <a:ext cx="5758" cy="1632"/>
            </a:xfrm>
            <a:custGeom>
              <a:avLst/>
              <a:gdLst>
                <a:gd name="T0" fmla="*/ 5884 w 5740"/>
                <a:gd name="T1" fmla="*/ 2 h 4316"/>
                <a:gd name="T2" fmla="*/ 0 w 5740"/>
                <a:gd name="T3" fmla="*/ 2 h 4316"/>
                <a:gd name="T4" fmla="*/ 0 w 5740"/>
                <a:gd name="T5" fmla="*/ 0 h 4316"/>
                <a:gd name="T6" fmla="*/ 5884 w 5740"/>
                <a:gd name="T7" fmla="*/ 0 h 4316"/>
                <a:gd name="T8" fmla="*/ 5884 w 5740"/>
                <a:gd name="T9" fmla="*/ 2 h 4316"/>
                <a:gd name="T10" fmla="*/ 5884 w 5740"/>
                <a:gd name="T11" fmla="*/ 2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0" h="4316">
                  <a:moveTo>
                    <a:pt x="5740" y="4316"/>
                  </a:moveTo>
                  <a:lnTo>
                    <a:pt x="0" y="4316"/>
                  </a:lnTo>
                  <a:lnTo>
                    <a:pt x="0" y="0"/>
                  </a:lnTo>
                  <a:lnTo>
                    <a:pt x="5740" y="0"/>
                  </a:lnTo>
                  <a:lnTo>
                    <a:pt x="5740" y="431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36" name="Group 5"/>
            <p:cNvGrpSpPr/>
            <p:nvPr userDrawn="1"/>
          </p:nvGrpSpPr>
          <p:grpSpPr bwMode="auto">
            <a:xfrm>
              <a:off x="3528" y="3715"/>
              <a:ext cx="792" cy="521"/>
              <a:chOff x="3527" y="3715"/>
              <a:chExt cx="792" cy="521"/>
            </a:xfrm>
          </p:grpSpPr>
          <p:sp>
            <p:nvSpPr>
              <p:cNvPr id="1086470" name="Oval 6"/>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ln>
              <a:effectLst/>
            </p:spPr>
            <p:txBody>
              <a:bodyPr/>
              <a:lstStyle/>
              <a:p>
                <a:pPr>
                  <a:buFontTx/>
                  <a:buNone/>
                  <a:defRPr/>
                </a:pPr>
                <a:endParaRPr lang="zh-CN" altLang="en-US"/>
              </a:p>
            </p:txBody>
          </p:sp>
          <p:sp>
            <p:nvSpPr>
              <p:cNvPr id="1086471" name="Oval 7"/>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472" name="Oval 8"/>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1086473" name="Oval 9"/>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474" name="Oval 10"/>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1086475" name="Freeform 11"/>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476" name="Freeform 12"/>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ln>
            </p:spPr>
            <p:txBody>
              <a:bodyPr/>
              <a:lstStyle/>
              <a:p>
                <a:pPr>
                  <a:buFontTx/>
                  <a:buNone/>
                  <a:defRPr/>
                </a:pPr>
                <a:endParaRPr lang="zh-CN" altLang="en-US"/>
              </a:p>
            </p:txBody>
          </p:sp>
          <p:sp>
            <p:nvSpPr>
              <p:cNvPr id="1086477" name="Freeform 13"/>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1086478" name="Freeform 14"/>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ln>
            </p:spPr>
            <p:txBody>
              <a:bodyPr/>
              <a:lstStyle/>
              <a:p>
                <a:pPr>
                  <a:buFontTx/>
                  <a:buNone/>
                  <a:defRPr/>
                </a:pPr>
                <a:endParaRPr lang="zh-CN" altLang="en-US"/>
              </a:p>
            </p:txBody>
          </p:sp>
          <p:sp>
            <p:nvSpPr>
              <p:cNvPr id="1086479" name="Freeform 15"/>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ln>
            </p:spPr>
            <p:txBody>
              <a:bodyPr/>
              <a:lstStyle/>
              <a:p>
                <a:pPr>
                  <a:buFontTx/>
                  <a:buNone/>
                  <a:defRPr/>
                </a:pPr>
                <a:endParaRPr lang="zh-CN" altLang="en-US"/>
              </a:p>
            </p:txBody>
          </p:sp>
          <p:sp>
            <p:nvSpPr>
              <p:cNvPr id="1086480" name="Oval 16"/>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grpSp>
        <p:grpSp>
          <p:nvGrpSpPr>
            <p:cNvPr id="1037" name="Group 17"/>
            <p:cNvGrpSpPr/>
            <p:nvPr userDrawn="1"/>
          </p:nvGrpSpPr>
          <p:grpSpPr bwMode="auto">
            <a:xfrm>
              <a:off x="1776" y="3631"/>
              <a:ext cx="1626" cy="683"/>
              <a:chOff x="1776" y="3631"/>
              <a:chExt cx="1626" cy="683"/>
            </a:xfrm>
          </p:grpSpPr>
          <p:sp>
            <p:nvSpPr>
              <p:cNvPr id="1086482" name="Oval 18"/>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ln>
              <a:effectLst/>
            </p:spPr>
            <p:txBody>
              <a:bodyPr/>
              <a:lstStyle/>
              <a:p>
                <a:pPr>
                  <a:buFontTx/>
                  <a:buNone/>
                  <a:defRPr/>
                </a:pPr>
                <a:endParaRPr lang="zh-CN" altLang="en-US"/>
              </a:p>
            </p:txBody>
          </p:sp>
          <p:sp>
            <p:nvSpPr>
              <p:cNvPr id="1086483" name="Oval 19"/>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ln>
              <a:effectLst/>
            </p:spPr>
            <p:txBody>
              <a:bodyPr/>
              <a:lstStyle/>
              <a:p>
                <a:pPr>
                  <a:buFontTx/>
                  <a:buNone/>
                  <a:defRPr/>
                </a:pPr>
                <a:endParaRPr lang="zh-CN" altLang="en-US"/>
              </a:p>
            </p:txBody>
          </p:sp>
          <p:sp>
            <p:nvSpPr>
              <p:cNvPr id="1086484" name="Oval 20"/>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ln>
              <a:effectLst/>
            </p:spPr>
            <p:txBody>
              <a:bodyPr/>
              <a:lstStyle/>
              <a:p>
                <a:pPr>
                  <a:buFontTx/>
                  <a:buNone/>
                  <a:defRPr/>
                </a:pPr>
                <a:endParaRPr lang="zh-CN" altLang="en-US"/>
              </a:p>
            </p:txBody>
          </p:sp>
          <p:sp>
            <p:nvSpPr>
              <p:cNvPr id="1086485" name="Oval 21"/>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486" name="Oval 22"/>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487" name="Oval 23"/>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488" name="Oval 24"/>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ln>
              <a:effectLst/>
            </p:spPr>
            <p:txBody>
              <a:bodyPr/>
              <a:lstStyle/>
              <a:p>
                <a:pPr>
                  <a:buFontTx/>
                  <a:buNone/>
                  <a:defRPr/>
                </a:pPr>
                <a:endParaRPr lang="zh-CN" altLang="en-US"/>
              </a:p>
            </p:txBody>
          </p:sp>
          <p:sp>
            <p:nvSpPr>
              <p:cNvPr id="1086489" name="Oval 25"/>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ln>
              <a:effectLst/>
            </p:spPr>
            <p:txBody>
              <a:bodyPr/>
              <a:lstStyle/>
              <a:p>
                <a:pPr>
                  <a:buFontTx/>
                  <a:buNone/>
                  <a:defRPr/>
                </a:pPr>
                <a:endParaRPr lang="zh-CN" altLang="en-US"/>
              </a:p>
            </p:txBody>
          </p:sp>
          <p:sp>
            <p:nvSpPr>
              <p:cNvPr id="1086490" name="Freeform 26"/>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491" name="Freeform 27"/>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ln>
            </p:spPr>
            <p:txBody>
              <a:bodyPr/>
              <a:lstStyle/>
              <a:p>
                <a:pPr>
                  <a:buFontTx/>
                  <a:buNone/>
                  <a:defRPr/>
                </a:pPr>
                <a:endParaRPr lang="zh-CN" altLang="en-US"/>
              </a:p>
            </p:txBody>
          </p:sp>
          <p:sp>
            <p:nvSpPr>
              <p:cNvPr id="1086492" name="Freeform 28"/>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ln>
            </p:spPr>
            <p:txBody>
              <a:bodyPr/>
              <a:lstStyle/>
              <a:p>
                <a:pPr>
                  <a:buFontTx/>
                  <a:buNone/>
                  <a:defRPr/>
                </a:pPr>
                <a:endParaRPr lang="zh-CN" altLang="en-US"/>
              </a:p>
            </p:txBody>
          </p:sp>
          <p:sp>
            <p:nvSpPr>
              <p:cNvPr id="1086493" name="Freeform 29"/>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ln>
            </p:spPr>
            <p:txBody>
              <a:bodyPr/>
              <a:lstStyle/>
              <a:p>
                <a:pPr>
                  <a:buFontTx/>
                  <a:buNone/>
                  <a:defRPr/>
                </a:pPr>
                <a:endParaRPr lang="zh-CN" altLang="en-US"/>
              </a:p>
            </p:txBody>
          </p:sp>
          <p:sp>
            <p:nvSpPr>
              <p:cNvPr id="1081" name="Freeform 30"/>
              <p:cNvSpPr/>
              <p:nvPr/>
            </p:nvSpPr>
            <p:spPr bwMode="hidden">
              <a:xfrm>
                <a:off x="2068" y="3685"/>
                <a:ext cx="835" cy="150"/>
              </a:xfrm>
              <a:custGeom>
                <a:avLst/>
                <a:gdLst>
                  <a:gd name="T0" fmla="*/ 518 w 835"/>
                  <a:gd name="T1" fmla="*/ 18 h 150"/>
                  <a:gd name="T2" fmla="*/ 597 w 835"/>
                  <a:gd name="T3" fmla="*/ 24 h 150"/>
                  <a:gd name="T4" fmla="*/ 682 w 835"/>
                  <a:gd name="T5" fmla="*/ 30 h 150"/>
                  <a:gd name="T6" fmla="*/ 755 w 835"/>
                  <a:gd name="T7" fmla="*/ 42 h 150"/>
                  <a:gd name="T8" fmla="*/ 828 w 835"/>
                  <a:gd name="T9" fmla="*/ 60 h 150"/>
                  <a:gd name="T10" fmla="*/ 835 w 835"/>
                  <a:gd name="T11" fmla="*/ 42 h 150"/>
                  <a:gd name="T12" fmla="*/ 761 w 835"/>
                  <a:gd name="T13" fmla="*/ 24 h 150"/>
                  <a:gd name="T14" fmla="*/ 688 w 835"/>
                  <a:gd name="T15" fmla="*/ 12 h 150"/>
                  <a:gd name="T16" fmla="*/ 603 w 835"/>
                  <a:gd name="T17" fmla="*/ 6 h 150"/>
                  <a:gd name="T18" fmla="*/ 518 w 835"/>
                  <a:gd name="T19" fmla="*/ 0 h 150"/>
                  <a:gd name="T20" fmla="*/ 372 w 835"/>
                  <a:gd name="T21" fmla="*/ 12 h 150"/>
                  <a:gd name="T22" fmla="*/ 232 w 835"/>
                  <a:gd name="T23" fmla="*/ 36 h 150"/>
                  <a:gd name="T24" fmla="*/ 110 w 835"/>
                  <a:gd name="T25" fmla="*/ 78 h 150"/>
                  <a:gd name="T26" fmla="*/ 0 w 835"/>
                  <a:gd name="T27" fmla="*/ 132 h 150"/>
                  <a:gd name="T28" fmla="*/ 19 w 835"/>
                  <a:gd name="T29" fmla="*/ 150 h 150"/>
                  <a:gd name="T30" fmla="*/ 122 w 835"/>
                  <a:gd name="T31" fmla="*/ 96 h 150"/>
                  <a:gd name="T32" fmla="*/ 244 w 835"/>
                  <a:gd name="T33" fmla="*/ 54 h 150"/>
                  <a:gd name="T34" fmla="*/ 378 w 835"/>
                  <a:gd name="T35" fmla="*/ 30 h 150"/>
                  <a:gd name="T36" fmla="*/ 518 w 835"/>
                  <a:gd name="T37" fmla="*/ 18 h 150"/>
                  <a:gd name="T38" fmla="*/ 518 w 835"/>
                  <a:gd name="T39" fmla="*/ 18 h 15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2" name="Freeform 31"/>
              <p:cNvSpPr/>
              <p:nvPr/>
            </p:nvSpPr>
            <p:spPr bwMode="hidden">
              <a:xfrm>
                <a:off x="1867" y="3853"/>
                <a:ext cx="171" cy="461"/>
              </a:xfrm>
              <a:custGeom>
                <a:avLst/>
                <a:gdLst>
                  <a:gd name="T0" fmla="*/ 31 w 171"/>
                  <a:gd name="T1" fmla="*/ 263 h 461"/>
                  <a:gd name="T2" fmla="*/ 43 w 171"/>
                  <a:gd name="T3" fmla="*/ 191 h 461"/>
                  <a:gd name="T4" fmla="*/ 67 w 171"/>
                  <a:gd name="T5" fmla="*/ 131 h 461"/>
                  <a:gd name="T6" fmla="*/ 116 w 171"/>
                  <a:gd name="T7" fmla="*/ 72 h 461"/>
                  <a:gd name="T8" fmla="*/ 171 w 171"/>
                  <a:gd name="T9" fmla="*/ 18 h 461"/>
                  <a:gd name="T10" fmla="*/ 153 w 171"/>
                  <a:gd name="T11" fmla="*/ 0 h 461"/>
                  <a:gd name="T12" fmla="*/ 86 w 171"/>
                  <a:gd name="T13" fmla="*/ 60 h 461"/>
                  <a:gd name="T14" fmla="*/ 43 w 171"/>
                  <a:gd name="T15" fmla="*/ 120 h 461"/>
                  <a:gd name="T16" fmla="*/ 13 w 171"/>
                  <a:gd name="T17" fmla="*/ 191 h 461"/>
                  <a:gd name="T18" fmla="*/ 0 w 171"/>
                  <a:gd name="T19" fmla="*/ 263 h 461"/>
                  <a:gd name="T20" fmla="*/ 6 w 171"/>
                  <a:gd name="T21" fmla="*/ 317 h 461"/>
                  <a:gd name="T22" fmla="*/ 25 w 171"/>
                  <a:gd name="T23" fmla="*/ 365 h 461"/>
                  <a:gd name="T24" fmla="*/ 49 w 171"/>
                  <a:gd name="T25" fmla="*/ 413 h 461"/>
                  <a:gd name="T26" fmla="*/ 86 w 171"/>
                  <a:gd name="T27" fmla="*/ 461 h 461"/>
                  <a:gd name="T28" fmla="*/ 122 w 171"/>
                  <a:gd name="T29" fmla="*/ 461 h 461"/>
                  <a:gd name="T30" fmla="*/ 86 w 171"/>
                  <a:gd name="T31" fmla="*/ 413 h 461"/>
                  <a:gd name="T32" fmla="*/ 55 w 171"/>
                  <a:gd name="T33" fmla="*/ 365 h 461"/>
                  <a:gd name="T34" fmla="*/ 37 w 171"/>
                  <a:gd name="T35" fmla="*/ 317 h 461"/>
                  <a:gd name="T36" fmla="*/ 31 w 171"/>
                  <a:gd name="T37" fmla="*/ 263 h 461"/>
                  <a:gd name="T38" fmla="*/ 31 w 171"/>
                  <a:gd name="T39" fmla="*/ 263 h 4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6496" name="Freeform 32"/>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1086497" name="Freeform 33"/>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1086498" name="Freeform 34"/>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ln>
            </p:spPr>
            <p:txBody>
              <a:bodyPr/>
              <a:lstStyle/>
              <a:p>
                <a:pPr>
                  <a:buFontTx/>
                  <a:buNone/>
                  <a:defRPr/>
                </a:pPr>
                <a:endParaRPr lang="zh-CN" altLang="en-US"/>
              </a:p>
            </p:txBody>
          </p:sp>
          <p:sp>
            <p:nvSpPr>
              <p:cNvPr id="1086" name="Freeform 35"/>
              <p:cNvSpPr/>
              <p:nvPr/>
            </p:nvSpPr>
            <p:spPr bwMode="hidden">
              <a:xfrm>
                <a:off x="1776" y="3673"/>
                <a:ext cx="481" cy="641"/>
              </a:xfrm>
              <a:custGeom>
                <a:avLst/>
                <a:gdLst>
                  <a:gd name="T0" fmla="*/ 18 w 481"/>
                  <a:gd name="T1" fmla="*/ 443 h 641"/>
                  <a:gd name="T2" fmla="*/ 24 w 481"/>
                  <a:gd name="T3" fmla="*/ 371 h 641"/>
                  <a:gd name="T4" fmla="*/ 55 w 481"/>
                  <a:gd name="T5" fmla="*/ 305 h 641"/>
                  <a:gd name="T6" fmla="*/ 91 w 481"/>
                  <a:gd name="T7" fmla="*/ 246 h 641"/>
                  <a:gd name="T8" fmla="*/ 146 w 481"/>
                  <a:gd name="T9" fmla="*/ 186 h 641"/>
                  <a:gd name="T10" fmla="*/ 213 w 481"/>
                  <a:gd name="T11" fmla="*/ 132 h 641"/>
                  <a:gd name="T12" fmla="*/ 292 w 481"/>
                  <a:gd name="T13" fmla="*/ 84 h 641"/>
                  <a:gd name="T14" fmla="*/ 384 w 481"/>
                  <a:gd name="T15" fmla="*/ 48 h 641"/>
                  <a:gd name="T16" fmla="*/ 481 w 481"/>
                  <a:gd name="T17" fmla="*/ 12 h 641"/>
                  <a:gd name="T18" fmla="*/ 457 w 481"/>
                  <a:gd name="T19" fmla="*/ 0 h 641"/>
                  <a:gd name="T20" fmla="*/ 359 w 481"/>
                  <a:gd name="T21" fmla="*/ 36 h 641"/>
                  <a:gd name="T22" fmla="*/ 274 w 481"/>
                  <a:gd name="T23" fmla="*/ 78 h 641"/>
                  <a:gd name="T24" fmla="*/ 195 w 481"/>
                  <a:gd name="T25" fmla="*/ 126 h 641"/>
                  <a:gd name="T26" fmla="*/ 128 w 481"/>
                  <a:gd name="T27" fmla="*/ 180 h 641"/>
                  <a:gd name="T28" fmla="*/ 73 w 481"/>
                  <a:gd name="T29" fmla="*/ 240 h 641"/>
                  <a:gd name="T30" fmla="*/ 37 w 481"/>
                  <a:gd name="T31" fmla="*/ 305 h 641"/>
                  <a:gd name="T32" fmla="*/ 6 w 481"/>
                  <a:gd name="T33" fmla="*/ 371 h 641"/>
                  <a:gd name="T34" fmla="*/ 0 w 481"/>
                  <a:gd name="T35" fmla="*/ 443 h 641"/>
                  <a:gd name="T36" fmla="*/ 6 w 481"/>
                  <a:gd name="T37" fmla="*/ 497 h 641"/>
                  <a:gd name="T38" fmla="*/ 18 w 481"/>
                  <a:gd name="T39" fmla="*/ 545 h 641"/>
                  <a:gd name="T40" fmla="*/ 43 w 481"/>
                  <a:gd name="T41" fmla="*/ 593 h 641"/>
                  <a:gd name="T42" fmla="*/ 73 w 481"/>
                  <a:gd name="T43" fmla="*/ 641 h 641"/>
                  <a:gd name="T44" fmla="*/ 97 w 481"/>
                  <a:gd name="T45" fmla="*/ 641 h 641"/>
                  <a:gd name="T46" fmla="*/ 67 w 481"/>
                  <a:gd name="T47" fmla="*/ 593 h 641"/>
                  <a:gd name="T48" fmla="*/ 43 w 481"/>
                  <a:gd name="T49" fmla="*/ 545 h 641"/>
                  <a:gd name="T50" fmla="*/ 24 w 481"/>
                  <a:gd name="T51" fmla="*/ 497 h 641"/>
                  <a:gd name="T52" fmla="*/ 18 w 481"/>
                  <a:gd name="T53" fmla="*/ 443 h 641"/>
                  <a:gd name="T54" fmla="*/ 18 w 481"/>
                  <a:gd name="T55" fmla="*/ 443 h 64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038" name="Group 36"/>
            <p:cNvGrpSpPr/>
            <p:nvPr userDrawn="1"/>
          </p:nvGrpSpPr>
          <p:grpSpPr bwMode="auto">
            <a:xfrm>
              <a:off x="4128" y="3360"/>
              <a:ext cx="1351" cy="821"/>
              <a:chOff x="4128" y="3360"/>
              <a:chExt cx="1351" cy="821"/>
            </a:xfrm>
          </p:grpSpPr>
          <p:sp>
            <p:nvSpPr>
              <p:cNvPr id="1086501" name="Freeform 37"/>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502" name="Freeform 38"/>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503" name="Freeform 39"/>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504" name="Freeform 40"/>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1086505" name="Freeform 41"/>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1086506" name="Freeform 42"/>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1086507" name="Freeform 43"/>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ln>
            </p:spPr>
            <p:txBody>
              <a:bodyPr/>
              <a:lstStyle/>
              <a:p>
                <a:pPr>
                  <a:buFontTx/>
                  <a:buNone/>
                  <a:defRPr/>
                </a:pPr>
                <a:endParaRPr lang="zh-CN" altLang="en-US"/>
              </a:p>
            </p:txBody>
          </p:sp>
          <p:sp>
            <p:nvSpPr>
              <p:cNvPr id="1059" name="Freeform 44"/>
              <p:cNvSpPr/>
              <p:nvPr/>
            </p:nvSpPr>
            <p:spPr bwMode="hidden">
              <a:xfrm>
                <a:off x="4445" y="3552"/>
                <a:ext cx="717" cy="431"/>
              </a:xfrm>
              <a:custGeom>
                <a:avLst/>
                <a:gdLst>
                  <a:gd name="T0" fmla="*/ 693 w 717"/>
                  <a:gd name="T1" fmla="*/ 216 h 431"/>
                  <a:gd name="T2" fmla="*/ 687 w 717"/>
                  <a:gd name="T3" fmla="*/ 257 h 431"/>
                  <a:gd name="T4" fmla="*/ 669 w 717"/>
                  <a:gd name="T5" fmla="*/ 293 h 431"/>
                  <a:gd name="T6" fmla="*/ 633 w 717"/>
                  <a:gd name="T7" fmla="*/ 329 h 431"/>
                  <a:gd name="T8" fmla="*/ 598 w 717"/>
                  <a:gd name="T9" fmla="*/ 359 h 431"/>
                  <a:gd name="T10" fmla="*/ 544 w 717"/>
                  <a:gd name="T11" fmla="*/ 383 h 431"/>
                  <a:gd name="T12" fmla="*/ 490 w 717"/>
                  <a:gd name="T13" fmla="*/ 401 h 431"/>
                  <a:gd name="T14" fmla="*/ 424 w 717"/>
                  <a:gd name="T15" fmla="*/ 413 h 431"/>
                  <a:gd name="T16" fmla="*/ 359 w 717"/>
                  <a:gd name="T17" fmla="*/ 419 h 431"/>
                  <a:gd name="T18" fmla="*/ 293 w 717"/>
                  <a:gd name="T19" fmla="*/ 413 h 431"/>
                  <a:gd name="T20" fmla="*/ 227 w 717"/>
                  <a:gd name="T21" fmla="*/ 401 h 431"/>
                  <a:gd name="T22" fmla="*/ 173 w 717"/>
                  <a:gd name="T23" fmla="*/ 383 h 431"/>
                  <a:gd name="T24" fmla="*/ 119 w 717"/>
                  <a:gd name="T25" fmla="*/ 359 h 431"/>
                  <a:gd name="T26" fmla="*/ 84 w 717"/>
                  <a:gd name="T27" fmla="*/ 329 h 431"/>
                  <a:gd name="T28" fmla="*/ 48 w 717"/>
                  <a:gd name="T29" fmla="*/ 293 h 431"/>
                  <a:gd name="T30" fmla="*/ 30 w 717"/>
                  <a:gd name="T31" fmla="*/ 257 h 431"/>
                  <a:gd name="T32" fmla="*/ 24 w 717"/>
                  <a:gd name="T33" fmla="*/ 216 h 431"/>
                  <a:gd name="T34" fmla="*/ 30 w 717"/>
                  <a:gd name="T35" fmla="*/ 174 h 431"/>
                  <a:gd name="T36" fmla="*/ 48 w 717"/>
                  <a:gd name="T37" fmla="*/ 138 h 431"/>
                  <a:gd name="T38" fmla="*/ 84 w 717"/>
                  <a:gd name="T39" fmla="*/ 102 h 431"/>
                  <a:gd name="T40" fmla="*/ 119 w 717"/>
                  <a:gd name="T41" fmla="*/ 72 h 431"/>
                  <a:gd name="T42" fmla="*/ 173 w 717"/>
                  <a:gd name="T43" fmla="*/ 48 h 431"/>
                  <a:gd name="T44" fmla="*/ 227 w 717"/>
                  <a:gd name="T45" fmla="*/ 30 h 431"/>
                  <a:gd name="T46" fmla="*/ 293 w 717"/>
                  <a:gd name="T47" fmla="*/ 18 h 431"/>
                  <a:gd name="T48" fmla="*/ 359 w 717"/>
                  <a:gd name="T49" fmla="*/ 12 h 431"/>
                  <a:gd name="T50" fmla="*/ 418 w 717"/>
                  <a:gd name="T51" fmla="*/ 18 h 431"/>
                  <a:gd name="T52" fmla="*/ 478 w 717"/>
                  <a:gd name="T53" fmla="*/ 30 h 431"/>
                  <a:gd name="T54" fmla="*/ 532 w 717"/>
                  <a:gd name="T55" fmla="*/ 48 h 431"/>
                  <a:gd name="T56" fmla="*/ 580 w 717"/>
                  <a:gd name="T57" fmla="*/ 66 h 431"/>
                  <a:gd name="T58" fmla="*/ 586 w 717"/>
                  <a:gd name="T59" fmla="*/ 48 h 431"/>
                  <a:gd name="T60" fmla="*/ 478 w 717"/>
                  <a:gd name="T61" fmla="*/ 12 h 431"/>
                  <a:gd name="T62" fmla="*/ 418 w 717"/>
                  <a:gd name="T63" fmla="*/ 6 h 431"/>
                  <a:gd name="T64" fmla="*/ 359 w 717"/>
                  <a:gd name="T65" fmla="*/ 0 h 431"/>
                  <a:gd name="T66" fmla="*/ 287 w 717"/>
                  <a:gd name="T67" fmla="*/ 6 h 431"/>
                  <a:gd name="T68" fmla="*/ 221 w 717"/>
                  <a:gd name="T69" fmla="*/ 18 h 431"/>
                  <a:gd name="T70" fmla="*/ 161 w 717"/>
                  <a:gd name="T71" fmla="*/ 36 h 431"/>
                  <a:gd name="T72" fmla="*/ 107 w 717"/>
                  <a:gd name="T73" fmla="*/ 66 h 431"/>
                  <a:gd name="T74" fmla="*/ 60 w 717"/>
                  <a:gd name="T75" fmla="*/ 96 h 431"/>
                  <a:gd name="T76" fmla="*/ 30 w 717"/>
                  <a:gd name="T77" fmla="*/ 132 h 431"/>
                  <a:gd name="T78" fmla="*/ 6 w 717"/>
                  <a:gd name="T79" fmla="*/ 174 h 431"/>
                  <a:gd name="T80" fmla="*/ 0 w 717"/>
                  <a:gd name="T81" fmla="*/ 216 h 431"/>
                  <a:gd name="T82" fmla="*/ 6 w 717"/>
                  <a:gd name="T83" fmla="*/ 257 h 431"/>
                  <a:gd name="T84" fmla="*/ 30 w 717"/>
                  <a:gd name="T85" fmla="*/ 299 h 431"/>
                  <a:gd name="T86" fmla="*/ 60 w 717"/>
                  <a:gd name="T87" fmla="*/ 335 h 431"/>
                  <a:gd name="T88" fmla="*/ 107 w 717"/>
                  <a:gd name="T89" fmla="*/ 371 h 431"/>
                  <a:gd name="T90" fmla="*/ 161 w 717"/>
                  <a:gd name="T91" fmla="*/ 395 h 431"/>
                  <a:gd name="T92" fmla="*/ 221 w 717"/>
                  <a:gd name="T93" fmla="*/ 413 h 431"/>
                  <a:gd name="T94" fmla="*/ 287 w 717"/>
                  <a:gd name="T95" fmla="*/ 425 h 431"/>
                  <a:gd name="T96" fmla="*/ 359 w 717"/>
                  <a:gd name="T97" fmla="*/ 431 h 431"/>
                  <a:gd name="T98" fmla="*/ 430 w 717"/>
                  <a:gd name="T99" fmla="*/ 425 h 431"/>
                  <a:gd name="T100" fmla="*/ 496 w 717"/>
                  <a:gd name="T101" fmla="*/ 413 h 431"/>
                  <a:gd name="T102" fmla="*/ 562 w 717"/>
                  <a:gd name="T103" fmla="*/ 395 h 431"/>
                  <a:gd name="T104" fmla="*/ 610 w 717"/>
                  <a:gd name="T105" fmla="*/ 371 h 431"/>
                  <a:gd name="T106" fmla="*/ 657 w 717"/>
                  <a:gd name="T107" fmla="*/ 335 h 431"/>
                  <a:gd name="T108" fmla="*/ 687 w 717"/>
                  <a:gd name="T109" fmla="*/ 299 h 431"/>
                  <a:gd name="T110" fmla="*/ 711 w 717"/>
                  <a:gd name="T111" fmla="*/ 257 h 431"/>
                  <a:gd name="T112" fmla="*/ 717 w 717"/>
                  <a:gd name="T113" fmla="*/ 216 h 431"/>
                  <a:gd name="T114" fmla="*/ 717 w 717"/>
                  <a:gd name="T115" fmla="*/ 204 h 431"/>
                  <a:gd name="T116" fmla="*/ 711 w 717"/>
                  <a:gd name="T117" fmla="*/ 192 h 431"/>
                  <a:gd name="T118" fmla="*/ 687 w 717"/>
                  <a:gd name="T119" fmla="*/ 198 h 431"/>
                  <a:gd name="T120" fmla="*/ 693 w 717"/>
                  <a:gd name="T121" fmla="*/ 210 h 431"/>
                  <a:gd name="T122" fmla="*/ 693 w 717"/>
                  <a:gd name="T123" fmla="*/ 216 h 431"/>
                  <a:gd name="T124" fmla="*/ 693 w 717"/>
                  <a:gd name="T125" fmla="*/ 216 h 43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86509" name="Freeform 45"/>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ln>
            </p:spPr>
            <p:txBody>
              <a:bodyPr/>
              <a:lstStyle/>
              <a:p>
                <a:pPr>
                  <a:buFontTx/>
                  <a:buNone/>
                  <a:defRPr/>
                </a:pPr>
                <a:endParaRPr lang="zh-CN" altLang="en-US"/>
              </a:p>
            </p:txBody>
          </p:sp>
          <p:sp>
            <p:nvSpPr>
              <p:cNvPr id="1086510" name="Freeform 46"/>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511" name="Freeform 47"/>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ln>
            </p:spPr>
            <p:txBody>
              <a:bodyPr/>
              <a:lstStyle/>
              <a:p>
                <a:pPr>
                  <a:buFontTx/>
                  <a:buNone/>
                  <a:defRPr/>
                </a:pPr>
                <a:endParaRPr lang="zh-CN" altLang="en-US"/>
              </a:p>
            </p:txBody>
          </p:sp>
          <p:sp>
            <p:nvSpPr>
              <p:cNvPr id="1086512" name="Oval 48"/>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ln>
              <a:effectLst/>
            </p:spPr>
            <p:txBody>
              <a:bodyPr/>
              <a:lstStyle/>
              <a:p>
                <a:pPr>
                  <a:buFontTx/>
                  <a:buNone/>
                  <a:defRPr/>
                </a:pPr>
                <a:endParaRPr lang="zh-CN" altLang="en-US"/>
              </a:p>
            </p:txBody>
          </p:sp>
          <p:sp>
            <p:nvSpPr>
              <p:cNvPr id="1086513" name="Oval 49"/>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514" name="Oval 50"/>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1086515" name="Oval 51"/>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ln>
              <a:effectLst/>
            </p:spPr>
            <p:txBody>
              <a:bodyPr/>
              <a:lstStyle/>
              <a:p>
                <a:pPr>
                  <a:buFontTx/>
                  <a:buNone/>
                  <a:defRPr/>
                </a:pPr>
                <a:endParaRPr lang="zh-CN" altLang="en-US"/>
              </a:p>
            </p:txBody>
          </p:sp>
          <p:sp>
            <p:nvSpPr>
              <p:cNvPr id="1086516" name="Oval 52"/>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ln>
              <a:effectLst/>
            </p:spPr>
            <p:txBody>
              <a:bodyPr/>
              <a:lstStyle/>
              <a:p>
                <a:pPr>
                  <a:buFontTx/>
                  <a:buNone/>
                  <a:defRPr/>
                </a:pPr>
                <a:endParaRPr lang="zh-CN" altLang="en-US"/>
              </a:p>
            </p:txBody>
          </p:sp>
          <p:sp>
            <p:nvSpPr>
              <p:cNvPr id="1086517" name="Oval 53"/>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ln>
              <a:effectLst/>
            </p:spPr>
            <p:txBody>
              <a:bodyPr/>
              <a:lstStyle/>
              <a:p>
                <a:pPr>
                  <a:buFontTx/>
                  <a:buNone/>
                  <a:defRPr/>
                </a:pPr>
                <a:endParaRPr lang="zh-CN" altLang="en-US"/>
              </a:p>
            </p:txBody>
          </p:sp>
        </p:grpSp>
        <p:grpSp>
          <p:nvGrpSpPr>
            <p:cNvPr id="1039" name="Group 54"/>
            <p:cNvGrpSpPr/>
            <p:nvPr userDrawn="1"/>
          </p:nvGrpSpPr>
          <p:grpSpPr bwMode="auto">
            <a:xfrm>
              <a:off x="5280" y="3024"/>
              <a:ext cx="425" cy="258"/>
              <a:chOff x="5280" y="3024"/>
              <a:chExt cx="425" cy="258"/>
            </a:xfrm>
          </p:grpSpPr>
          <p:sp>
            <p:nvSpPr>
              <p:cNvPr id="1040" name="Freeform 55"/>
              <p:cNvSpPr/>
              <p:nvPr/>
            </p:nvSpPr>
            <p:spPr bwMode="hidden">
              <a:xfrm>
                <a:off x="5280" y="3186"/>
                <a:ext cx="383" cy="96"/>
              </a:xfrm>
              <a:custGeom>
                <a:avLst/>
                <a:gdLst>
                  <a:gd name="T0" fmla="*/ 217 w 382"/>
                  <a:gd name="T1" fmla="*/ 96 h 96"/>
                  <a:gd name="T2" fmla="*/ 143 w 382"/>
                  <a:gd name="T3" fmla="*/ 90 h 96"/>
                  <a:gd name="T4" fmla="*/ 83 w 382"/>
                  <a:gd name="T5" fmla="*/ 66 h 96"/>
                  <a:gd name="T6" fmla="*/ 35 w 382"/>
                  <a:gd name="T7" fmla="*/ 36 h 96"/>
                  <a:gd name="T8" fmla="*/ 6 w 382"/>
                  <a:gd name="T9" fmla="*/ 0 h 96"/>
                  <a:gd name="T10" fmla="*/ 0 w 382"/>
                  <a:gd name="T11" fmla="*/ 6 h 96"/>
                  <a:gd name="T12" fmla="*/ 29 w 382"/>
                  <a:gd name="T13" fmla="*/ 42 h 96"/>
                  <a:gd name="T14" fmla="*/ 77 w 382"/>
                  <a:gd name="T15" fmla="*/ 72 h 96"/>
                  <a:gd name="T16" fmla="*/ 137 w 382"/>
                  <a:gd name="T17" fmla="*/ 90 h 96"/>
                  <a:gd name="T18" fmla="*/ 217 w 382"/>
                  <a:gd name="T19" fmla="*/ 96 h 96"/>
                  <a:gd name="T20" fmla="*/ 271 w 382"/>
                  <a:gd name="T21" fmla="*/ 90 h 96"/>
                  <a:gd name="T22" fmla="*/ 319 w 382"/>
                  <a:gd name="T23" fmla="*/ 84 h 96"/>
                  <a:gd name="T24" fmla="*/ 360 w 382"/>
                  <a:gd name="T25" fmla="*/ 66 h 96"/>
                  <a:gd name="T26" fmla="*/ 390 w 382"/>
                  <a:gd name="T27" fmla="*/ 42 h 96"/>
                  <a:gd name="T28" fmla="*/ 384 w 382"/>
                  <a:gd name="T29" fmla="*/ 42 h 96"/>
                  <a:gd name="T30" fmla="*/ 354 w 382"/>
                  <a:gd name="T31" fmla="*/ 66 h 96"/>
                  <a:gd name="T32" fmla="*/ 313 w 382"/>
                  <a:gd name="T33" fmla="*/ 78 h 96"/>
                  <a:gd name="T34" fmla="*/ 271 w 382"/>
                  <a:gd name="T35" fmla="*/ 90 h 96"/>
                  <a:gd name="T36" fmla="*/ 217 w 382"/>
                  <a:gd name="T37" fmla="*/ 96 h 96"/>
                  <a:gd name="T38" fmla="*/ 217 w 382"/>
                  <a:gd name="T39" fmla="*/ 96 h 9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1" name="Freeform 56"/>
              <p:cNvSpPr/>
              <p:nvPr/>
            </p:nvSpPr>
            <p:spPr bwMode="hidden">
              <a:xfrm>
                <a:off x="5315" y="3024"/>
                <a:ext cx="258" cy="54"/>
              </a:xfrm>
              <a:custGeom>
                <a:avLst/>
                <a:gdLst>
                  <a:gd name="T0" fmla="*/ 174 w 258"/>
                  <a:gd name="T1" fmla="*/ 0 h 54"/>
                  <a:gd name="T2" fmla="*/ 216 w 258"/>
                  <a:gd name="T3" fmla="*/ 6 h 54"/>
                  <a:gd name="T4" fmla="*/ 258 w 258"/>
                  <a:gd name="T5" fmla="*/ 12 h 54"/>
                  <a:gd name="T6" fmla="*/ 252 w 258"/>
                  <a:gd name="T7" fmla="*/ 6 h 54"/>
                  <a:gd name="T8" fmla="*/ 216 w 258"/>
                  <a:gd name="T9" fmla="*/ 0 h 54"/>
                  <a:gd name="T10" fmla="*/ 174 w 258"/>
                  <a:gd name="T11" fmla="*/ 0 h 54"/>
                  <a:gd name="T12" fmla="*/ 120 w 258"/>
                  <a:gd name="T13" fmla="*/ 6 h 54"/>
                  <a:gd name="T14" fmla="*/ 78 w 258"/>
                  <a:gd name="T15" fmla="*/ 12 h 54"/>
                  <a:gd name="T16" fmla="*/ 36 w 258"/>
                  <a:gd name="T17" fmla="*/ 30 h 54"/>
                  <a:gd name="T18" fmla="*/ 0 w 258"/>
                  <a:gd name="T19" fmla="*/ 48 h 54"/>
                  <a:gd name="T20" fmla="*/ 6 w 258"/>
                  <a:gd name="T21" fmla="*/ 54 h 54"/>
                  <a:gd name="T22" fmla="*/ 36 w 258"/>
                  <a:gd name="T23" fmla="*/ 36 h 54"/>
                  <a:gd name="T24" fmla="*/ 78 w 258"/>
                  <a:gd name="T25" fmla="*/ 18 h 54"/>
                  <a:gd name="T26" fmla="*/ 120 w 258"/>
                  <a:gd name="T27" fmla="*/ 6 h 54"/>
                  <a:gd name="T28" fmla="*/ 174 w 258"/>
                  <a:gd name="T29" fmla="*/ 0 h 54"/>
                  <a:gd name="T30" fmla="*/ 174 w 258"/>
                  <a:gd name="T31" fmla="*/ 0 h 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2" name="Freeform 57"/>
              <p:cNvSpPr/>
              <p:nvPr/>
            </p:nvSpPr>
            <p:spPr bwMode="hidden">
              <a:xfrm>
                <a:off x="5645" y="3066"/>
                <a:ext cx="60" cy="156"/>
              </a:xfrm>
              <a:custGeom>
                <a:avLst/>
                <a:gdLst>
                  <a:gd name="T0" fmla="*/ 54 w 60"/>
                  <a:gd name="T1" fmla="*/ 90 h 156"/>
                  <a:gd name="T2" fmla="*/ 48 w 60"/>
                  <a:gd name="T3" fmla="*/ 126 h 156"/>
                  <a:gd name="T4" fmla="*/ 24 w 60"/>
                  <a:gd name="T5" fmla="*/ 156 h 156"/>
                  <a:gd name="T6" fmla="*/ 30 w 60"/>
                  <a:gd name="T7" fmla="*/ 156 h 156"/>
                  <a:gd name="T8" fmla="*/ 54 w 60"/>
                  <a:gd name="T9" fmla="*/ 126 h 156"/>
                  <a:gd name="T10" fmla="*/ 60 w 60"/>
                  <a:gd name="T11" fmla="*/ 90 h 156"/>
                  <a:gd name="T12" fmla="*/ 54 w 60"/>
                  <a:gd name="T13" fmla="*/ 66 h 156"/>
                  <a:gd name="T14" fmla="*/ 48 w 60"/>
                  <a:gd name="T15" fmla="*/ 42 h 156"/>
                  <a:gd name="T16" fmla="*/ 30 w 60"/>
                  <a:gd name="T17" fmla="*/ 18 h 156"/>
                  <a:gd name="T18" fmla="*/ 6 w 60"/>
                  <a:gd name="T19" fmla="*/ 0 h 156"/>
                  <a:gd name="T20" fmla="*/ 0 w 60"/>
                  <a:gd name="T21" fmla="*/ 6 h 156"/>
                  <a:gd name="T22" fmla="*/ 24 w 60"/>
                  <a:gd name="T23" fmla="*/ 24 h 156"/>
                  <a:gd name="T24" fmla="*/ 42 w 60"/>
                  <a:gd name="T25" fmla="*/ 42 h 156"/>
                  <a:gd name="T26" fmla="*/ 48 w 60"/>
                  <a:gd name="T27" fmla="*/ 66 h 156"/>
                  <a:gd name="T28" fmla="*/ 54 w 60"/>
                  <a:gd name="T29" fmla="*/ 90 h 156"/>
                  <a:gd name="T30" fmla="*/ 54 w 60"/>
                  <a:gd name="T31" fmla="*/ 90 h 1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3" name="Freeform 58"/>
              <p:cNvSpPr/>
              <p:nvPr/>
            </p:nvSpPr>
            <p:spPr bwMode="hidden">
              <a:xfrm>
                <a:off x="5375" y="3246"/>
                <a:ext cx="192" cy="18"/>
              </a:xfrm>
              <a:custGeom>
                <a:avLst/>
                <a:gdLst>
                  <a:gd name="T0" fmla="*/ 114 w 192"/>
                  <a:gd name="T1" fmla="*/ 12 h 18"/>
                  <a:gd name="T2" fmla="*/ 72 w 192"/>
                  <a:gd name="T3" fmla="*/ 6 h 18"/>
                  <a:gd name="T4" fmla="*/ 30 w 192"/>
                  <a:gd name="T5" fmla="*/ 0 h 18"/>
                  <a:gd name="T6" fmla="*/ 0 w 192"/>
                  <a:gd name="T7" fmla="*/ 0 h 18"/>
                  <a:gd name="T8" fmla="*/ 54 w 192"/>
                  <a:gd name="T9" fmla="*/ 12 h 18"/>
                  <a:gd name="T10" fmla="*/ 114 w 192"/>
                  <a:gd name="T11" fmla="*/ 18 h 18"/>
                  <a:gd name="T12" fmla="*/ 156 w 192"/>
                  <a:gd name="T13" fmla="*/ 18 h 18"/>
                  <a:gd name="T14" fmla="*/ 192 w 192"/>
                  <a:gd name="T15" fmla="*/ 12 h 18"/>
                  <a:gd name="T16" fmla="*/ 186 w 192"/>
                  <a:gd name="T17" fmla="*/ 0 h 18"/>
                  <a:gd name="T18" fmla="*/ 150 w 192"/>
                  <a:gd name="T19" fmla="*/ 6 h 18"/>
                  <a:gd name="T20" fmla="*/ 114 w 192"/>
                  <a:gd name="T21" fmla="*/ 12 h 18"/>
                  <a:gd name="T22" fmla="*/ 114 w 192"/>
                  <a:gd name="T23" fmla="*/ 12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4" name="Freeform 59"/>
              <p:cNvSpPr/>
              <p:nvPr/>
            </p:nvSpPr>
            <p:spPr bwMode="hidden">
              <a:xfrm>
                <a:off x="5304" y="3042"/>
                <a:ext cx="161" cy="186"/>
              </a:xfrm>
              <a:custGeom>
                <a:avLst/>
                <a:gdLst>
                  <a:gd name="T0" fmla="*/ 11 w 161"/>
                  <a:gd name="T1" fmla="*/ 114 h 186"/>
                  <a:gd name="T2" fmla="*/ 17 w 161"/>
                  <a:gd name="T3" fmla="*/ 96 h 186"/>
                  <a:gd name="T4" fmla="*/ 23 w 161"/>
                  <a:gd name="T5" fmla="*/ 78 h 186"/>
                  <a:gd name="T6" fmla="*/ 53 w 161"/>
                  <a:gd name="T7" fmla="*/ 42 h 186"/>
                  <a:gd name="T8" fmla="*/ 101 w 161"/>
                  <a:gd name="T9" fmla="*/ 18 h 186"/>
                  <a:gd name="T10" fmla="*/ 155 w 161"/>
                  <a:gd name="T11" fmla="*/ 6 h 186"/>
                  <a:gd name="T12" fmla="*/ 161 w 161"/>
                  <a:gd name="T13" fmla="*/ 0 h 186"/>
                  <a:gd name="T14" fmla="*/ 95 w 161"/>
                  <a:gd name="T15" fmla="*/ 12 h 186"/>
                  <a:gd name="T16" fmla="*/ 47 w 161"/>
                  <a:gd name="T17" fmla="*/ 36 h 186"/>
                  <a:gd name="T18" fmla="*/ 11 w 161"/>
                  <a:gd name="T19" fmla="*/ 72 h 186"/>
                  <a:gd name="T20" fmla="*/ 5 w 161"/>
                  <a:gd name="T21" fmla="*/ 90 h 186"/>
                  <a:gd name="T22" fmla="*/ 0 w 161"/>
                  <a:gd name="T23" fmla="*/ 114 h 186"/>
                  <a:gd name="T24" fmla="*/ 11 w 161"/>
                  <a:gd name="T25" fmla="*/ 150 h 186"/>
                  <a:gd name="T26" fmla="*/ 23 w 161"/>
                  <a:gd name="T27" fmla="*/ 168 h 186"/>
                  <a:gd name="T28" fmla="*/ 41 w 161"/>
                  <a:gd name="T29" fmla="*/ 186 h 186"/>
                  <a:gd name="T30" fmla="*/ 65 w 161"/>
                  <a:gd name="T31" fmla="*/ 186 h 186"/>
                  <a:gd name="T32" fmla="*/ 41 w 161"/>
                  <a:gd name="T33" fmla="*/ 168 h 186"/>
                  <a:gd name="T34" fmla="*/ 23 w 161"/>
                  <a:gd name="T35" fmla="*/ 150 h 186"/>
                  <a:gd name="T36" fmla="*/ 17 w 161"/>
                  <a:gd name="T37" fmla="*/ 132 h 186"/>
                  <a:gd name="T38" fmla="*/ 11 w 161"/>
                  <a:gd name="T39" fmla="*/ 114 h 186"/>
                  <a:gd name="T40" fmla="*/ 11 w 161"/>
                  <a:gd name="T41" fmla="*/ 114 h 1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5" name="Freeform 60"/>
              <p:cNvSpPr/>
              <p:nvPr/>
            </p:nvSpPr>
            <p:spPr bwMode="hidden">
              <a:xfrm>
                <a:off x="5489" y="3042"/>
                <a:ext cx="186" cy="210"/>
              </a:xfrm>
              <a:custGeom>
                <a:avLst/>
                <a:gdLst>
                  <a:gd name="T0" fmla="*/ 0 w 185"/>
                  <a:gd name="T1" fmla="*/ 6 h 210"/>
                  <a:gd name="T2" fmla="*/ 66 w 185"/>
                  <a:gd name="T3" fmla="*/ 12 h 210"/>
                  <a:gd name="T4" fmla="*/ 127 w 185"/>
                  <a:gd name="T5" fmla="*/ 36 h 210"/>
                  <a:gd name="T6" fmla="*/ 163 w 185"/>
                  <a:gd name="T7" fmla="*/ 72 h 210"/>
                  <a:gd name="T8" fmla="*/ 169 w 185"/>
                  <a:gd name="T9" fmla="*/ 90 h 210"/>
                  <a:gd name="T10" fmla="*/ 175 w 185"/>
                  <a:gd name="T11" fmla="*/ 114 h 210"/>
                  <a:gd name="T12" fmla="*/ 169 w 185"/>
                  <a:gd name="T13" fmla="*/ 138 h 210"/>
                  <a:gd name="T14" fmla="*/ 157 w 185"/>
                  <a:gd name="T15" fmla="*/ 162 h 210"/>
                  <a:gd name="T16" fmla="*/ 127 w 185"/>
                  <a:gd name="T17" fmla="*/ 180 h 210"/>
                  <a:gd name="T18" fmla="*/ 90 w 185"/>
                  <a:gd name="T19" fmla="*/ 198 h 210"/>
                  <a:gd name="T20" fmla="*/ 104 w 185"/>
                  <a:gd name="T21" fmla="*/ 210 h 210"/>
                  <a:gd name="T22" fmla="*/ 139 w 185"/>
                  <a:gd name="T23" fmla="*/ 192 h 210"/>
                  <a:gd name="T24" fmla="*/ 169 w 185"/>
                  <a:gd name="T25" fmla="*/ 168 h 210"/>
                  <a:gd name="T26" fmla="*/ 187 w 185"/>
                  <a:gd name="T27" fmla="*/ 144 h 210"/>
                  <a:gd name="T28" fmla="*/ 193 w 185"/>
                  <a:gd name="T29" fmla="*/ 114 h 210"/>
                  <a:gd name="T30" fmla="*/ 187 w 185"/>
                  <a:gd name="T31" fmla="*/ 90 h 210"/>
                  <a:gd name="T32" fmla="*/ 181 w 185"/>
                  <a:gd name="T33" fmla="*/ 66 h 210"/>
                  <a:gd name="T34" fmla="*/ 163 w 185"/>
                  <a:gd name="T35" fmla="*/ 48 h 210"/>
                  <a:gd name="T36" fmla="*/ 139 w 185"/>
                  <a:gd name="T37" fmla="*/ 30 h 210"/>
                  <a:gd name="T38" fmla="*/ 72 w 185"/>
                  <a:gd name="T39" fmla="*/ 6 h 210"/>
                  <a:gd name="T40" fmla="*/ 0 w 185"/>
                  <a:gd name="T41" fmla="*/ 0 h 210"/>
                  <a:gd name="T42" fmla="*/ 0 w 185"/>
                  <a:gd name="T43" fmla="*/ 6 h 210"/>
                  <a:gd name="T44" fmla="*/ 0 w 185"/>
                  <a:gd name="T45" fmla="*/ 6 h 210"/>
                  <a:gd name="T46" fmla="*/ 0 w 185"/>
                  <a:gd name="T47" fmla="*/ 6 h 2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46" name="Freeform 61"/>
              <p:cNvSpPr>
                <a:spLocks noEditPoints="1"/>
              </p:cNvSpPr>
              <p:nvPr/>
            </p:nvSpPr>
            <p:spPr bwMode="hidden">
              <a:xfrm>
                <a:off x="5345" y="3058"/>
                <a:ext cx="299" cy="186"/>
              </a:xfrm>
              <a:custGeom>
                <a:avLst/>
                <a:gdLst>
                  <a:gd name="T0" fmla="*/ 150 w 299"/>
                  <a:gd name="T1" fmla="*/ 0 h 186"/>
                  <a:gd name="T2" fmla="*/ 90 w 299"/>
                  <a:gd name="T3" fmla="*/ 6 h 186"/>
                  <a:gd name="T4" fmla="*/ 42 w 299"/>
                  <a:gd name="T5" fmla="*/ 30 h 186"/>
                  <a:gd name="T6" fmla="*/ 12 w 299"/>
                  <a:gd name="T7" fmla="*/ 54 h 186"/>
                  <a:gd name="T8" fmla="*/ 6 w 299"/>
                  <a:gd name="T9" fmla="*/ 72 h 186"/>
                  <a:gd name="T10" fmla="*/ 0 w 299"/>
                  <a:gd name="T11" fmla="*/ 90 h 186"/>
                  <a:gd name="T12" fmla="*/ 6 w 299"/>
                  <a:gd name="T13" fmla="*/ 108 h 186"/>
                  <a:gd name="T14" fmla="*/ 12 w 299"/>
                  <a:gd name="T15" fmla="*/ 126 h 186"/>
                  <a:gd name="T16" fmla="*/ 42 w 299"/>
                  <a:gd name="T17" fmla="*/ 156 h 186"/>
                  <a:gd name="T18" fmla="*/ 90 w 299"/>
                  <a:gd name="T19" fmla="*/ 180 h 186"/>
                  <a:gd name="T20" fmla="*/ 150 w 299"/>
                  <a:gd name="T21" fmla="*/ 186 h 186"/>
                  <a:gd name="T22" fmla="*/ 209 w 299"/>
                  <a:gd name="T23" fmla="*/ 180 h 186"/>
                  <a:gd name="T24" fmla="*/ 257 w 299"/>
                  <a:gd name="T25" fmla="*/ 156 h 186"/>
                  <a:gd name="T26" fmla="*/ 287 w 299"/>
                  <a:gd name="T27" fmla="*/ 126 h 186"/>
                  <a:gd name="T28" fmla="*/ 299 w 299"/>
                  <a:gd name="T29" fmla="*/ 108 h 186"/>
                  <a:gd name="T30" fmla="*/ 299 w 299"/>
                  <a:gd name="T31" fmla="*/ 90 h 186"/>
                  <a:gd name="T32" fmla="*/ 299 w 299"/>
                  <a:gd name="T33" fmla="*/ 72 h 186"/>
                  <a:gd name="T34" fmla="*/ 287 w 299"/>
                  <a:gd name="T35" fmla="*/ 54 h 186"/>
                  <a:gd name="T36" fmla="*/ 257 w 299"/>
                  <a:gd name="T37" fmla="*/ 30 h 186"/>
                  <a:gd name="T38" fmla="*/ 209 w 299"/>
                  <a:gd name="T39" fmla="*/ 6 h 186"/>
                  <a:gd name="T40" fmla="*/ 150 w 299"/>
                  <a:gd name="T41" fmla="*/ 0 h 186"/>
                  <a:gd name="T42" fmla="*/ 150 w 299"/>
                  <a:gd name="T43" fmla="*/ 0 h 186"/>
                  <a:gd name="T44" fmla="*/ 150 w 299"/>
                  <a:gd name="T45" fmla="*/ 180 h 186"/>
                  <a:gd name="T46" fmla="*/ 96 w 299"/>
                  <a:gd name="T47" fmla="*/ 174 h 186"/>
                  <a:gd name="T48" fmla="*/ 48 w 299"/>
                  <a:gd name="T49" fmla="*/ 156 h 186"/>
                  <a:gd name="T50" fmla="*/ 18 w 299"/>
                  <a:gd name="T51" fmla="*/ 126 h 186"/>
                  <a:gd name="T52" fmla="*/ 12 w 299"/>
                  <a:gd name="T53" fmla="*/ 108 h 186"/>
                  <a:gd name="T54" fmla="*/ 6 w 299"/>
                  <a:gd name="T55" fmla="*/ 90 h 186"/>
                  <a:gd name="T56" fmla="*/ 12 w 299"/>
                  <a:gd name="T57" fmla="*/ 72 h 186"/>
                  <a:gd name="T58" fmla="*/ 18 w 299"/>
                  <a:gd name="T59" fmla="*/ 54 h 186"/>
                  <a:gd name="T60" fmla="*/ 48 w 299"/>
                  <a:gd name="T61" fmla="*/ 30 h 186"/>
                  <a:gd name="T62" fmla="*/ 96 w 299"/>
                  <a:gd name="T63" fmla="*/ 12 h 186"/>
                  <a:gd name="T64" fmla="*/ 150 w 299"/>
                  <a:gd name="T65" fmla="*/ 6 h 186"/>
                  <a:gd name="T66" fmla="*/ 203 w 299"/>
                  <a:gd name="T67" fmla="*/ 12 h 186"/>
                  <a:gd name="T68" fmla="*/ 251 w 299"/>
                  <a:gd name="T69" fmla="*/ 30 h 186"/>
                  <a:gd name="T70" fmla="*/ 281 w 299"/>
                  <a:gd name="T71" fmla="*/ 54 h 186"/>
                  <a:gd name="T72" fmla="*/ 293 w 299"/>
                  <a:gd name="T73" fmla="*/ 72 h 186"/>
                  <a:gd name="T74" fmla="*/ 293 w 299"/>
                  <a:gd name="T75" fmla="*/ 90 h 186"/>
                  <a:gd name="T76" fmla="*/ 293 w 299"/>
                  <a:gd name="T77" fmla="*/ 108 h 186"/>
                  <a:gd name="T78" fmla="*/ 281 w 299"/>
                  <a:gd name="T79" fmla="*/ 126 h 186"/>
                  <a:gd name="T80" fmla="*/ 251 w 299"/>
                  <a:gd name="T81" fmla="*/ 156 h 186"/>
                  <a:gd name="T82" fmla="*/ 203 w 299"/>
                  <a:gd name="T83" fmla="*/ 174 h 186"/>
                  <a:gd name="T84" fmla="*/ 150 w 299"/>
                  <a:gd name="T85" fmla="*/ 180 h 186"/>
                  <a:gd name="T86" fmla="*/ 150 w 299"/>
                  <a:gd name="T87" fmla="*/ 180 h 1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close/>
                  </a:path>
                </a:pathLst>
              </a:cu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047" name="Group 62"/>
              <p:cNvGrpSpPr/>
              <p:nvPr/>
            </p:nvGrpSpPr>
            <p:grpSpPr bwMode="auto">
              <a:xfrm>
                <a:off x="5381" y="3085"/>
                <a:ext cx="227" cy="132"/>
                <a:chOff x="5381" y="3085"/>
                <a:chExt cx="227" cy="132"/>
              </a:xfrm>
            </p:grpSpPr>
            <p:sp>
              <p:nvSpPr>
                <p:cNvPr id="1048" name="Oval 63"/>
                <p:cNvSpPr>
                  <a:spLocks noChangeArrowheads="1"/>
                </p:cNvSpPr>
                <p:nvPr/>
              </p:nvSpPr>
              <p:spPr bwMode="hidden">
                <a:xfrm>
                  <a:off x="5381" y="3085"/>
                  <a:ext cx="227" cy="132"/>
                </a:xfrm>
                <a:prstGeom prst="ellipse">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1049" name="Oval 64"/>
                <p:cNvSpPr>
                  <a:spLocks noChangeArrowheads="1"/>
                </p:cNvSpPr>
                <p:nvPr/>
              </p:nvSpPr>
              <p:spPr bwMode="hidden">
                <a:xfrm>
                  <a:off x="5403" y="3099"/>
                  <a:ext cx="182" cy="102"/>
                </a:xfrm>
                <a:prstGeom prst="ellipse">
                  <a:avLst/>
                </a:pr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1050" name="Oval 65"/>
                <p:cNvSpPr>
                  <a:spLocks noChangeArrowheads="1"/>
                </p:cNvSpPr>
                <p:nvPr/>
              </p:nvSpPr>
              <p:spPr bwMode="hidden">
                <a:xfrm>
                  <a:off x="5431" y="3109"/>
                  <a:ext cx="125" cy="82"/>
                </a:xfrm>
                <a:prstGeom prst="ellipse">
                  <a:avLst/>
                </a:pr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sp>
              <p:nvSpPr>
                <p:cNvPr id="1051" name="Oval 66"/>
                <p:cNvSpPr>
                  <a:spLocks noChangeArrowheads="1"/>
                </p:cNvSpPr>
                <p:nvPr/>
              </p:nvSpPr>
              <p:spPr bwMode="hidden">
                <a:xfrm>
                  <a:off x="5458" y="3125"/>
                  <a:ext cx="73" cy="47"/>
                </a:xfrm>
                <a:prstGeom prst="ellipse">
                  <a:avLst/>
                </a:prstGeom>
                <a:gradFill rotWithShape="0">
                  <a:gsLst>
                    <a:gs pos="0">
                      <a:schemeClr val="accent2"/>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defRPr/>
                  </a:pPr>
                  <a:endParaRPr lang="zh-CN" altLang="en-US" smtClean="0"/>
                </a:p>
              </p:txBody>
            </p:sp>
          </p:grpSp>
        </p:grpSp>
      </p:grpSp>
      <p:sp>
        <p:nvSpPr>
          <p:cNvPr id="1086531" name="Rectangle 67"/>
          <p:cNvSpPr>
            <a:spLocks noGrp="1" noChangeArrowheads="1"/>
          </p:cNvSpPr>
          <p:nvPr>
            <p:ph type="title"/>
          </p:nvPr>
        </p:nvSpPr>
        <p:spPr bwMode="auto">
          <a:xfrm>
            <a:off x="457200" y="6334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noProof="1" smtClean="0"/>
              <a:t>单击此处编辑母版标题样式</a:t>
            </a:r>
            <a:endParaRPr lang="zh-CN" altLang="en-US" noProof="1" smtClean="0"/>
          </a:p>
        </p:txBody>
      </p:sp>
      <p:sp>
        <p:nvSpPr>
          <p:cNvPr id="1086532" name="Rectangle 68"/>
          <p:cNvSpPr>
            <a:spLocks noGrp="1" noChangeArrowheads="1"/>
          </p:cNvSpPr>
          <p:nvPr>
            <p:ph type="body" idx="1"/>
          </p:nvPr>
        </p:nvSpPr>
        <p:spPr bwMode="auto">
          <a:xfrm>
            <a:off x="457200" y="1600200"/>
            <a:ext cx="8229600" cy="4525963"/>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smtClean="0"/>
          </a:p>
        </p:txBody>
      </p:sp>
      <p:pic>
        <p:nvPicPr>
          <p:cNvPr id="1031" name="Picture 75" descr="SCAU_SE2"/>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6446838"/>
            <a:ext cx="91440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6534" name="Rectangle 70"/>
          <p:cNvSpPr>
            <a:spLocks noGrp="1" noChangeArrowheads="1"/>
          </p:cNvSpPr>
          <p:nvPr>
            <p:ph type="dt" sz="half" idx="2"/>
          </p:nvPr>
        </p:nvSpPr>
        <p:spPr bwMode="auto">
          <a:xfrm>
            <a:off x="442913" y="6302375"/>
            <a:ext cx="2133600" cy="476250"/>
          </a:xfrm>
          <a:prstGeom prst="rect">
            <a:avLst/>
          </a:prstGeom>
          <a:noFill/>
          <a:ln w="9525">
            <a:noFill/>
            <a:miter lim="800000"/>
          </a:ln>
          <a:effectLst/>
        </p:spPr>
        <p:txBody>
          <a:bodyPr vert="horz" wrap="square" lIns="91440" tIns="45720" rIns="91440" bIns="45720" numCol="1" anchor="b" anchorCtr="0" compatLnSpc="1"/>
          <a:lstStyle>
            <a:lvl1pPr>
              <a:buFontTx/>
              <a:buNone/>
              <a:defRPr sz="1400">
                <a:solidFill>
                  <a:srgbClr val="000000"/>
                </a:solidFill>
                <a:effectLst>
                  <a:outerShdw blurRad="38100" dist="38100" dir="2700000" algn="tl">
                    <a:srgbClr val="FFFFFF"/>
                  </a:outerShdw>
                </a:effectLst>
              </a:defRPr>
            </a:lvl1pPr>
          </a:lstStyle>
          <a:p>
            <a:pPr>
              <a:defRPr/>
            </a:pPr>
            <a:fld id="{F401D4E7-369A-4236-A803-B74690F9F7FE}" type="datetime11">
              <a:rPr lang="zh-CN" altLang="en-US"/>
            </a:fld>
            <a:endParaRPr lang="en-US" altLang="zh-CN"/>
          </a:p>
        </p:txBody>
      </p:sp>
      <p:sp>
        <p:nvSpPr>
          <p:cNvPr id="1086535" name="Rectangle 71"/>
          <p:cNvSpPr>
            <a:spLocks noGrp="1" noChangeArrowheads="1"/>
          </p:cNvSpPr>
          <p:nvPr>
            <p:ph type="ftr" sz="quarter" idx="3"/>
          </p:nvPr>
        </p:nvSpPr>
        <p:spPr bwMode="auto">
          <a:xfrm>
            <a:off x="3409950" y="6316663"/>
            <a:ext cx="2895600" cy="476250"/>
          </a:xfrm>
          <a:prstGeom prst="rect">
            <a:avLst/>
          </a:prstGeom>
          <a:noFill/>
          <a:ln w="9525">
            <a:noFill/>
            <a:miter lim="800000"/>
          </a:ln>
          <a:effectLst/>
        </p:spPr>
        <p:txBody>
          <a:bodyPr vert="horz" wrap="square" lIns="91440" tIns="45720" rIns="91440" bIns="45720" numCol="1" anchor="b" anchorCtr="0" compatLnSpc="1"/>
          <a:lstStyle>
            <a:lvl1pPr algn="ctr">
              <a:buFontTx/>
              <a:buNone/>
              <a:defRPr sz="1400">
                <a:solidFill>
                  <a:srgbClr val="000000"/>
                </a:solidFill>
                <a:effectLst>
                  <a:outerShdw blurRad="38100" dist="38100" dir="2700000" algn="tl">
                    <a:srgbClr val="FFFFFF"/>
                  </a:outerShdw>
                </a:effectLst>
              </a:defRPr>
            </a:lvl1pPr>
          </a:lstStyle>
          <a:p>
            <a:pPr>
              <a:defRPr/>
            </a:pPr>
            <a:endParaRPr lang="en-US" altLang="zh-CN"/>
          </a:p>
        </p:txBody>
      </p:sp>
      <p:sp>
        <p:nvSpPr>
          <p:cNvPr id="1086536" name="Rectangle 72"/>
          <p:cNvSpPr>
            <a:spLocks noGrp="1" noChangeArrowheads="1"/>
          </p:cNvSpPr>
          <p:nvPr>
            <p:ph type="sldNum" sz="quarter" idx="4"/>
          </p:nvPr>
        </p:nvSpPr>
        <p:spPr bwMode="auto">
          <a:xfrm>
            <a:off x="6367463" y="6302375"/>
            <a:ext cx="2133600" cy="476250"/>
          </a:xfrm>
          <a:prstGeom prst="rect">
            <a:avLst/>
          </a:prstGeom>
          <a:noFill/>
          <a:ln w="9525">
            <a:noFill/>
            <a:miter lim="800000"/>
          </a:ln>
          <a:effectLst/>
        </p:spPr>
        <p:txBody>
          <a:bodyPr vert="horz" wrap="square" lIns="91440" tIns="45720" rIns="91440" bIns="45720" numCol="1" anchor="b" anchorCtr="0" compatLnSpc="1"/>
          <a:lstStyle>
            <a:lvl1pPr algn="r">
              <a:defRPr sz="1400">
                <a:solidFill>
                  <a:srgbClr val="000000"/>
                </a:solidFill>
              </a:defRPr>
            </a:lvl1pPr>
          </a:lstStyle>
          <a:p>
            <a:pPr>
              <a:defRPr/>
            </a:pPr>
            <a:fld id="{39DCB19C-A987-457E-9ADE-3FA55311411C}"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p:txStyles>
    <p:titleStyle>
      <a:lvl1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5pPr>
      <a:lvl6pPr marL="4572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6pPr>
      <a:lvl7pPr marL="9144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7pPr>
      <a:lvl8pPr marL="13716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8pPr>
      <a:lvl9pPr marL="18288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folHlink"/>
        </a:buClr>
        <a:buSzPct val="50000"/>
        <a:buFont typeface="Wingdings" panose="05000000000000000000" pitchFamily="2" charset="2"/>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2.xml"/><Relationship Id="rId2" Type="http://schemas.openxmlformats.org/officeDocument/2006/relationships/image" Target="../media/image3.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xml"/><Relationship Id="rId2" Type="http://schemas.openxmlformats.org/officeDocument/2006/relationships/image" Target="../media/image9.png"/><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6719;&#20214;&#38656;&#27714;&#35268;&#26684;&#35828;&#26126;&#20070;&#30340;&#31616;&#35201;&#33539;&#20363;.docx"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customXml" Target="../ink/ink1.xml"/><Relationship Id="rId2" Type="http://schemas.openxmlformats.org/officeDocument/2006/relationships/image" Target="../media/image12.png"/><Relationship Id="rId1" Type="http://schemas.openxmlformats.org/officeDocument/2006/relationships/oleObject" Target="../embeddings/oleObject3.bin"/></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png"/><Relationship Id="rId7" Type="http://schemas.openxmlformats.org/officeDocument/2006/relationships/customXml" Target="../ink/ink4.xml"/><Relationship Id="rId6" Type="http://schemas.openxmlformats.org/officeDocument/2006/relationships/image" Target="../media/image16.png"/><Relationship Id="rId5" Type="http://schemas.openxmlformats.org/officeDocument/2006/relationships/customXml" Target="../ink/ink3.xml"/><Relationship Id="rId4" Type="http://schemas.openxmlformats.org/officeDocument/2006/relationships/image" Target="../media/image15.png"/><Relationship Id="rId3" Type="http://schemas.openxmlformats.org/officeDocument/2006/relationships/customXml" Target="../ink/ink2.xml"/><Relationship Id="rId2" Type="http://schemas.openxmlformats.org/officeDocument/2006/relationships/image" Target="../media/image14.png"/><Relationship Id="rId10" Type="http://schemas.openxmlformats.org/officeDocument/2006/relationships/vmlDrawing" Target="../drawings/vmlDrawing4.vml"/><Relationship Id="rId1"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customXml" Target="../ink/ink6.xml"/><Relationship Id="rId2" Type="http://schemas.openxmlformats.org/officeDocument/2006/relationships/image" Target="../media/image18.png"/><Relationship Id="rId1" Type="http://schemas.openxmlformats.org/officeDocument/2006/relationships/customXml" Target="../ink/ink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5.vml"/><Relationship Id="rId6"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7.xml"/><Relationship Id="rId3" Type="http://schemas.openxmlformats.org/officeDocument/2006/relationships/image" Target="../media/image12.png"/><Relationship Id="rId2" Type="http://schemas.openxmlformats.org/officeDocument/2006/relationships/oleObject" Target="../embeddings/oleObject5.bin"/><Relationship Id="rId1" Type="http://schemas.openxmlformats.org/officeDocument/2006/relationships/tags" Target="../tags/tag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tags" Target="../tags/tag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customXml" Target="../ink/ink8.xml"/></Relationships>
</file>

<file path=ppt/slides/_rels/slide40.xml.rels><?xml version="1.0" encoding="UTF-8" standalone="yes"?>
<Relationships xmlns="http://schemas.openxmlformats.org/package/2006/relationships"><Relationship Id="rId9" Type="http://schemas.openxmlformats.org/officeDocument/2006/relationships/customXml" Target="../ink/ink13.xml"/><Relationship Id="rId8" Type="http://schemas.openxmlformats.org/officeDocument/2006/relationships/image" Target="../media/image27.png"/><Relationship Id="rId7" Type="http://schemas.openxmlformats.org/officeDocument/2006/relationships/customXml" Target="../ink/ink12.xml"/><Relationship Id="rId6" Type="http://schemas.openxmlformats.org/officeDocument/2006/relationships/image" Target="../media/image26.png"/><Relationship Id="rId5" Type="http://schemas.openxmlformats.org/officeDocument/2006/relationships/customXml" Target="../ink/ink11.xml"/><Relationship Id="rId4" Type="http://schemas.openxmlformats.org/officeDocument/2006/relationships/image" Target="../media/image25.png"/><Relationship Id="rId3" Type="http://schemas.openxmlformats.org/officeDocument/2006/relationships/customXml" Target="../ink/ink10.xml"/><Relationship Id="rId2" Type="http://schemas.openxmlformats.org/officeDocument/2006/relationships/image" Target="../media/image24.png"/><Relationship Id="rId11" Type="http://schemas.openxmlformats.org/officeDocument/2006/relationships/slideLayout" Target="../slideLayouts/slideLayout2.xml"/><Relationship Id="rId10" Type="http://schemas.openxmlformats.org/officeDocument/2006/relationships/image" Target="../media/image28.png"/><Relationship Id="rId1" Type="http://schemas.openxmlformats.org/officeDocument/2006/relationships/customXml" Target="../ink/ink9.xml"/></Relationships>
</file>

<file path=ppt/slides/_rels/slide41.xml.rels><?xml version="1.0" encoding="UTF-8" standalone="yes"?>
<Relationships xmlns="http://schemas.openxmlformats.org/package/2006/relationships"><Relationship Id="rId9" Type="http://schemas.openxmlformats.org/officeDocument/2006/relationships/customXml" Target="../ink/ink17.xml"/><Relationship Id="rId8" Type="http://schemas.openxmlformats.org/officeDocument/2006/relationships/image" Target="../media/image32.png"/><Relationship Id="rId7" Type="http://schemas.openxmlformats.org/officeDocument/2006/relationships/customXml" Target="../ink/ink16.xml"/><Relationship Id="rId6" Type="http://schemas.openxmlformats.org/officeDocument/2006/relationships/image" Target="../media/image31.png"/><Relationship Id="rId5" Type="http://schemas.openxmlformats.org/officeDocument/2006/relationships/customXml" Target="../ink/ink15.xml"/><Relationship Id="rId4" Type="http://schemas.openxmlformats.org/officeDocument/2006/relationships/image" Target="../media/image30.png"/><Relationship Id="rId3" Type="http://schemas.openxmlformats.org/officeDocument/2006/relationships/customXml" Target="../ink/ink14.xml"/><Relationship Id="rId2" Type="http://schemas.openxmlformats.org/officeDocument/2006/relationships/image" Target="../media/image29.png"/><Relationship Id="rId13" Type="http://schemas.openxmlformats.org/officeDocument/2006/relationships/notesSlide" Target="../notesSlides/notesSlide3.xml"/><Relationship Id="rId12" Type="http://schemas.openxmlformats.org/officeDocument/2006/relationships/vmlDrawing" Target="../drawings/vmlDrawing6.vml"/><Relationship Id="rId11" Type="http://schemas.openxmlformats.org/officeDocument/2006/relationships/slideLayout" Target="../slideLayouts/slideLayout2.xml"/><Relationship Id="rId10" Type="http://schemas.openxmlformats.org/officeDocument/2006/relationships/image" Target="../media/image33.png"/><Relationship Id="rId1" Type="http://schemas.openxmlformats.org/officeDocument/2006/relationships/oleObject" Target="../embeddings/oleObject6.bin"/></Relationships>
</file>

<file path=ppt/slides/_rels/slide42.xml.rels><?xml version="1.0" encoding="UTF-8" standalone="yes"?>
<Relationships xmlns="http://schemas.openxmlformats.org/package/2006/relationships"><Relationship Id="rId9" Type="http://schemas.openxmlformats.org/officeDocument/2006/relationships/customXml" Target="../ink/ink21.xml"/><Relationship Id="rId8" Type="http://schemas.openxmlformats.org/officeDocument/2006/relationships/image" Target="../media/image37.png"/><Relationship Id="rId7" Type="http://schemas.openxmlformats.org/officeDocument/2006/relationships/customXml" Target="../ink/ink20.xml"/><Relationship Id="rId6" Type="http://schemas.openxmlformats.org/officeDocument/2006/relationships/image" Target="../media/image36.png"/><Relationship Id="rId5" Type="http://schemas.openxmlformats.org/officeDocument/2006/relationships/customXml" Target="../ink/ink19.xml"/><Relationship Id="rId4" Type="http://schemas.openxmlformats.org/officeDocument/2006/relationships/image" Target="../media/image35.png"/><Relationship Id="rId3" Type="http://schemas.openxmlformats.org/officeDocument/2006/relationships/customXml" Target="../ink/ink18.xml"/><Relationship Id="rId2" Type="http://schemas.openxmlformats.org/officeDocument/2006/relationships/image" Target="../media/image34.png"/><Relationship Id="rId16" Type="http://schemas.openxmlformats.org/officeDocument/2006/relationships/vmlDrawing" Target="../drawings/vmlDrawing7.vml"/><Relationship Id="rId15" Type="http://schemas.openxmlformats.org/officeDocument/2006/relationships/slideLayout" Target="../slideLayouts/slideLayout2.xml"/><Relationship Id="rId14" Type="http://schemas.openxmlformats.org/officeDocument/2006/relationships/image" Target="../media/image40.png"/><Relationship Id="rId13" Type="http://schemas.openxmlformats.org/officeDocument/2006/relationships/customXml" Target="../ink/ink23.xml"/><Relationship Id="rId12" Type="http://schemas.openxmlformats.org/officeDocument/2006/relationships/image" Target="../media/image39.png"/><Relationship Id="rId11" Type="http://schemas.openxmlformats.org/officeDocument/2006/relationships/customXml" Target="../ink/ink22.xml"/><Relationship Id="rId10" Type="http://schemas.openxmlformats.org/officeDocument/2006/relationships/image" Target="../media/image38.png"/><Relationship Id="rId1" Type="http://schemas.openxmlformats.org/officeDocument/2006/relationships/oleObject" Target="../embeddings/oleObject7.bin"/></Relationships>
</file>

<file path=ppt/slides/_rels/slide43.xml.rels><?xml version="1.0" encoding="UTF-8" standalone="yes"?>
<Relationships xmlns="http://schemas.openxmlformats.org/package/2006/relationships"><Relationship Id="rId9" Type="http://schemas.openxmlformats.org/officeDocument/2006/relationships/customXml" Target="../ink/ink27.xml"/><Relationship Id="rId8" Type="http://schemas.openxmlformats.org/officeDocument/2006/relationships/image" Target="../media/image44.png"/><Relationship Id="rId7" Type="http://schemas.openxmlformats.org/officeDocument/2006/relationships/customXml" Target="../ink/ink26.xml"/><Relationship Id="rId6" Type="http://schemas.openxmlformats.org/officeDocument/2006/relationships/image" Target="../media/image43.png"/><Relationship Id="rId5" Type="http://schemas.openxmlformats.org/officeDocument/2006/relationships/customXml" Target="../ink/ink25.xml"/><Relationship Id="rId4" Type="http://schemas.openxmlformats.org/officeDocument/2006/relationships/image" Target="../media/image42.png"/><Relationship Id="rId3" Type="http://schemas.openxmlformats.org/officeDocument/2006/relationships/customXml" Target="../ink/ink24.xml"/><Relationship Id="rId2" Type="http://schemas.openxmlformats.org/officeDocument/2006/relationships/image" Target="../media/image41.png"/><Relationship Id="rId15" Type="http://schemas.openxmlformats.org/officeDocument/2006/relationships/notesSlide" Target="../notesSlides/notesSlide4.xml"/><Relationship Id="rId14" Type="http://schemas.openxmlformats.org/officeDocument/2006/relationships/vmlDrawing" Target="../drawings/vmlDrawing8.vml"/><Relationship Id="rId13" Type="http://schemas.openxmlformats.org/officeDocument/2006/relationships/slideLayout" Target="../slideLayouts/slideLayout2.xml"/><Relationship Id="rId12" Type="http://schemas.openxmlformats.org/officeDocument/2006/relationships/image" Target="../media/image46.png"/><Relationship Id="rId11" Type="http://schemas.openxmlformats.org/officeDocument/2006/relationships/customXml" Target="../ink/ink28.xml"/><Relationship Id="rId10" Type="http://schemas.openxmlformats.org/officeDocument/2006/relationships/image" Target="../media/image45.png"/><Relationship Id="rId1"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9" Type="http://schemas.openxmlformats.org/officeDocument/2006/relationships/image" Target="../media/image51.png"/><Relationship Id="rId8" Type="http://schemas.openxmlformats.org/officeDocument/2006/relationships/customXml" Target="../ink/ink32.xml"/><Relationship Id="rId7" Type="http://schemas.openxmlformats.org/officeDocument/2006/relationships/image" Target="../media/image50.png"/><Relationship Id="rId6" Type="http://schemas.openxmlformats.org/officeDocument/2006/relationships/customXml" Target="../ink/ink31.xml"/><Relationship Id="rId5" Type="http://schemas.openxmlformats.org/officeDocument/2006/relationships/image" Target="../media/image49.png"/><Relationship Id="rId4" Type="http://schemas.openxmlformats.org/officeDocument/2006/relationships/customXml" Target="../ink/ink30.xml"/><Relationship Id="rId3" Type="http://schemas.openxmlformats.org/officeDocument/2006/relationships/image" Target="../media/image48.png"/><Relationship Id="rId2" Type="http://schemas.openxmlformats.org/officeDocument/2006/relationships/customXml" Target="../ink/ink29.xml"/><Relationship Id="rId16" Type="http://schemas.openxmlformats.org/officeDocument/2006/relationships/slideLayout" Target="../slideLayouts/slideLayout2.xml"/><Relationship Id="rId15" Type="http://schemas.openxmlformats.org/officeDocument/2006/relationships/image" Target="../media/image54.png"/><Relationship Id="rId14" Type="http://schemas.openxmlformats.org/officeDocument/2006/relationships/customXml" Target="../ink/ink35.xml"/><Relationship Id="rId13" Type="http://schemas.openxmlformats.org/officeDocument/2006/relationships/image" Target="../media/image53.png"/><Relationship Id="rId12" Type="http://schemas.openxmlformats.org/officeDocument/2006/relationships/customXml" Target="../ink/ink34.xml"/><Relationship Id="rId11" Type="http://schemas.openxmlformats.org/officeDocument/2006/relationships/image" Target="../media/image52.png"/><Relationship Id="rId10" Type="http://schemas.openxmlformats.org/officeDocument/2006/relationships/customXml" Target="../ink/ink33.xml"/><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9" Type="http://schemas.openxmlformats.org/officeDocument/2006/relationships/customXml" Target="../ink/ink39.xml"/><Relationship Id="rId8" Type="http://schemas.openxmlformats.org/officeDocument/2006/relationships/image" Target="../media/image58.png"/><Relationship Id="rId7" Type="http://schemas.openxmlformats.org/officeDocument/2006/relationships/customXml" Target="../ink/ink38.xml"/><Relationship Id="rId6" Type="http://schemas.openxmlformats.org/officeDocument/2006/relationships/image" Target="../media/image57.png"/><Relationship Id="rId5" Type="http://schemas.openxmlformats.org/officeDocument/2006/relationships/customXml" Target="../ink/ink37.xml"/><Relationship Id="rId4" Type="http://schemas.openxmlformats.org/officeDocument/2006/relationships/image" Target="../media/image56.png"/><Relationship Id="rId3" Type="http://schemas.openxmlformats.org/officeDocument/2006/relationships/customXml" Target="../ink/ink36.xml"/><Relationship Id="rId28" Type="http://schemas.openxmlformats.org/officeDocument/2006/relationships/vmlDrawing" Target="../drawings/vmlDrawing9.vml"/><Relationship Id="rId27" Type="http://schemas.openxmlformats.org/officeDocument/2006/relationships/slideLayout" Target="../slideLayouts/slideLayout2.xml"/><Relationship Id="rId26" Type="http://schemas.openxmlformats.org/officeDocument/2006/relationships/image" Target="../media/image67.png"/><Relationship Id="rId25" Type="http://schemas.openxmlformats.org/officeDocument/2006/relationships/customXml" Target="../ink/ink47.xml"/><Relationship Id="rId24" Type="http://schemas.openxmlformats.org/officeDocument/2006/relationships/image" Target="../media/image66.png"/><Relationship Id="rId23" Type="http://schemas.openxmlformats.org/officeDocument/2006/relationships/customXml" Target="../ink/ink46.xml"/><Relationship Id="rId22" Type="http://schemas.openxmlformats.org/officeDocument/2006/relationships/image" Target="../media/image65.png"/><Relationship Id="rId21" Type="http://schemas.openxmlformats.org/officeDocument/2006/relationships/customXml" Target="../ink/ink45.xml"/><Relationship Id="rId20" Type="http://schemas.openxmlformats.org/officeDocument/2006/relationships/image" Target="../media/image64.png"/><Relationship Id="rId2" Type="http://schemas.openxmlformats.org/officeDocument/2006/relationships/image" Target="../media/image55.png"/><Relationship Id="rId19" Type="http://schemas.openxmlformats.org/officeDocument/2006/relationships/customXml" Target="../ink/ink44.xml"/><Relationship Id="rId18" Type="http://schemas.openxmlformats.org/officeDocument/2006/relationships/image" Target="../media/image63.png"/><Relationship Id="rId17" Type="http://schemas.openxmlformats.org/officeDocument/2006/relationships/customXml" Target="../ink/ink43.xml"/><Relationship Id="rId16" Type="http://schemas.openxmlformats.org/officeDocument/2006/relationships/image" Target="../media/image62.png"/><Relationship Id="rId15" Type="http://schemas.openxmlformats.org/officeDocument/2006/relationships/customXml" Target="../ink/ink42.xml"/><Relationship Id="rId14" Type="http://schemas.openxmlformats.org/officeDocument/2006/relationships/image" Target="../media/image61.png"/><Relationship Id="rId13" Type="http://schemas.openxmlformats.org/officeDocument/2006/relationships/customXml" Target="../ink/ink41.xml"/><Relationship Id="rId12" Type="http://schemas.openxmlformats.org/officeDocument/2006/relationships/image" Target="../media/image60.png"/><Relationship Id="rId11" Type="http://schemas.openxmlformats.org/officeDocument/2006/relationships/customXml" Target="../ink/ink40.xml"/><Relationship Id="rId10" Type="http://schemas.openxmlformats.org/officeDocument/2006/relationships/image" Target="../media/image59.png"/><Relationship Id="rId1" Type="http://schemas.openxmlformats.org/officeDocument/2006/relationships/oleObject" Target="../embeddings/oleObject9.bin"/></Relationships>
</file>

<file path=ppt/slides/_rels/slide46.xml.rels><?xml version="1.0" encoding="UTF-8" standalone="yes"?>
<Relationships xmlns="http://schemas.openxmlformats.org/package/2006/relationships"><Relationship Id="rId9" Type="http://schemas.openxmlformats.org/officeDocument/2006/relationships/customXml" Target="../ink/ink51.xml"/><Relationship Id="rId8" Type="http://schemas.openxmlformats.org/officeDocument/2006/relationships/image" Target="../media/image71.png"/><Relationship Id="rId7" Type="http://schemas.openxmlformats.org/officeDocument/2006/relationships/customXml" Target="../ink/ink50.xml"/><Relationship Id="rId6" Type="http://schemas.openxmlformats.org/officeDocument/2006/relationships/image" Target="../media/image70.png"/><Relationship Id="rId5" Type="http://schemas.openxmlformats.org/officeDocument/2006/relationships/customXml" Target="../ink/ink49.xml"/><Relationship Id="rId4" Type="http://schemas.openxmlformats.org/officeDocument/2006/relationships/image" Target="../media/image69.png"/><Relationship Id="rId3" Type="http://schemas.openxmlformats.org/officeDocument/2006/relationships/customXml" Target="../ink/ink48.xml"/><Relationship Id="rId29" Type="http://schemas.openxmlformats.org/officeDocument/2006/relationships/notesSlide" Target="../notesSlides/notesSlide5.xml"/><Relationship Id="rId28" Type="http://schemas.openxmlformats.org/officeDocument/2006/relationships/vmlDrawing" Target="../drawings/vmlDrawing10.vml"/><Relationship Id="rId27" Type="http://schemas.openxmlformats.org/officeDocument/2006/relationships/slideLayout" Target="../slideLayouts/slideLayout2.xml"/><Relationship Id="rId26" Type="http://schemas.openxmlformats.org/officeDocument/2006/relationships/image" Target="../media/image80.png"/><Relationship Id="rId25" Type="http://schemas.openxmlformats.org/officeDocument/2006/relationships/customXml" Target="../ink/ink59.xml"/><Relationship Id="rId24" Type="http://schemas.openxmlformats.org/officeDocument/2006/relationships/image" Target="../media/image79.png"/><Relationship Id="rId23" Type="http://schemas.openxmlformats.org/officeDocument/2006/relationships/customXml" Target="../ink/ink58.xml"/><Relationship Id="rId22" Type="http://schemas.openxmlformats.org/officeDocument/2006/relationships/image" Target="../media/image78.png"/><Relationship Id="rId21" Type="http://schemas.openxmlformats.org/officeDocument/2006/relationships/customXml" Target="../ink/ink57.xml"/><Relationship Id="rId20" Type="http://schemas.openxmlformats.org/officeDocument/2006/relationships/image" Target="../media/image77.png"/><Relationship Id="rId2" Type="http://schemas.openxmlformats.org/officeDocument/2006/relationships/image" Target="../media/image68.png"/><Relationship Id="rId19" Type="http://schemas.openxmlformats.org/officeDocument/2006/relationships/customXml" Target="../ink/ink56.xml"/><Relationship Id="rId18" Type="http://schemas.openxmlformats.org/officeDocument/2006/relationships/image" Target="../media/image76.png"/><Relationship Id="rId17" Type="http://schemas.openxmlformats.org/officeDocument/2006/relationships/customXml" Target="../ink/ink55.xml"/><Relationship Id="rId16" Type="http://schemas.openxmlformats.org/officeDocument/2006/relationships/image" Target="../media/image75.png"/><Relationship Id="rId15" Type="http://schemas.openxmlformats.org/officeDocument/2006/relationships/customXml" Target="../ink/ink54.xml"/><Relationship Id="rId14" Type="http://schemas.openxmlformats.org/officeDocument/2006/relationships/image" Target="../media/image74.png"/><Relationship Id="rId13" Type="http://schemas.openxmlformats.org/officeDocument/2006/relationships/customXml" Target="../ink/ink53.xml"/><Relationship Id="rId12" Type="http://schemas.openxmlformats.org/officeDocument/2006/relationships/image" Target="../media/image73.png"/><Relationship Id="rId11" Type="http://schemas.openxmlformats.org/officeDocument/2006/relationships/customXml" Target="../ink/ink52.xml"/><Relationship Id="rId10" Type="http://schemas.openxmlformats.org/officeDocument/2006/relationships/image" Target="../media/image72.png"/><Relationship Id="rId1" Type="http://schemas.openxmlformats.org/officeDocument/2006/relationships/oleObject" Target="../embeddings/oleObject10.bin"/></Relationships>
</file>

<file path=ppt/slides/_rels/slide47.xml.rels><?xml version="1.0" encoding="UTF-8" standalone="yes"?>
<Relationships xmlns="http://schemas.openxmlformats.org/package/2006/relationships"><Relationship Id="rId9" Type="http://schemas.openxmlformats.org/officeDocument/2006/relationships/customXml" Target="../ink/ink64.xml"/><Relationship Id="rId8" Type="http://schemas.openxmlformats.org/officeDocument/2006/relationships/image" Target="../media/image84.png"/><Relationship Id="rId7" Type="http://schemas.openxmlformats.org/officeDocument/2006/relationships/customXml" Target="../ink/ink63.xml"/><Relationship Id="rId6" Type="http://schemas.openxmlformats.org/officeDocument/2006/relationships/image" Target="../media/image83.png"/><Relationship Id="rId5" Type="http://schemas.openxmlformats.org/officeDocument/2006/relationships/customXml" Target="../ink/ink62.xml"/><Relationship Id="rId4" Type="http://schemas.openxmlformats.org/officeDocument/2006/relationships/image" Target="../media/image82.png"/><Relationship Id="rId3" Type="http://schemas.openxmlformats.org/officeDocument/2006/relationships/customXml" Target="../ink/ink61.xml"/><Relationship Id="rId2" Type="http://schemas.openxmlformats.org/officeDocument/2006/relationships/image" Target="../media/image81.png"/><Relationship Id="rId13" Type="http://schemas.openxmlformats.org/officeDocument/2006/relationships/slideLayout" Target="../slideLayouts/slideLayout2.xml"/><Relationship Id="rId12" Type="http://schemas.openxmlformats.org/officeDocument/2006/relationships/image" Target="../media/image86.png"/><Relationship Id="rId11" Type="http://schemas.openxmlformats.org/officeDocument/2006/relationships/customXml" Target="../ink/ink65.xml"/><Relationship Id="rId10" Type="http://schemas.openxmlformats.org/officeDocument/2006/relationships/image" Target="../media/image85.png"/><Relationship Id="rId1" Type="http://schemas.openxmlformats.org/officeDocument/2006/relationships/customXml" Target="../ink/ink60.xml"/></Relationships>
</file>

<file path=ppt/slides/_rels/slide48.xml.rels><?xml version="1.0" encoding="UTF-8" standalone="yes"?>
<Relationships xmlns="http://schemas.openxmlformats.org/package/2006/relationships"><Relationship Id="rId9" Type="http://schemas.openxmlformats.org/officeDocument/2006/relationships/customXml" Target="../ink/ink70.xml"/><Relationship Id="rId8" Type="http://schemas.openxmlformats.org/officeDocument/2006/relationships/image" Target="../media/image90.png"/><Relationship Id="rId7" Type="http://schemas.openxmlformats.org/officeDocument/2006/relationships/customXml" Target="../ink/ink69.xml"/><Relationship Id="rId6" Type="http://schemas.openxmlformats.org/officeDocument/2006/relationships/image" Target="../media/image89.png"/><Relationship Id="rId5" Type="http://schemas.openxmlformats.org/officeDocument/2006/relationships/customXml" Target="../ink/ink68.xml"/><Relationship Id="rId4" Type="http://schemas.openxmlformats.org/officeDocument/2006/relationships/image" Target="../media/image88.png"/><Relationship Id="rId3" Type="http://schemas.openxmlformats.org/officeDocument/2006/relationships/customXml" Target="../ink/ink67.xml"/><Relationship Id="rId25" Type="http://schemas.openxmlformats.org/officeDocument/2006/relationships/slideLayout" Target="../slideLayouts/slideLayout2.xml"/><Relationship Id="rId24" Type="http://schemas.openxmlformats.org/officeDocument/2006/relationships/image" Target="../media/image98.png"/><Relationship Id="rId23" Type="http://schemas.openxmlformats.org/officeDocument/2006/relationships/customXml" Target="../ink/ink77.xml"/><Relationship Id="rId22" Type="http://schemas.openxmlformats.org/officeDocument/2006/relationships/image" Target="../media/image97.png"/><Relationship Id="rId21" Type="http://schemas.openxmlformats.org/officeDocument/2006/relationships/customXml" Target="../ink/ink76.xml"/><Relationship Id="rId20" Type="http://schemas.openxmlformats.org/officeDocument/2006/relationships/image" Target="../media/image96.png"/><Relationship Id="rId2" Type="http://schemas.openxmlformats.org/officeDocument/2006/relationships/image" Target="../media/image87.png"/><Relationship Id="rId19" Type="http://schemas.openxmlformats.org/officeDocument/2006/relationships/customXml" Target="../ink/ink75.xml"/><Relationship Id="rId18" Type="http://schemas.openxmlformats.org/officeDocument/2006/relationships/image" Target="../media/image95.png"/><Relationship Id="rId17" Type="http://schemas.openxmlformats.org/officeDocument/2006/relationships/customXml" Target="../ink/ink74.xml"/><Relationship Id="rId16" Type="http://schemas.openxmlformats.org/officeDocument/2006/relationships/image" Target="../media/image94.png"/><Relationship Id="rId15" Type="http://schemas.openxmlformats.org/officeDocument/2006/relationships/customXml" Target="../ink/ink73.xml"/><Relationship Id="rId14" Type="http://schemas.openxmlformats.org/officeDocument/2006/relationships/image" Target="../media/image93.png"/><Relationship Id="rId13" Type="http://schemas.openxmlformats.org/officeDocument/2006/relationships/customXml" Target="../ink/ink72.xml"/><Relationship Id="rId12" Type="http://schemas.openxmlformats.org/officeDocument/2006/relationships/image" Target="../media/image92.png"/><Relationship Id="rId11" Type="http://schemas.openxmlformats.org/officeDocument/2006/relationships/customXml" Target="../ink/ink71.xml"/><Relationship Id="rId10" Type="http://schemas.openxmlformats.org/officeDocument/2006/relationships/image" Target="../media/image91.png"/><Relationship Id="rId1" Type="http://schemas.openxmlformats.org/officeDocument/2006/relationships/customXml" Target="../ink/ink66.xml"/></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customXml" Target="../ink/ink80.xml"/><Relationship Id="rId4" Type="http://schemas.openxmlformats.org/officeDocument/2006/relationships/image" Target="../media/image100.png"/><Relationship Id="rId3" Type="http://schemas.openxmlformats.org/officeDocument/2006/relationships/customXml" Target="../ink/ink79.xml"/><Relationship Id="rId2" Type="http://schemas.openxmlformats.org/officeDocument/2006/relationships/image" Target="../media/image99.png"/><Relationship Id="rId1" Type="http://schemas.openxmlformats.org/officeDocument/2006/relationships/customXml" Target="../ink/ink78.xml"/></Relationships>
</file>

<file path=ppt/slides/_rels/slide50.xml.rels><?xml version="1.0" encoding="UTF-8" standalone="yes"?>
<Relationships xmlns="http://schemas.openxmlformats.org/package/2006/relationships"><Relationship Id="rId9" Type="http://schemas.openxmlformats.org/officeDocument/2006/relationships/customXml" Target="../ink/ink85.xml"/><Relationship Id="rId8" Type="http://schemas.openxmlformats.org/officeDocument/2006/relationships/image" Target="../media/image105.png"/><Relationship Id="rId7" Type="http://schemas.openxmlformats.org/officeDocument/2006/relationships/customXml" Target="../ink/ink84.xml"/><Relationship Id="rId6" Type="http://schemas.openxmlformats.org/officeDocument/2006/relationships/image" Target="../media/image104.png"/><Relationship Id="rId5" Type="http://schemas.openxmlformats.org/officeDocument/2006/relationships/customXml" Target="../ink/ink83.xml"/><Relationship Id="rId4" Type="http://schemas.openxmlformats.org/officeDocument/2006/relationships/image" Target="../media/image103.png"/><Relationship Id="rId3" Type="http://schemas.openxmlformats.org/officeDocument/2006/relationships/customXml" Target="../ink/ink82.xml"/><Relationship Id="rId2" Type="http://schemas.openxmlformats.org/officeDocument/2006/relationships/image" Target="../media/image102.png"/><Relationship Id="rId15" Type="http://schemas.openxmlformats.org/officeDocument/2006/relationships/slideLayout" Target="../slideLayouts/slideLayout2.xml"/><Relationship Id="rId14" Type="http://schemas.openxmlformats.org/officeDocument/2006/relationships/image" Target="../media/image108.png"/><Relationship Id="rId13" Type="http://schemas.openxmlformats.org/officeDocument/2006/relationships/customXml" Target="../ink/ink87.xml"/><Relationship Id="rId12" Type="http://schemas.openxmlformats.org/officeDocument/2006/relationships/image" Target="../media/image107.png"/><Relationship Id="rId11" Type="http://schemas.openxmlformats.org/officeDocument/2006/relationships/customXml" Target="../ink/ink86.xml"/><Relationship Id="rId10" Type="http://schemas.openxmlformats.org/officeDocument/2006/relationships/image" Target="../media/image106.png"/><Relationship Id="rId1" Type="http://schemas.openxmlformats.org/officeDocument/2006/relationships/customXml" Target="../ink/ink81.xml"/></Relationships>
</file>

<file path=ppt/slides/_rels/slide51.xml.rels><?xml version="1.0" encoding="UTF-8" standalone="yes"?>
<Relationships xmlns="http://schemas.openxmlformats.org/package/2006/relationships"><Relationship Id="rId9" Type="http://schemas.openxmlformats.org/officeDocument/2006/relationships/customXml" Target="../ink/ink91.xml"/><Relationship Id="rId8" Type="http://schemas.openxmlformats.org/officeDocument/2006/relationships/image" Target="../media/image112.png"/><Relationship Id="rId7" Type="http://schemas.openxmlformats.org/officeDocument/2006/relationships/customXml" Target="../ink/ink90.xml"/><Relationship Id="rId6" Type="http://schemas.openxmlformats.org/officeDocument/2006/relationships/image" Target="../media/image111.png"/><Relationship Id="rId5" Type="http://schemas.openxmlformats.org/officeDocument/2006/relationships/customXml" Target="../ink/ink89.xml"/><Relationship Id="rId4" Type="http://schemas.openxmlformats.org/officeDocument/2006/relationships/image" Target="../media/image110.png"/><Relationship Id="rId31" Type="http://schemas.openxmlformats.org/officeDocument/2006/relationships/slideLayout" Target="../slideLayouts/slideLayout2.xml"/><Relationship Id="rId30" Type="http://schemas.openxmlformats.org/officeDocument/2006/relationships/image" Target="../media/image123.png"/><Relationship Id="rId3" Type="http://schemas.openxmlformats.org/officeDocument/2006/relationships/customXml" Target="../ink/ink88.xml"/><Relationship Id="rId29" Type="http://schemas.openxmlformats.org/officeDocument/2006/relationships/customXml" Target="../ink/ink101.xml"/><Relationship Id="rId28" Type="http://schemas.openxmlformats.org/officeDocument/2006/relationships/image" Target="../media/image122.png"/><Relationship Id="rId27" Type="http://schemas.openxmlformats.org/officeDocument/2006/relationships/customXml" Target="../ink/ink100.xml"/><Relationship Id="rId26" Type="http://schemas.openxmlformats.org/officeDocument/2006/relationships/image" Target="../media/image121.png"/><Relationship Id="rId25" Type="http://schemas.openxmlformats.org/officeDocument/2006/relationships/customXml" Target="../ink/ink99.xml"/><Relationship Id="rId24" Type="http://schemas.openxmlformats.org/officeDocument/2006/relationships/image" Target="../media/image120.png"/><Relationship Id="rId23" Type="http://schemas.openxmlformats.org/officeDocument/2006/relationships/customXml" Target="../ink/ink98.xml"/><Relationship Id="rId22" Type="http://schemas.openxmlformats.org/officeDocument/2006/relationships/image" Target="../media/image119.png"/><Relationship Id="rId21" Type="http://schemas.openxmlformats.org/officeDocument/2006/relationships/customXml" Target="../ink/ink97.xml"/><Relationship Id="rId20" Type="http://schemas.openxmlformats.org/officeDocument/2006/relationships/image" Target="../media/image118.png"/><Relationship Id="rId2" Type="http://schemas.openxmlformats.org/officeDocument/2006/relationships/image" Target="../media/image109.png"/><Relationship Id="rId19" Type="http://schemas.openxmlformats.org/officeDocument/2006/relationships/customXml" Target="../ink/ink96.xml"/><Relationship Id="rId18" Type="http://schemas.openxmlformats.org/officeDocument/2006/relationships/image" Target="../media/image117.png"/><Relationship Id="rId17" Type="http://schemas.openxmlformats.org/officeDocument/2006/relationships/customXml" Target="../ink/ink95.xml"/><Relationship Id="rId16" Type="http://schemas.openxmlformats.org/officeDocument/2006/relationships/image" Target="../media/image116.png"/><Relationship Id="rId15" Type="http://schemas.openxmlformats.org/officeDocument/2006/relationships/customXml" Target="../ink/ink94.xml"/><Relationship Id="rId14" Type="http://schemas.openxmlformats.org/officeDocument/2006/relationships/image" Target="../media/image115.png"/><Relationship Id="rId13" Type="http://schemas.openxmlformats.org/officeDocument/2006/relationships/customXml" Target="../ink/ink93.xml"/><Relationship Id="rId12" Type="http://schemas.openxmlformats.org/officeDocument/2006/relationships/image" Target="../media/image114.png"/><Relationship Id="rId11" Type="http://schemas.openxmlformats.org/officeDocument/2006/relationships/customXml" Target="../ink/ink92.xml"/><Relationship Id="rId10" Type="http://schemas.openxmlformats.org/officeDocument/2006/relationships/image" Target="../media/image113.png"/><Relationship Id="rId1" Type="http://schemas.openxmlformats.org/officeDocument/2006/relationships/tags" Target="../tags/tag10.xml"/></Relationships>
</file>

<file path=ppt/slides/_rels/slide52.xml.rels><?xml version="1.0" encoding="UTF-8" standalone="yes"?>
<Relationships xmlns="http://schemas.openxmlformats.org/package/2006/relationships"><Relationship Id="rId9" Type="http://schemas.openxmlformats.org/officeDocument/2006/relationships/customXml" Target="../ink/ink106.xml"/><Relationship Id="rId8" Type="http://schemas.openxmlformats.org/officeDocument/2006/relationships/image" Target="../media/image127.png"/><Relationship Id="rId7" Type="http://schemas.openxmlformats.org/officeDocument/2006/relationships/customXml" Target="../ink/ink105.xml"/><Relationship Id="rId6" Type="http://schemas.openxmlformats.org/officeDocument/2006/relationships/image" Target="../media/image126.png"/><Relationship Id="rId5" Type="http://schemas.openxmlformats.org/officeDocument/2006/relationships/customXml" Target="../ink/ink104.xml"/><Relationship Id="rId45" Type="http://schemas.openxmlformats.org/officeDocument/2006/relationships/slideLayout" Target="../slideLayouts/slideLayout2.xml"/><Relationship Id="rId44" Type="http://schemas.openxmlformats.org/officeDocument/2006/relationships/image" Target="../media/image145.png"/><Relationship Id="rId43" Type="http://schemas.openxmlformats.org/officeDocument/2006/relationships/customXml" Target="../ink/ink123.xml"/><Relationship Id="rId42" Type="http://schemas.openxmlformats.org/officeDocument/2006/relationships/image" Target="../media/image144.png"/><Relationship Id="rId41" Type="http://schemas.openxmlformats.org/officeDocument/2006/relationships/customXml" Target="../ink/ink122.xml"/><Relationship Id="rId40" Type="http://schemas.openxmlformats.org/officeDocument/2006/relationships/image" Target="../media/image143.png"/><Relationship Id="rId4" Type="http://schemas.openxmlformats.org/officeDocument/2006/relationships/image" Target="../media/image125.png"/><Relationship Id="rId39" Type="http://schemas.openxmlformats.org/officeDocument/2006/relationships/customXml" Target="../ink/ink121.xml"/><Relationship Id="rId38" Type="http://schemas.openxmlformats.org/officeDocument/2006/relationships/image" Target="../media/image142.png"/><Relationship Id="rId37" Type="http://schemas.openxmlformats.org/officeDocument/2006/relationships/customXml" Target="../ink/ink120.xml"/><Relationship Id="rId36" Type="http://schemas.openxmlformats.org/officeDocument/2006/relationships/image" Target="../media/image141.png"/><Relationship Id="rId35" Type="http://schemas.openxmlformats.org/officeDocument/2006/relationships/customXml" Target="../ink/ink119.xml"/><Relationship Id="rId34" Type="http://schemas.openxmlformats.org/officeDocument/2006/relationships/image" Target="../media/image140.png"/><Relationship Id="rId33" Type="http://schemas.openxmlformats.org/officeDocument/2006/relationships/customXml" Target="../ink/ink118.xml"/><Relationship Id="rId32" Type="http://schemas.openxmlformats.org/officeDocument/2006/relationships/image" Target="../media/image139.png"/><Relationship Id="rId31" Type="http://schemas.openxmlformats.org/officeDocument/2006/relationships/customXml" Target="../ink/ink117.xml"/><Relationship Id="rId30" Type="http://schemas.openxmlformats.org/officeDocument/2006/relationships/image" Target="../media/image138.png"/><Relationship Id="rId3" Type="http://schemas.openxmlformats.org/officeDocument/2006/relationships/customXml" Target="../ink/ink103.xml"/><Relationship Id="rId29" Type="http://schemas.openxmlformats.org/officeDocument/2006/relationships/customXml" Target="../ink/ink116.xml"/><Relationship Id="rId28" Type="http://schemas.openxmlformats.org/officeDocument/2006/relationships/image" Target="../media/image137.png"/><Relationship Id="rId27" Type="http://schemas.openxmlformats.org/officeDocument/2006/relationships/customXml" Target="../ink/ink115.xml"/><Relationship Id="rId26" Type="http://schemas.openxmlformats.org/officeDocument/2006/relationships/image" Target="../media/image136.png"/><Relationship Id="rId25" Type="http://schemas.openxmlformats.org/officeDocument/2006/relationships/customXml" Target="../ink/ink114.xml"/><Relationship Id="rId24" Type="http://schemas.openxmlformats.org/officeDocument/2006/relationships/image" Target="../media/image135.png"/><Relationship Id="rId23" Type="http://schemas.openxmlformats.org/officeDocument/2006/relationships/customXml" Target="../ink/ink113.xml"/><Relationship Id="rId22" Type="http://schemas.openxmlformats.org/officeDocument/2006/relationships/image" Target="../media/image134.png"/><Relationship Id="rId21" Type="http://schemas.openxmlformats.org/officeDocument/2006/relationships/customXml" Target="../ink/ink112.xml"/><Relationship Id="rId20" Type="http://schemas.openxmlformats.org/officeDocument/2006/relationships/image" Target="../media/image133.png"/><Relationship Id="rId2" Type="http://schemas.openxmlformats.org/officeDocument/2006/relationships/image" Target="../media/image124.png"/><Relationship Id="rId19" Type="http://schemas.openxmlformats.org/officeDocument/2006/relationships/customXml" Target="../ink/ink111.xml"/><Relationship Id="rId18" Type="http://schemas.openxmlformats.org/officeDocument/2006/relationships/image" Target="../media/image132.png"/><Relationship Id="rId17" Type="http://schemas.openxmlformats.org/officeDocument/2006/relationships/customXml" Target="../ink/ink110.xml"/><Relationship Id="rId16" Type="http://schemas.openxmlformats.org/officeDocument/2006/relationships/image" Target="../media/image131.png"/><Relationship Id="rId15" Type="http://schemas.openxmlformats.org/officeDocument/2006/relationships/customXml" Target="../ink/ink109.xml"/><Relationship Id="rId14" Type="http://schemas.openxmlformats.org/officeDocument/2006/relationships/image" Target="../media/image130.png"/><Relationship Id="rId13" Type="http://schemas.openxmlformats.org/officeDocument/2006/relationships/customXml" Target="../ink/ink108.xml"/><Relationship Id="rId12" Type="http://schemas.openxmlformats.org/officeDocument/2006/relationships/image" Target="../media/image129.png"/><Relationship Id="rId11" Type="http://schemas.openxmlformats.org/officeDocument/2006/relationships/customXml" Target="../ink/ink107.xml"/><Relationship Id="rId10" Type="http://schemas.openxmlformats.org/officeDocument/2006/relationships/image" Target="../media/image128.png"/><Relationship Id="rId1" Type="http://schemas.openxmlformats.org/officeDocument/2006/relationships/customXml" Target="../ink/ink10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4.png"/><Relationship Id="rId1" Type="http://schemas.openxmlformats.org/officeDocument/2006/relationships/customXml" Target="../ink/ink1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43230" y="980440"/>
            <a:ext cx="8229600" cy="4525963"/>
          </a:xfrm>
        </p:spPr>
        <p:txBody>
          <a:bodyPr/>
          <a:p>
            <a:pPr marL="0" indent="0">
              <a:buNone/>
            </a:pPr>
            <a:r>
              <a:rPr lang="zh-CN" altLang="en-US" sz="4000" b="1">
                <a:solidFill>
                  <a:srgbClr val="FF0000"/>
                </a:solidFill>
                <a:effectLst/>
              </a:rPr>
              <a:t>回顾第</a:t>
            </a:r>
            <a:r>
              <a:rPr lang="en-US" altLang="zh-CN" sz="4000" b="1">
                <a:solidFill>
                  <a:srgbClr val="FF0000"/>
                </a:solidFill>
                <a:effectLst/>
              </a:rPr>
              <a:t>2</a:t>
            </a:r>
            <a:r>
              <a:rPr lang="zh-CN" altLang="en-US" sz="4000" b="1">
                <a:solidFill>
                  <a:srgbClr val="FF0000"/>
                </a:solidFill>
                <a:effectLst/>
              </a:rPr>
              <a:t>章内容：</a:t>
            </a:r>
            <a:endParaRPr lang="en-US" altLang="zh-CN" sz="4000" b="1">
              <a:solidFill>
                <a:srgbClr val="FF0000"/>
              </a:solidFill>
              <a:effectLst/>
            </a:endParaRPr>
          </a:p>
          <a:p>
            <a:pPr marL="0" indent="0">
              <a:buFont typeface="Wingdings" panose="05000000000000000000" pitchFamily="2" charset="2"/>
              <a:buNone/>
              <a:defRPr/>
            </a:pPr>
            <a:r>
              <a:rPr lang="en-US" altLang="zh-CN">
                <a:solidFill>
                  <a:schemeClr val="bg2">
                    <a:lumMod val="10000"/>
                  </a:schemeClr>
                </a:solidFill>
                <a:effectLst/>
                <a:latin typeface="宋体" panose="02010600030101010101" pitchFamily="2" charset="-122"/>
                <a:ea typeface="宋体" panose="02010600030101010101" pitchFamily="2" charset="-122"/>
                <a:cs typeface="宋体" panose="02010600030101010101" pitchFamily="2" charset="-122"/>
              </a:rPr>
              <a:t>Q1</a:t>
            </a:r>
            <a:r>
              <a:rPr lang="zh-CN" altLang="en-US">
                <a:solidFill>
                  <a:schemeClr val="bg2">
                    <a:lumMod val="10000"/>
                  </a:schemeClr>
                </a:solidFill>
                <a:effectLst/>
                <a:latin typeface="宋体" panose="02010600030101010101" pitchFamily="2" charset="-122"/>
                <a:ea typeface="宋体" panose="02010600030101010101" pitchFamily="2" charset="-122"/>
                <a:cs typeface="宋体" panose="02010600030101010101" pitchFamily="2" charset="-122"/>
              </a:rPr>
              <a:t>：</a:t>
            </a:r>
            <a:r>
              <a:rPr lang="zh-CN" altLang="en-US" dirty="0" smtClean="0">
                <a:solidFill>
                  <a:srgbClr val="000000"/>
                </a:solidFill>
                <a:effectLst/>
                <a:latin typeface="宋体" panose="02010600030101010101" pitchFamily="2" charset="-122"/>
                <a:ea typeface="宋体" panose="02010600030101010101" pitchFamily="2" charset="-122"/>
                <a:cs typeface="宋体" panose="02010600030101010101" pitchFamily="2" charset="-122"/>
                <a:sym typeface="+mn-ea"/>
              </a:rPr>
              <a:t>请解释说明数据流图中的自动化边界。</a:t>
            </a:r>
            <a:endParaRPr lang="zh-CN" altLang="en-US">
              <a:solidFill>
                <a:schemeClr val="bg2">
                  <a:lumMod val="10000"/>
                </a:schemeClr>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custDataLst>
              <p:tags r:id="rId1"/>
            </p:custDataLst>
          </p:nvPr>
        </p:nvPicPr>
        <p:blipFill>
          <a:blip r:embed="rId2"/>
          <a:stretch>
            <a:fillRect/>
          </a:stretch>
        </p:blipFill>
        <p:spPr>
          <a:xfrm>
            <a:off x="1547495" y="405130"/>
            <a:ext cx="6289675" cy="264668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1620520" y="3382010"/>
            <a:ext cx="6254750" cy="29203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Font typeface="Wingdings" panose="05000000000000000000" pitchFamily="2" charset="2"/>
              <a:buNone/>
              <a:defRPr/>
            </a:pPr>
            <a:r>
              <a:rPr lang="en-US" altLang="zh-CN" dirty="0" smtClean="0">
                <a:solidFill>
                  <a:srgbClr val="000000"/>
                </a:solidFill>
                <a:effectLst/>
                <a:latin typeface="+mj-ea"/>
                <a:ea typeface="+mj-ea"/>
              </a:rPr>
              <a:t>Q2: </a:t>
            </a:r>
            <a:r>
              <a:rPr lang="zh-CN" altLang="en-US" dirty="0" smtClean="0">
                <a:solidFill>
                  <a:srgbClr val="000000"/>
                </a:solidFill>
                <a:effectLst/>
                <a:latin typeface="+mj-ea"/>
                <a:ea typeface="+mj-ea"/>
              </a:rPr>
              <a:t>进行成本</a:t>
            </a:r>
            <a:r>
              <a:rPr lang="en-US" altLang="zh-CN" dirty="0" smtClean="0">
                <a:solidFill>
                  <a:srgbClr val="000000"/>
                </a:solidFill>
                <a:effectLst/>
                <a:latin typeface="+mj-ea"/>
                <a:ea typeface="+mj-ea"/>
              </a:rPr>
              <a:t>/</a:t>
            </a:r>
            <a:r>
              <a:rPr lang="zh-CN" altLang="en-US" dirty="0" smtClean="0">
                <a:solidFill>
                  <a:srgbClr val="000000"/>
                </a:solidFill>
                <a:effectLst/>
                <a:latin typeface="+mj-ea"/>
                <a:ea typeface="+mj-ea"/>
              </a:rPr>
              <a:t>效益分析时，如何计算投资回收期？</a:t>
            </a:r>
            <a:endParaRPr lang="zh-CN" altLang="en-US" dirty="0" smtClean="0">
              <a:solidFill>
                <a:srgbClr val="000000"/>
              </a:solidFill>
              <a:effectLst/>
              <a:latin typeface="+mj-ea"/>
              <a:ea typeface="+mj-ea"/>
            </a:endParaRPr>
          </a:p>
        </p:txBody>
      </p:sp>
      <p:sp>
        <p:nvSpPr>
          <p:cNvPr id="4" name="日期占位符 3"/>
          <p:cNvSpPr>
            <a:spLocks noGrp="1"/>
          </p:cNvSpPr>
          <p:nvPr>
            <p:ph type="dt" sz="quarter" idx="10"/>
          </p:nvPr>
        </p:nvSpPr>
        <p:spPr/>
        <p:txBody>
          <a:bodyPr/>
          <a:lstStyle/>
          <a:p>
            <a:pPr>
              <a:defRPr/>
            </a:pPr>
            <a:fld id="{BB962C8B-B14F-4D97-AF65-F5344CB8AC3E}" type="datetime11">
              <a:rPr lang="zh-CN" altLang="zh-CN" smtClean="0"/>
            </a:fld>
            <a:endParaRPr lang="en-US" altLang="zh-CN"/>
          </a:p>
        </p:txBody>
      </p:sp>
      <p:sp>
        <p:nvSpPr>
          <p:cNvPr id="4100"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2870FC31-5814-4D3A-8DE8-34EFB94707B5}"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4101" name="标题 1"/>
          <p:cNvSpPr>
            <a:spLocks noGrp="1"/>
          </p:cNvSpPr>
          <p:nvPr>
            <p:ph type="title"/>
          </p:nvPr>
        </p:nvSpPr>
        <p:spPr>
          <a:xfrm>
            <a:off x="323850" y="333375"/>
            <a:ext cx="8229600" cy="1139825"/>
          </a:xfrm>
        </p:spPr>
        <p:txBody>
          <a:bodyPr/>
          <a:lstStyle/>
          <a:p>
            <a:endParaRPr lang="en-US" altLang="en-US" noProof="1" smtClean="0">
              <a:solidFill>
                <a:srgbClr val="000000"/>
              </a:solidFill>
              <a:effectLs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custDataLst>
              <p:tags r:id="rId1"/>
            </p:custDataLst>
          </p:nvPr>
        </p:nvPicPr>
        <p:blipFill>
          <a:blip r:embed="rId2"/>
          <a:stretch>
            <a:fillRect/>
          </a:stretch>
        </p:blipFill>
        <p:spPr>
          <a:xfrm>
            <a:off x="1691640" y="1268730"/>
            <a:ext cx="6286500" cy="44284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394970" y="770890"/>
            <a:ext cx="8229600" cy="1565275"/>
          </a:xfrm>
        </p:spPr>
        <p:txBody>
          <a:bodyPr/>
          <a:lstStyle/>
          <a:p>
            <a:r>
              <a:rPr lang="en-US" altLang="zh-CN" noProof="1" smtClean="0">
                <a:solidFill>
                  <a:srgbClr val="000000"/>
                </a:solidFill>
                <a:effectLst/>
              </a:rPr>
              <a:t>Q3: </a:t>
            </a:r>
            <a:r>
              <a:rPr lang="zh-CN" altLang="en-US" noProof="1" smtClean="0">
                <a:solidFill>
                  <a:srgbClr val="000000"/>
                </a:solidFill>
                <a:effectLst/>
              </a:rPr>
              <a:t>进行成本</a:t>
            </a:r>
            <a:r>
              <a:rPr lang="zh-CN" altLang="zh-CN" noProof="1" smtClean="0">
                <a:solidFill>
                  <a:srgbClr val="000000"/>
                </a:solidFill>
                <a:effectLst/>
              </a:rPr>
              <a:t>/</a:t>
            </a:r>
            <a:r>
              <a:rPr lang="zh-CN" altLang="en-US" noProof="1" smtClean="0">
                <a:solidFill>
                  <a:srgbClr val="000000"/>
                </a:solidFill>
                <a:effectLst/>
              </a:rPr>
              <a:t>效益分析时，</a:t>
            </a:r>
            <a:r>
              <a:rPr lang="zh-CN" altLang="en-US" dirty="0" smtClean="0">
                <a:solidFill>
                  <a:srgbClr val="FF0000"/>
                </a:solidFill>
                <a:effectLst/>
                <a:latin typeface="+mj-ea"/>
                <a:sym typeface="+mn-ea"/>
              </a:rPr>
              <a:t>在最终收益未知的情况下</a:t>
            </a:r>
            <a:r>
              <a:rPr lang="zh-CN" altLang="en-US" dirty="0" smtClean="0">
                <a:solidFill>
                  <a:srgbClr val="000000"/>
                </a:solidFill>
                <a:effectLst/>
                <a:latin typeface="+mj-ea"/>
                <a:sym typeface="+mn-ea"/>
              </a:rPr>
              <a:t>，一般</a:t>
            </a:r>
            <a:r>
              <a:rPr lang="zh-CN" altLang="en-US" noProof="1" smtClean="0">
                <a:solidFill>
                  <a:srgbClr val="000000"/>
                </a:solidFill>
                <a:effectLst/>
              </a:rPr>
              <a:t>如何计算投资回收率？</a:t>
            </a:r>
            <a:endParaRPr lang="zh-CN" altLang="en-US"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5124"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4544C82-CBE3-44C8-B838-627DA7E5ED04}"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2"/>
          <p:cNvSpPr>
            <a:spLocks noGrp="1" noChangeArrowheads="1"/>
          </p:cNvSpPr>
          <p:nvPr>
            <p:ph idx="1"/>
          </p:nvPr>
        </p:nvSpPr>
        <p:spPr>
          <a:xfrm>
            <a:off x="457200" y="1600200"/>
            <a:ext cx="8435975" cy="4525963"/>
          </a:xfrm>
        </p:spPr>
        <p:txBody>
          <a:bodyPr/>
          <a:lstStyle/>
          <a:p>
            <a:pPr marL="0" indent="0">
              <a:buFont typeface="Wingdings" panose="05000000000000000000" pitchFamily="2" charset="2"/>
              <a:buNone/>
            </a:pPr>
            <a:r>
              <a:rPr lang="zh-CN" altLang="en-US" smtClean="0">
                <a:solidFill>
                  <a:srgbClr val="000000"/>
                </a:solidFill>
                <a:effectLst/>
                <a:latin typeface="宋体" panose="02010600030101010101" pitchFamily="2" charset="-122"/>
                <a:ea typeface="宋体" panose="02010600030101010101" pitchFamily="2" charset="-122"/>
              </a:rPr>
              <a:t>将</a:t>
            </a:r>
            <a:r>
              <a:rPr lang="zh-CN" altLang="en-US" smtClean="0">
                <a:solidFill>
                  <a:srgbClr val="0000FF"/>
                </a:solidFill>
                <a:effectLst/>
                <a:latin typeface="宋体" panose="02010600030101010101" pitchFamily="2" charset="-122"/>
                <a:ea typeface="宋体" panose="02010600030101010101" pitchFamily="2" charset="-122"/>
              </a:rPr>
              <a:t>投资额</a:t>
            </a:r>
            <a:r>
              <a:rPr lang="zh-CN" altLang="en-US" smtClean="0">
                <a:solidFill>
                  <a:srgbClr val="000000"/>
                </a:solidFill>
                <a:effectLst/>
                <a:latin typeface="宋体" panose="02010600030101010101" pitchFamily="2" charset="-122"/>
                <a:ea typeface="宋体" panose="02010600030101010101" pitchFamily="2" charset="-122"/>
              </a:rPr>
              <a:t>存入银行，每年年底从银行取回的钱等于</a:t>
            </a:r>
            <a:r>
              <a:rPr lang="zh-CN" altLang="en-US" smtClean="0">
                <a:solidFill>
                  <a:srgbClr val="0000FF"/>
                </a:solidFill>
                <a:effectLst/>
                <a:latin typeface="宋体" panose="02010600030101010101" pitchFamily="2" charset="-122"/>
                <a:ea typeface="宋体" panose="02010600030101010101" pitchFamily="2" charset="-122"/>
              </a:rPr>
              <a:t>每年的预期效益</a:t>
            </a:r>
            <a:r>
              <a:rPr lang="zh-CN" altLang="en-US" smtClean="0">
                <a:solidFill>
                  <a:srgbClr val="000000"/>
                </a:solidFill>
                <a:effectLst/>
                <a:latin typeface="宋体" panose="02010600030101010101" pitchFamily="2" charset="-122"/>
                <a:ea typeface="宋体" panose="02010600030101010101" pitchFamily="2" charset="-122"/>
              </a:rPr>
              <a:t>，时间等于</a:t>
            </a:r>
            <a:r>
              <a:rPr lang="zh-CN" altLang="en-US" smtClean="0">
                <a:solidFill>
                  <a:srgbClr val="0000FF"/>
                </a:solidFill>
                <a:effectLst/>
                <a:latin typeface="宋体" panose="02010600030101010101" pitchFamily="2" charset="-122"/>
                <a:ea typeface="宋体" panose="02010600030101010101" pitchFamily="2" charset="-122"/>
              </a:rPr>
              <a:t>系统寿命</a:t>
            </a:r>
            <a:r>
              <a:rPr lang="zh-CN" altLang="en-US" smtClean="0">
                <a:solidFill>
                  <a:srgbClr val="000000"/>
                </a:solidFill>
                <a:effectLst/>
                <a:latin typeface="宋体" panose="02010600030101010101" pitchFamily="2" charset="-122"/>
                <a:ea typeface="宋体" panose="02010600030101010101" pitchFamily="2" charset="-122"/>
              </a:rPr>
              <a:t>时，正好把在银行的存款全部取完。计算</a:t>
            </a:r>
            <a:r>
              <a:rPr lang="zh-CN" altLang="en-US" smtClean="0">
                <a:solidFill>
                  <a:srgbClr val="0000FF"/>
                </a:solidFill>
                <a:effectLst/>
                <a:latin typeface="宋体" panose="02010600030101010101" pitchFamily="2" charset="-122"/>
                <a:ea typeface="宋体" panose="02010600030101010101" pitchFamily="2" charset="-122"/>
              </a:rPr>
              <a:t>年利率</a:t>
            </a:r>
            <a:r>
              <a:rPr lang="zh-CN" altLang="en-US" smtClean="0">
                <a:solidFill>
                  <a:srgbClr val="000000"/>
                </a:solidFill>
                <a:effectLst/>
                <a:latin typeface="宋体" panose="02010600030101010101" pitchFamily="2" charset="-122"/>
                <a:ea typeface="宋体" panose="02010600030101010101" pitchFamily="2" charset="-122"/>
              </a:rPr>
              <a:t>是多少？计算出的年利率即投资回收率。</a:t>
            </a:r>
            <a:endParaRPr lang="zh-CN" altLang="en-US" smtClean="0">
              <a:solidFill>
                <a:srgbClr val="000000"/>
              </a:solidFill>
              <a:effectLst/>
              <a:latin typeface="宋体" panose="02010600030101010101" pitchFamily="2" charset="-122"/>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6148"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2C490993-D285-41EC-BDE1-6532EEBD442C}"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graphicFrame>
        <p:nvGraphicFramePr>
          <p:cNvPr id="6149" name="对象 3"/>
          <p:cNvGraphicFramePr>
            <a:graphicFrameLocks noGrp="1" noChangeAspect="1"/>
          </p:cNvGraphicFramePr>
          <p:nvPr/>
        </p:nvGraphicFramePr>
        <p:xfrm>
          <a:off x="971550" y="4149725"/>
          <a:ext cx="7059613" cy="495300"/>
        </p:xfrm>
        <a:graphic>
          <a:graphicData uri="http://schemas.openxmlformats.org/presentationml/2006/ole">
            <mc:AlternateContent xmlns:mc="http://schemas.openxmlformats.org/markup-compatibility/2006">
              <mc:Choice xmlns:v="urn:schemas-microsoft-com:vml" Requires="v">
                <p:oleObj spid="_x0000_s6167" name="" r:id="rId1" imgW="3429000" imgH="241300" progId="Equation.3">
                  <p:embed/>
                </p:oleObj>
              </mc:Choice>
              <mc:Fallback>
                <p:oleObj name="" r:id="rId1" imgW="3429000" imgH="241300" progId="Equation.3">
                  <p:embed/>
                  <p:pic>
                    <p:nvPicPr>
                      <p:cNvPr id="0" name="对象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4149725"/>
                        <a:ext cx="7059613"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80915" y="2925579"/>
            <a:ext cx="7818438" cy="2262188"/>
          </a:xfrm>
        </p:spPr>
        <p:txBody>
          <a:bodyPr/>
          <a:lstStyle/>
          <a:p>
            <a:pPr>
              <a:buFont typeface="Wingdings" panose="05000000000000000000" pitchFamily="2" charset="2"/>
              <a:buNone/>
              <a:defRPr/>
            </a:pPr>
            <a:r>
              <a:rPr lang="en-US" altLang="zh-CN" noProof="1">
                <a:solidFill>
                  <a:srgbClr val="FF0000"/>
                </a:solidFill>
                <a:latin typeface="宋体" panose="02010600030101010101" pitchFamily="2" charset="-122"/>
                <a:ea typeface="宋体" panose="02010600030101010101" pitchFamily="2" charset="-122"/>
              </a:rPr>
              <a:t>           </a:t>
            </a:r>
            <a:r>
              <a:rPr lang="en-US" altLang="zh-CN" noProof="1">
                <a:solidFill>
                  <a:srgbClr val="000000"/>
                </a:solidFill>
                <a:effectLst/>
                <a:latin typeface="宋体" panose="02010600030101010101" pitchFamily="2" charset="-122"/>
                <a:ea typeface="宋体" panose="02010600030101010101" pitchFamily="2" charset="-122"/>
              </a:rPr>
              <a:t>        </a:t>
            </a:r>
            <a:r>
              <a:rPr lang="zh-CN" altLang="zh-CN" sz="2000" noProof="1">
                <a:solidFill>
                  <a:srgbClr val="000000"/>
                </a:solidFill>
                <a:effectLst/>
                <a:latin typeface="宋体" panose="02010600030101010101" pitchFamily="2" charset="-122"/>
                <a:ea typeface="宋体" panose="02010600030101010101" pitchFamily="2" charset="-122"/>
              </a:rPr>
              <a:t>吕国华</a:t>
            </a:r>
            <a:endParaRPr lang="zh-CN"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r>
              <a:rPr lang="zh-CN" altLang="zh-CN" sz="2000" noProof="1">
                <a:solidFill>
                  <a:srgbClr val="000000"/>
                </a:solidFill>
                <a:effectLst/>
                <a:latin typeface="宋体" panose="02010600030101010101" pitchFamily="2" charset="-122"/>
                <a:ea typeface="宋体" panose="02010600030101010101" pitchFamily="2" charset="-122"/>
              </a:rPr>
              <a:t>   </a:t>
            </a:r>
            <a:endParaRPr lang="zh-CN"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r>
              <a:rPr lang="zh-CN" altLang="zh-CN" sz="2000" noProof="1">
                <a:solidFill>
                  <a:srgbClr val="000000"/>
                </a:solidFill>
                <a:effectLst/>
                <a:latin typeface="宋体" panose="02010600030101010101" pitchFamily="2" charset="-122"/>
                <a:ea typeface="宋体" panose="02010600030101010101" pitchFamily="2" charset="-122"/>
              </a:rPr>
              <a:t>                   齐鲁</a:t>
            </a:r>
            <a:r>
              <a:rPr lang="zh-CN" altLang="zh-CN" sz="2000" noProof="1" smtClean="0">
                <a:solidFill>
                  <a:srgbClr val="000000"/>
                </a:solidFill>
                <a:effectLst/>
                <a:latin typeface="宋体" panose="02010600030101010101" pitchFamily="2" charset="-122"/>
                <a:ea typeface="宋体" panose="02010600030101010101" pitchFamily="2" charset="-122"/>
              </a:rPr>
              <a:t>工业大学</a:t>
            </a:r>
            <a:r>
              <a:rPr lang="zh-CN" altLang="en-US" sz="2000" noProof="1" smtClean="0">
                <a:solidFill>
                  <a:srgbClr val="000000"/>
                </a:solidFill>
                <a:effectLst/>
                <a:latin typeface="宋体" panose="02010600030101010101" pitchFamily="2" charset="-122"/>
                <a:ea typeface="宋体" panose="02010600030101010101" pitchFamily="2" charset="-122"/>
              </a:rPr>
              <a:t>（山东省科学院）计算学部</a:t>
            </a:r>
            <a:endParaRPr lang="zh-CN"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endParaRPr lang="zh-CN"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r>
              <a:rPr lang="zh-CN" altLang="zh-CN" sz="2000" noProof="1">
                <a:solidFill>
                  <a:srgbClr val="000000"/>
                </a:solidFill>
                <a:effectLst/>
                <a:latin typeface="宋体" panose="02010600030101010101" pitchFamily="2" charset="-122"/>
                <a:ea typeface="宋体" panose="02010600030101010101" pitchFamily="2" charset="-122"/>
              </a:rPr>
              <a:t>                 </a:t>
            </a:r>
            <a:r>
              <a:rPr lang="zh-CN" altLang="zh-CN" sz="2000" noProof="1">
                <a:solidFill>
                  <a:schemeClr val="bg2">
                    <a:lumMod val="10000"/>
                  </a:schemeClr>
                </a:solidFill>
                <a:effectLst/>
                <a:latin typeface="宋体" panose="02010600030101010101" pitchFamily="2" charset="-122"/>
                <a:ea typeface="宋体" panose="02010600030101010101" pitchFamily="2" charset="-122"/>
              </a:rPr>
              <a:t>  </a:t>
            </a:r>
            <a:r>
              <a:rPr lang="en-US" altLang="zh-CN" sz="2000" noProof="1">
                <a:solidFill>
                  <a:schemeClr val="bg2">
                    <a:lumMod val="10000"/>
                  </a:schemeClr>
                </a:solidFill>
                <a:effectLst/>
                <a:latin typeface="宋体" panose="02010600030101010101" pitchFamily="2" charset="-122"/>
                <a:ea typeface="宋体" panose="02010600030101010101" pitchFamily="2" charset="-122"/>
              </a:rPr>
              <a:t>    Email: guohualv</a:t>
            </a:r>
            <a:r>
              <a:rPr lang="en-US" altLang="zh-CN" sz="2000" noProof="1" smtClean="0">
                <a:solidFill>
                  <a:schemeClr val="bg2">
                    <a:lumMod val="10000"/>
                  </a:schemeClr>
                </a:solidFill>
                <a:effectLst/>
                <a:latin typeface="宋体" panose="02010600030101010101" pitchFamily="2" charset="-122"/>
                <a:ea typeface="宋体" panose="02010600030101010101" pitchFamily="2" charset="-122"/>
              </a:rPr>
              <a:t>@qlu.edu.cn</a:t>
            </a:r>
            <a:endParaRPr lang="en-US" altLang="zh-CN" sz="2000" noProof="1" smtClean="0">
              <a:solidFill>
                <a:srgbClr val="0000FF"/>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endParaRPr lang="en-US"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endParaRPr lang="en-US"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endParaRPr lang="zh-CN" altLang="zh-CN" sz="2000" noProof="1">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defRPr/>
            </a:pPr>
            <a:endParaRPr lang="zh-CN" altLang="zh-CN" sz="2000" noProof="1">
              <a:solidFill>
                <a:srgbClr val="000000"/>
              </a:solidFill>
              <a:effectLst/>
              <a:latin typeface="宋体" panose="02010600030101010101" pitchFamily="2" charset="-122"/>
              <a:ea typeface="宋体" panose="02010600030101010101" pitchFamily="2" charset="-122"/>
            </a:endParaRPr>
          </a:p>
        </p:txBody>
      </p:sp>
      <p:sp>
        <p:nvSpPr>
          <p:cNvPr id="106498" name="Rectangle 2"/>
          <p:cNvSpPr>
            <a:spLocks noGrp="1"/>
          </p:cNvSpPr>
          <p:nvPr/>
        </p:nvSpPr>
        <p:spPr>
          <a:xfrm>
            <a:off x="1058863" y="1501775"/>
            <a:ext cx="6615112" cy="1174750"/>
          </a:xfrm>
          <a:prstGeom prst="rect">
            <a:avLst/>
          </a:prstGeom>
          <a:noFill/>
          <a:ln w="9525">
            <a:noFill/>
            <a:miter lim="800000"/>
          </a:ln>
          <a:effectLst/>
        </p:spPr>
        <p:txBody>
          <a:bodyPr anchor="ctr" anchorCtr="1"/>
          <a:lstStyle>
            <a:lvl1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5pPr>
            <a:lvl6pPr marL="4572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6pPr>
            <a:lvl7pPr marL="9144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7pPr>
            <a:lvl8pPr marL="13716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8pPr>
            <a:lvl9pPr marL="1828800" algn="ctr" rtl="0" fontAlgn="base">
              <a:spcBef>
                <a:spcPct val="0"/>
              </a:spcBef>
              <a:spcAft>
                <a:spcPct val="0"/>
              </a:spcAft>
              <a:defRPr sz="3600">
                <a:solidFill>
                  <a:schemeClr val="tx1"/>
                </a:solidFill>
                <a:effectLst>
                  <a:outerShdw blurRad="38100" dist="38100" dir="2700000" algn="tl">
                    <a:srgbClr val="000000"/>
                  </a:outerShdw>
                </a:effectLst>
                <a:latin typeface="Arial" panose="020B0604020202020204" pitchFamily="34" charset="0"/>
                <a:ea typeface="黑体" panose="02010609060101010101" pitchFamily="49" charset="-122"/>
              </a:defRPr>
            </a:lvl9pPr>
          </a:lstStyle>
          <a:p>
            <a:pPr eaLnBrk="1" hangingPunct="1">
              <a:defRPr/>
            </a:pPr>
            <a:r>
              <a:rPr lang="zh-CN" altLang="en-US" sz="4000" noProof="1">
                <a:solidFill>
                  <a:srgbClr val="000000"/>
                </a:solidFill>
                <a:effectLst/>
                <a:latin typeface="Times New Roman" panose="02020603050405020304" pitchFamily="18" charset="0"/>
              </a:rPr>
              <a:t>第3章 需求分析</a:t>
            </a:r>
            <a:r>
              <a:rPr lang="zh-CN" altLang="en-US" sz="4000" noProof="1">
                <a:latin typeface="Times New Roman" panose="02020603050405020304" pitchFamily="18" charset="0"/>
              </a:rPr>
              <a:t> </a:t>
            </a:r>
            <a:endParaRPr lang="zh-CN" altLang="en-US" sz="4000" noProof="1">
              <a:latin typeface="Times New Roman" panose="02020603050405020304" pitchFamily="18" charset="0"/>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717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67FB932C-860D-4DAF-946F-25519BFA2147}"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6" y="0"/>
            <a:ext cx="9143093"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椭圆 5"/>
          <p:cNvSpPr/>
          <p:nvPr/>
        </p:nvSpPr>
        <p:spPr>
          <a:xfrm>
            <a:off x="4283710" y="1917065"/>
            <a:ext cx="1944370" cy="864235"/>
          </a:xfrm>
          <a:prstGeom prst="ellipse">
            <a:avLst/>
          </a:prstGeom>
          <a:noFill/>
          <a:ln w="12700" cap="sq"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457200" y="1600200"/>
            <a:ext cx="8362950" cy="4525963"/>
          </a:xfrm>
        </p:spPr>
        <p:txBody>
          <a:bodyPr/>
          <a:lstStyle/>
          <a:p>
            <a:pPr>
              <a:buFont typeface="Wingdings" panose="05000000000000000000" pitchFamily="2" charset="2"/>
              <a:buNone/>
            </a:pPr>
            <a:r>
              <a:rPr lang="zh-CN" altLang="zh-CN" noProof="1" smtClean="0">
                <a:solidFill>
                  <a:srgbClr val="000000"/>
                </a:solidFill>
                <a:effectLst/>
                <a:latin typeface="宋体" panose="02010600030101010101" pitchFamily="2" charset="-122"/>
                <a:ea typeface="宋体" panose="02010600030101010101" pitchFamily="2" charset="-122"/>
                <a:sym typeface="楷体_GB2312" pitchFamily="49" charset="-122"/>
              </a:rPr>
              <a:t>  需求分析阶段要做什么事？</a:t>
            </a:r>
            <a:endParaRPr lang="zh-CN" altLang="zh-CN" noProof="1" smtClean="0">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pPr>
            <a:endParaRPr lang="zh-CN" altLang="zh-CN" noProof="1" smtClean="0">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pPr>
            <a:r>
              <a:rPr lang="zh-CN" altLang="en-US" noProof="1" smtClean="0">
                <a:solidFill>
                  <a:srgbClr val="000000"/>
                </a:solidFill>
                <a:effectLst/>
                <a:latin typeface="宋体" panose="02010600030101010101" pitchFamily="2" charset="-122"/>
                <a:ea typeface="宋体" panose="02010600030101010101" pitchFamily="2" charset="-122"/>
                <a:sym typeface="楷体_GB2312" pitchFamily="49" charset="-122"/>
              </a:rPr>
              <a:t>  简单来说，需求分析也可称作</a:t>
            </a:r>
            <a:r>
              <a:rPr lang="zh-CN" altLang="en-US" noProof="1" smtClean="0">
                <a:solidFill>
                  <a:srgbClr val="0000FF"/>
                </a:solidFill>
                <a:effectLst/>
                <a:highlight>
                  <a:srgbClr val="FFFF00"/>
                </a:highlight>
                <a:latin typeface="宋体" panose="02010600030101010101" pitchFamily="2" charset="-122"/>
                <a:ea typeface="宋体" panose="02010600030101010101" pitchFamily="2" charset="-122"/>
                <a:sym typeface="楷体_GB2312" pitchFamily="49" charset="-122"/>
              </a:rPr>
              <a:t>功能分析</a:t>
            </a:r>
            <a:r>
              <a:rPr lang="zh-CN" altLang="en-US" noProof="1" smtClean="0">
                <a:solidFill>
                  <a:srgbClr val="000000"/>
                </a:solidFill>
                <a:effectLst/>
                <a:latin typeface="宋体" panose="02010600030101010101" pitchFamily="2" charset="-122"/>
                <a:ea typeface="宋体" panose="02010600030101010101" pitchFamily="2" charset="-122"/>
                <a:sym typeface="楷体_GB2312" pitchFamily="49" charset="-122"/>
              </a:rPr>
              <a:t>，回答“</a:t>
            </a:r>
            <a:r>
              <a:rPr lang="zh-CN" altLang="zh-CN" noProof="1" smtClean="0">
                <a:solidFill>
                  <a:srgbClr val="0000FF"/>
                </a:solidFill>
                <a:effectLst/>
                <a:latin typeface="宋体" panose="02010600030101010101" pitchFamily="2" charset="-122"/>
                <a:ea typeface="宋体" panose="02010600030101010101" pitchFamily="2" charset="-122"/>
                <a:sym typeface="楷体_GB2312" pitchFamily="49" charset="-122"/>
              </a:rPr>
              <a:t>系统</a:t>
            </a:r>
            <a:r>
              <a:rPr lang="zh-CN" altLang="en-US" noProof="1" smtClean="0">
                <a:solidFill>
                  <a:srgbClr val="0000FF"/>
                </a:solidFill>
                <a:effectLst/>
                <a:latin typeface="宋体" panose="02010600030101010101" pitchFamily="2" charset="-122"/>
                <a:ea typeface="宋体" panose="02010600030101010101" pitchFamily="2" charset="-122"/>
                <a:sym typeface="楷体_GB2312" pitchFamily="49" charset="-122"/>
              </a:rPr>
              <a:t>必须做什么或实现什么功能</a:t>
            </a:r>
            <a:r>
              <a:rPr lang="zh-CN" altLang="zh-CN" noProof="1" smtClean="0">
                <a:solidFill>
                  <a:srgbClr val="0000FF"/>
                </a:solidFill>
                <a:effectLst/>
                <a:latin typeface="宋体" panose="02010600030101010101" pitchFamily="2" charset="-122"/>
                <a:ea typeface="宋体" panose="02010600030101010101" pitchFamily="2" charset="-122"/>
                <a:sym typeface="楷体_GB2312" pitchFamily="49" charset="-122"/>
              </a:rPr>
              <a:t>？</a:t>
            </a:r>
            <a:r>
              <a:rPr lang="zh-CN" altLang="en-US" noProof="1" smtClean="0">
                <a:solidFill>
                  <a:srgbClr val="000000"/>
                </a:solidFill>
                <a:effectLst/>
                <a:latin typeface="宋体" panose="02010600030101010101" pitchFamily="2" charset="-122"/>
                <a:ea typeface="宋体" panose="02010600030101010101" pitchFamily="2" charset="-122"/>
                <a:sym typeface="楷体_GB2312" pitchFamily="49" charset="-122"/>
              </a:rPr>
              <a:t>”</a:t>
            </a:r>
            <a:endParaRPr lang="zh-CN" altLang="zh-CN" noProof="1" smtClean="0">
              <a:solidFill>
                <a:srgbClr val="000000"/>
              </a:solidFill>
              <a:effectLst/>
              <a:latin typeface="宋体" panose="02010600030101010101" pitchFamily="2" charset="-122"/>
              <a:ea typeface="宋体" panose="02010600030101010101" pitchFamily="2" charset="-122"/>
              <a:sym typeface="楷体_GB2312" pitchFamily="49" charset="-122"/>
            </a:endParaRPr>
          </a:p>
          <a:p>
            <a:pPr>
              <a:buFont typeface="Wingdings" panose="05000000000000000000" pitchFamily="2" charset="2"/>
              <a:buNone/>
            </a:pPr>
            <a:endParaRPr lang="zh-CN" altLang="zh-CN" noProof="1" smtClean="0">
              <a:solidFill>
                <a:srgbClr val="000000"/>
              </a:solidFill>
              <a:effectLst/>
              <a:latin typeface="宋体" panose="02010600030101010101" pitchFamily="2" charset="-122"/>
              <a:ea typeface="宋体" panose="02010600030101010101" pitchFamily="2" charset="-122"/>
            </a:endParaRPr>
          </a:p>
          <a:p>
            <a:pPr>
              <a:buFont typeface="Wingdings" panose="05000000000000000000" pitchFamily="2" charset="2"/>
              <a:buNone/>
            </a:pPr>
            <a:r>
              <a:rPr lang="zh-CN" altLang="zh-CN" noProof="1" smtClean="0">
                <a:solidFill>
                  <a:srgbClr val="FF0000"/>
                </a:solidFill>
                <a:effectLst/>
                <a:latin typeface="宋体" panose="02010600030101010101" pitchFamily="2" charset="-122"/>
                <a:ea typeface="宋体" panose="02010600030101010101" pitchFamily="2" charset="-122"/>
                <a:sym typeface="楷体_GB2312" pitchFamily="49" charset="-122"/>
              </a:rPr>
              <a:t>  怎样完成这些功能，交给设计阶段</a:t>
            </a:r>
            <a:r>
              <a:rPr lang="zh-CN" altLang="en-US" noProof="1" smtClean="0">
                <a:solidFill>
                  <a:srgbClr val="FF0000"/>
                </a:solidFill>
                <a:effectLst/>
                <a:latin typeface="宋体" panose="02010600030101010101" pitchFamily="2" charset="-122"/>
                <a:ea typeface="宋体" panose="02010600030101010101" pitchFamily="2" charset="-122"/>
                <a:sym typeface="楷体_GB2312" pitchFamily="49" charset="-122"/>
              </a:rPr>
              <a:t>！</a:t>
            </a:r>
            <a:endParaRPr lang="zh-CN" altLang="zh-CN" noProof="1" smtClean="0">
              <a:solidFill>
                <a:srgbClr val="FF0000"/>
              </a:solidFill>
              <a:effectLst/>
              <a:latin typeface="宋体" panose="02010600030101010101" pitchFamily="2" charset="-122"/>
              <a:ea typeface="宋体" panose="02010600030101010101" pitchFamily="2" charset="-122"/>
            </a:endParaRPr>
          </a:p>
          <a:p>
            <a:pPr>
              <a:buFont typeface="Wingdings" panose="05000000000000000000" pitchFamily="2" charset="2"/>
              <a:buNone/>
            </a:pPr>
            <a:endParaRPr lang="zh-CN" altLang="en-US" noProof="1" smtClean="0">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8196"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FE26CA6-D94E-4524-90D4-652FC29F12E0}"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noProof="1" smtClean="0">
                <a:solidFill>
                  <a:srgbClr val="000000"/>
                </a:solidFill>
                <a:effectLst/>
              </a:rPr>
              <a:t>需求分析的意义</a:t>
            </a:r>
            <a:endParaRPr lang="zh-CN" altLang="en-US" noProof="1" smtClean="0">
              <a:solidFill>
                <a:srgbClr val="000000"/>
              </a:solidFill>
              <a:effectLst/>
            </a:endParaRPr>
          </a:p>
        </p:txBody>
      </p:sp>
      <p:sp>
        <p:nvSpPr>
          <p:cNvPr id="8195" name="内容占位符 2"/>
          <p:cNvSpPr>
            <a:spLocks noGrp="1"/>
          </p:cNvSpPr>
          <p:nvPr>
            <p:ph idx="1"/>
          </p:nvPr>
        </p:nvSpPr>
        <p:spPr>
          <a:xfrm>
            <a:off x="457200" y="1743075"/>
            <a:ext cx="8347710" cy="4526280"/>
          </a:xfrm>
        </p:spPr>
        <p:txBody>
          <a:bodyPr/>
          <a:lstStyle/>
          <a:p>
            <a:pPr>
              <a:buFont typeface="Wingdings" panose="05000000000000000000" pitchFamily="2" charset="2"/>
              <a:buNone/>
              <a:defRPr/>
            </a:pPr>
            <a:r>
              <a:rPr lang="en-US" altLang="zh-CN" noProof="1">
                <a:solidFill>
                  <a:srgbClr val="000000"/>
                </a:solidFill>
              </a:rPr>
              <a:t>   </a:t>
            </a:r>
            <a:r>
              <a:rPr lang="zh-CN" altLang="en-US" noProof="1">
                <a:solidFill>
                  <a:srgbClr val="0000FF"/>
                </a:solidFill>
                <a:effectLst/>
              </a:rPr>
              <a:t>对软件需求的深入理解</a:t>
            </a:r>
            <a:r>
              <a:rPr lang="zh-CN" altLang="en-US" noProof="1">
                <a:solidFill>
                  <a:srgbClr val="000000"/>
                </a:solidFill>
                <a:effectLst/>
              </a:rPr>
              <a:t>是软件开发工作获得成功的前提条件，不论我们把设计和编码做得如何出色，</a:t>
            </a:r>
            <a:r>
              <a:rPr lang="zh-CN" altLang="en-US" u="sng" noProof="1">
                <a:solidFill>
                  <a:srgbClr val="000000"/>
                </a:solidFill>
                <a:effectLst/>
              </a:rPr>
              <a:t>不能真正满足</a:t>
            </a:r>
            <a:r>
              <a:rPr lang="zh-CN" altLang="en-US" u="sng" noProof="1">
                <a:solidFill>
                  <a:srgbClr val="0000FF"/>
                </a:solidFill>
                <a:effectLst/>
              </a:rPr>
              <a:t>用户需求</a:t>
            </a:r>
            <a:r>
              <a:rPr lang="zh-CN" altLang="en-US" u="sng" noProof="1">
                <a:solidFill>
                  <a:srgbClr val="000000"/>
                </a:solidFill>
                <a:effectLst/>
              </a:rPr>
              <a:t>的程序只会令用户失望，给开发</a:t>
            </a:r>
            <a:r>
              <a:rPr lang="zh-CN" altLang="en-US" u="sng" noProof="1" smtClean="0">
                <a:solidFill>
                  <a:srgbClr val="000000"/>
                </a:solidFill>
                <a:effectLst/>
              </a:rPr>
              <a:t>带来</a:t>
            </a:r>
            <a:r>
              <a:rPr lang="zh-CN" altLang="en-US" u="sng" noProof="1">
                <a:solidFill>
                  <a:srgbClr val="000000"/>
                </a:solidFill>
                <a:effectLst/>
              </a:rPr>
              <a:t>麻烦</a:t>
            </a:r>
            <a:r>
              <a:rPr lang="zh-CN" altLang="en-US" noProof="1" smtClean="0">
                <a:solidFill>
                  <a:srgbClr val="000000"/>
                </a:solidFill>
                <a:effectLst/>
              </a:rPr>
              <a:t>。</a:t>
            </a:r>
            <a:endParaRPr lang="zh-CN" altLang="en-US" noProof="1">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922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AC31514E-15E4-4EA3-A51A-DE61B63575A8}"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en-US" altLang="zh-CN" noProof="1" smtClean="0">
                <a:solidFill>
                  <a:srgbClr val="000000"/>
                </a:solidFill>
                <a:effectLst/>
                <a:latin typeface="Times New Roman" panose="02020603050405020304" pitchFamily="18" charset="0"/>
              </a:rPr>
              <a:t>Outline</a:t>
            </a:r>
            <a:endParaRPr lang="en-US" altLang="zh-CN" noProof="1" smtClean="0">
              <a:solidFill>
                <a:srgbClr val="000000"/>
              </a:solidFill>
              <a:effectLst/>
              <a:latin typeface="Times New Roman" panose="02020603050405020304" pitchFamily="18" charset="0"/>
            </a:endParaRPr>
          </a:p>
        </p:txBody>
      </p:sp>
      <p:sp>
        <p:nvSpPr>
          <p:cNvPr id="10243" name="内容占位符 2"/>
          <p:cNvSpPr>
            <a:spLocks noGrp="1"/>
          </p:cNvSpPr>
          <p:nvPr>
            <p:ph idx="1"/>
          </p:nvPr>
        </p:nvSpPr>
        <p:spPr/>
        <p:txBody>
          <a:bodyPr/>
          <a:lstStyle/>
          <a:p>
            <a:pPr>
              <a:buFont typeface="Wingdings" panose="05000000000000000000" pitchFamily="2" charset="2"/>
              <a:buNone/>
            </a:pPr>
            <a:r>
              <a:rPr lang="zh-CN" altLang="zh-CN" sz="2800" noProof="1" smtClean="0">
                <a:solidFill>
                  <a:srgbClr val="000000"/>
                </a:solidFill>
                <a:effectLst/>
              </a:rPr>
              <a:t>3.1 需求分析的任务</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3.2 </a:t>
            </a:r>
            <a:r>
              <a:rPr lang="zh-CN" altLang="en-US" sz="2800" noProof="1" smtClean="0">
                <a:solidFill>
                  <a:srgbClr val="000000"/>
                </a:solidFill>
                <a:effectLst/>
              </a:rPr>
              <a:t>与用户沟通获取需求的方法</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3.3 </a:t>
            </a:r>
            <a:r>
              <a:rPr lang="zh-CN" altLang="en-US" sz="2800" noProof="1" smtClean="0">
                <a:solidFill>
                  <a:srgbClr val="000000"/>
                </a:solidFill>
                <a:effectLst/>
              </a:rPr>
              <a:t>分析建模与规格说明</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FF"/>
                </a:solidFill>
                <a:effectLst/>
              </a:rPr>
              <a:t>3.4 </a:t>
            </a:r>
            <a:r>
              <a:rPr lang="zh-CN" altLang="en-US" sz="2800" noProof="1" smtClean="0">
                <a:solidFill>
                  <a:srgbClr val="0000FF"/>
                </a:solidFill>
                <a:effectLst/>
              </a:rPr>
              <a:t>实体</a:t>
            </a:r>
            <a:r>
              <a:rPr lang="zh-CN" altLang="zh-CN" sz="2800" noProof="1" smtClean="0">
                <a:solidFill>
                  <a:srgbClr val="0000FF"/>
                </a:solidFill>
                <a:effectLst/>
              </a:rPr>
              <a:t>-</a:t>
            </a:r>
            <a:r>
              <a:rPr lang="zh-CN" altLang="en-US" sz="2800" noProof="1" smtClean="0">
                <a:solidFill>
                  <a:srgbClr val="0000FF"/>
                </a:solidFill>
                <a:effectLst/>
              </a:rPr>
              <a:t>联系图</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00"/>
                </a:solidFill>
                <a:effectLst/>
              </a:rPr>
              <a:t>3.5 </a:t>
            </a:r>
            <a:r>
              <a:rPr lang="zh-CN" altLang="en-US" sz="2800" noProof="1" smtClean="0">
                <a:solidFill>
                  <a:srgbClr val="000000"/>
                </a:solidFill>
                <a:effectLst/>
              </a:rPr>
              <a:t>数据规范化</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FF"/>
                </a:solidFill>
                <a:effectLst/>
              </a:rPr>
              <a:t>3.6 </a:t>
            </a:r>
            <a:r>
              <a:rPr lang="zh-CN" altLang="en-US" sz="2800" noProof="1" smtClean="0">
                <a:solidFill>
                  <a:srgbClr val="0000FF"/>
                </a:solidFill>
                <a:effectLst/>
              </a:rPr>
              <a:t>状态转换图</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FF"/>
                </a:solidFill>
                <a:effectLst/>
              </a:rPr>
              <a:t>3.7 </a:t>
            </a:r>
            <a:r>
              <a:rPr lang="zh-CN" altLang="en-US" sz="2800" noProof="1" smtClean="0">
                <a:solidFill>
                  <a:srgbClr val="0000FF"/>
                </a:solidFill>
                <a:effectLst/>
              </a:rPr>
              <a:t>其它图形工具</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00"/>
                </a:solidFill>
                <a:effectLst/>
              </a:rPr>
              <a:t>3.8 </a:t>
            </a:r>
            <a:r>
              <a:rPr lang="zh-CN" altLang="en-US" sz="2800" noProof="1" smtClean="0">
                <a:solidFill>
                  <a:srgbClr val="000000"/>
                </a:solidFill>
                <a:effectLst/>
              </a:rPr>
              <a:t>验证软件需求</a:t>
            </a:r>
            <a:endParaRPr lang="zh-CN" altLang="en-US" sz="2800"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0245"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D1CEA087-FA67-4F6B-92F2-8E7B8A6C4E83}"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2099" name="Rectangle 3"/>
          <p:cNvSpPr>
            <a:spLocks noGrp="1"/>
          </p:cNvSpPr>
          <p:nvPr>
            <p:ph idx="1"/>
          </p:nvPr>
        </p:nvSpPr>
        <p:spPr>
          <a:xfrm>
            <a:off x="457200" y="1600200"/>
            <a:ext cx="8435975" cy="4525963"/>
          </a:xfrm>
        </p:spPr>
        <p:txBody>
          <a:bodyPr/>
          <a:lstStyle/>
          <a:p>
            <a:pPr marL="0" indent="0" algn="just" eaLnBrk="1" hangingPunct="1">
              <a:lnSpc>
                <a:spcPct val="150000"/>
              </a:lnSpc>
              <a:spcBef>
                <a:spcPct val="0"/>
              </a:spcBef>
              <a:buFont typeface="Wingdings" panose="05000000000000000000" pitchFamily="2" charset="2"/>
              <a:buNone/>
            </a:pPr>
            <a:r>
              <a:rPr lang="zh-CN" altLang="zh-CN" sz="2800" noProof="1" smtClean="0">
                <a:solidFill>
                  <a:srgbClr val="000000"/>
                </a:solidFill>
                <a:effectLst/>
                <a:latin typeface="宋体" panose="02010600030101010101" pitchFamily="2" charset="-122"/>
                <a:ea typeface="宋体" panose="02010600030101010101" pitchFamily="2" charset="-122"/>
              </a:rPr>
              <a:t>3.1.1 </a:t>
            </a:r>
            <a:r>
              <a:rPr lang="zh-CN" altLang="en-US" sz="2800" noProof="1" smtClean="0">
                <a:solidFill>
                  <a:srgbClr val="000000"/>
                </a:solidFill>
                <a:effectLst/>
                <a:latin typeface="宋体" panose="02010600030101010101" pitchFamily="2" charset="-122"/>
                <a:ea typeface="宋体" panose="02010600030101010101" pitchFamily="2" charset="-122"/>
              </a:rPr>
              <a:t>确定对系统的</a:t>
            </a:r>
            <a:r>
              <a:rPr lang="zh-CN" altLang="en-US" sz="2800" noProof="1" smtClean="0">
                <a:solidFill>
                  <a:srgbClr val="000000"/>
                </a:solidFill>
                <a:effectLst/>
                <a:highlight>
                  <a:srgbClr val="FFFF00"/>
                </a:highlight>
                <a:latin typeface="宋体" panose="02010600030101010101" pitchFamily="2" charset="-122"/>
                <a:ea typeface="宋体" panose="02010600030101010101" pitchFamily="2" charset="-122"/>
              </a:rPr>
              <a:t>综合要求</a:t>
            </a:r>
            <a:endParaRPr lang="zh-CN" altLang="en-US" sz="2800" noProof="1" smtClean="0">
              <a:solidFill>
                <a:srgbClr val="000000"/>
              </a:solidFill>
              <a:effectLst/>
              <a:latin typeface="宋体" panose="02010600030101010101" pitchFamily="2" charset="-122"/>
              <a:ea typeface="宋体" panose="02010600030101010101" pitchFamily="2" charset="-122"/>
            </a:endParaRPr>
          </a:p>
          <a:p>
            <a:pPr marL="0" indent="0" algn="just" eaLnBrk="1" hangingPunct="1">
              <a:lnSpc>
                <a:spcPct val="150000"/>
              </a:lnSpc>
              <a:spcBef>
                <a:spcPct val="0"/>
              </a:spcBef>
              <a:buFont typeface="Wingdings" panose="05000000000000000000" pitchFamily="2" charset="2"/>
              <a:buNone/>
            </a:pPr>
            <a:r>
              <a:rPr lang="zh-CN" altLang="zh-CN" sz="2800" noProof="1" smtClean="0">
                <a:solidFill>
                  <a:srgbClr val="000000"/>
                </a:solidFill>
                <a:effectLst/>
                <a:latin typeface="宋体" panose="02010600030101010101" pitchFamily="2" charset="-122"/>
                <a:ea typeface="宋体" panose="02010600030101010101" pitchFamily="2" charset="-122"/>
              </a:rPr>
              <a:t>  1．</a:t>
            </a:r>
            <a:r>
              <a:rPr lang="zh-CN" altLang="en-US" sz="2800" noProof="1" smtClean="0">
                <a:solidFill>
                  <a:srgbClr val="000000"/>
                </a:solidFill>
                <a:effectLst/>
                <a:latin typeface="宋体" panose="02010600030101010101" pitchFamily="2" charset="-122"/>
                <a:ea typeface="宋体" panose="02010600030101010101" pitchFamily="2" charset="-122"/>
              </a:rPr>
              <a:t>功能需求 （</a:t>
            </a:r>
            <a:r>
              <a:rPr lang="zh-CN" altLang="zh-CN" sz="2800" noProof="1" smtClean="0">
                <a:solidFill>
                  <a:srgbClr val="0000FF"/>
                </a:solidFill>
                <a:effectLst/>
                <a:latin typeface="宋体" panose="02010600030101010101" pitchFamily="2" charset="-122"/>
                <a:ea typeface="宋体" panose="02010600030101010101" pitchFamily="2" charset="-122"/>
              </a:rPr>
              <a:t>能完成什么？</a:t>
            </a:r>
            <a:r>
              <a:rPr lang="zh-CN" altLang="en-US" sz="2800" noProof="1" smtClean="0">
                <a:solidFill>
                  <a:srgbClr val="000000"/>
                </a:solidFill>
                <a:effectLst/>
                <a:latin typeface="宋体" panose="02010600030101010101" pitchFamily="2" charset="-122"/>
                <a:ea typeface="宋体" panose="02010600030101010101" pitchFamily="2" charset="-122"/>
              </a:rPr>
              <a:t>）</a:t>
            </a:r>
            <a:endParaRPr lang="zh-CN" altLang="en-US" sz="2800" noProof="1" smtClean="0">
              <a:solidFill>
                <a:srgbClr val="000000"/>
              </a:solidFill>
              <a:effectLst/>
              <a:latin typeface="宋体" panose="02010600030101010101" pitchFamily="2" charset="-122"/>
              <a:ea typeface="宋体" panose="02010600030101010101" pitchFamily="2" charset="-122"/>
            </a:endParaRPr>
          </a:p>
          <a:p>
            <a:pPr marL="0" indent="0" algn="just" eaLnBrk="1" hangingPunct="1">
              <a:lnSpc>
                <a:spcPct val="150000"/>
              </a:lnSpc>
              <a:spcBef>
                <a:spcPct val="0"/>
              </a:spcBef>
              <a:buFont typeface="Wingdings" panose="05000000000000000000" pitchFamily="2" charset="2"/>
              <a:buNone/>
            </a:pPr>
            <a:r>
              <a:rPr lang="zh-CN" altLang="en-US" sz="2800" noProof="1" smtClean="0">
                <a:solidFill>
                  <a:srgbClr val="000000"/>
                </a:solidFill>
                <a:effectLst/>
                <a:latin typeface="宋体" panose="02010600030101010101" pitchFamily="2" charset="-122"/>
                <a:ea typeface="宋体" panose="02010600030101010101" pitchFamily="2" charset="-122"/>
              </a:rPr>
              <a:t>  </a:t>
            </a:r>
            <a:r>
              <a:rPr lang="zh-CN" altLang="zh-CN" sz="2800" noProof="1" smtClean="0">
                <a:solidFill>
                  <a:srgbClr val="000000"/>
                </a:solidFill>
                <a:effectLst/>
                <a:latin typeface="宋体" panose="02010600030101010101" pitchFamily="2" charset="-122"/>
                <a:ea typeface="宋体" panose="02010600030101010101" pitchFamily="2" charset="-122"/>
              </a:rPr>
              <a:t>2．</a:t>
            </a:r>
            <a:r>
              <a:rPr lang="zh-CN" altLang="en-US" sz="2800" noProof="1" smtClean="0">
                <a:solidFill>
                  <a:srgbClr val="000000"/>
                </a:solidFill>
                <a:effectLst/>
                <a:latin typeface="宋体" panose="02010600030101010101" pitchFamily="2" charset="-122"/>
                <a:ea typeface="宋体" panose="02010600030101010101" pitchFamily="2" charset="-122"/>
              </a:rPr>
              <a:t>性能需求 （</a:t>
            </a:r>
            <a:r>
              <a:rPr lang="zh-CN" altLang="en-US" sz="2800" noProof="1" smtClean="0">
                <a:solidFill>
                  <a:srgbClr val="0000FF"/>
                </a:solidFill>
                <a:effectLst/>
                <a:latin typeface="宋体" panose="02010600030101010101" pitchFamily="2" charset="-122"/>
                <a:ea typeface="宋体" panose="02010600030101010101" pitchFamily="2" charset="-122"/>
              </a:rPr>
              <a:t>完成得如何？</a:t>
            </a:r>
            <a:r>
              <a:rPr lang="zh-CN" altLang="en-US" sz="2800" noProof="1" smtClean="0">
                <a:solidFill>
                  <a:srgbClr val="000000"/>
                </a:solidFill>
                <a:effectLst/>
                <a:latin typeface="宋体" panose="02010600030101010101" pitchFamily="2" charset="-122"/>
                <a:ea typeface="宋体" panose="02010600030101010101" pitchFamily="2" charset="-122"/>
              </a:rPr>
              <a:t>）</a:t>
            </a:r>
            <a:endParaRPr lang="zh-CN" altLang="en-US" sz="2800" noProof="1" smtClean="0">
              <a:solidFill>
                <a:srgbClr val="000000"/>
              </a:solidFill>
              <a:effectLst/>
              <a:latin typeface="宋体" panose="02010600030101010101" pitchFamily="2" charset="-122"/>
              <a:ea typeface="宋体" panose="02010600030101010101" pitchFamily="2" charset="-122"/>
            </a:endParaRPr>
          </a:p>
          <a:p>
            <a:pPr marL="0" indent="0" algn="just"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如：系统的</a:t>
            </a:r>
            <a:r>
              <a:rPr lang="zh-CN" altLang="en-US" sz="2400" noProof="1" smtClean="0">
                <a:solidFill>
                  <a:srgbClr val="0000FF"/>
                </a:solidFill>
                <a:effectLst/>
                <a:latin typeface="宋体" panose="02010600030101010101" pitchFamily="2" charset="-122"/>
                <a:ea typeface="宋体" panose="02010600030101010101" pitchFamily="2" charset="-122"/>
              </a:rPr>
              <a:t>响应时间（速度）</a:t>
            </a:r>
            <a:r>
              <a:rPr lang="zh-CN" altLang="en-US" sz="2400" noProof="1" smtClean="0">
                <a:solidFill>
                  <a:srgbClr val="000000"/>
                </a:solidFill>
                <a:effectLst/>
                <a:latin typeface="宋体" panose="02010600030101010101" pitchFamily="2" charset="-122"/>
                <a:ea typeface="宋体" panose="02010600030101010101" pitchFamily="2" charset="-122"/>
              </a:rPr>
              <a:t>、存储容量与安全性等。</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algn="just" eaLnBrk="1" hangingPunct="1">
              <a:lnSpc>
                <a:spcPct val="150000"/>
              </a:lnSpc>
              <a:spcBef>
                <a:spcPct val="0"/>
              </a:spcBef>
              <a:buFont typeface="Wingdings" panose="05000000000000000000" pitchFamily="2" charset="2"/>
              <a:buNone/>
            </a:pPr>
            <a:r>
              <a:rPr lang="en-US" altLang="zh-CN" sz="2400" noProof="1" smtClean="0">
                <a:solidFill>
                  <a:srgbClr val="000000"/>
                </a:solidFill>
                <a:effectLst/>
                <a:latin typeface="Times New Roman" panose="02020603050405020304" pitchFamily="18" charset="0"/>
                <a:ea typeface="宋体" panose="02010600030101010101" pitchFamily="2" charset="-122"/>
              </a:rPr>
              <a:t>“</a:t>
            </a:r>
            <a:r>
              <a:rPr lang="zh-CN" altLang="en-US" sz="2400" noProof="1" smtClean="0">
                <a:solidFill>
                  <a:srgbClr val="000000"/>
                </a:solidFill>
                <a:effectLst/>
                <a:latin typeface="Times New Roman" panose="02020603050405020304" pitchFamily="18" charset="0"/>
                <a:ea typeface="宋体" panose="02010600030101010101" pitchFamily="2" charset="-122"/>
              </a:rPr>
              <a:t>响应时间</a:t>
            </a:r>
            <a:r>
              <a:rPr lang="en-US" altLang="zh-CN" sz="2400" noProof="1" smtClean="0">
                <a:solidFill>
                  <a:srgbClr val="000000"/>
                </a:solidFill>
                <a:effectLst/>
                <a:latin typeface="Times New Roman" panose="02020603050405020304" pitchFamily="18" charset="0"/>
                <a:ea typeface="宋体" panose="02010600030101010101" pitchFamily="2" charset="-122"/>
              </a:rPr>
              <a:t>”</a:t>
            </a:r>
            <a:r>
              <a:rPr lang="zh-CN" altLang="en-US" sz="2400" noProof="1" smtClean="0">
                <a:solidFill>
                  <a:srgbClr val="000000"/>
                </a:solidFill>
                <a:effectLst/>
                <a:latin typeface="Times New Roman" panose="02020603050405020304" pitchFamily="18" charset="0"/>
                <a:ea typeface="宋体" panose="02010600030101010101" pitchFamily="2" charset="-122"/>
              </a:rPr>
              <a:t>举例：登录</a:t>
            </a:r>
            <a:r>
              <a:rPr lang="en-US" altLang="zh-CN" sz="2400" noProof="1" smtClean="0">
                <a:solidFill>
                  <a:srgbClr val="000000"/>
                </a:solidFill>
                <a:effectLst/>
                <a:latin typeface="Times New Roman" panose="02020603050405020304" pitchFamily="18" charset="0"/>
                <a:ea typeface="宋体" panose="02010600030101010101" pitchFamily="2" charset="-122"/>
              </a:rPr>
              <a:t>QQ</a:t>
            </a:r>
            <a:endParaRPr lang="en-US" altLang="zh-CN" sz="2400" noProof="1" smtClean="0">
              <a:solidFill>
                <a:srgbClr val="000000"/>
              </a:solidFill>
              <a:effectLst/>
              <a:latin typeface="Times New Roman" panose="02020603050405020304" pitchFamily="18" charset="0"/>
              <a:ea typeface="宋体" panose="02010600030101010101" pitchFamily="2" charset="-122"/>
            </a:endParaRPr>
          </a:p>
          <a:p>
            <a:pPr marL="0" indent="0" algn="just" eaLnBrk="1" hangingPunct="1">
              <a:lnSpc>
                <a:spcPct val="150000"/>
              </a:lnSpc>
              <a:spcBef>
                <a:spcPct val="0"/>
              </a:spcBef>
              <a:buFont typeface="Wingdings" panose="05000000000000000000" pitchFamily="2" charset="2"/>
              <a:buNone/>
            </a:pPr>
            <a:endParaRPr lang="en-US" altLang="zh-CN" sz="2400" noProof="1" smtClean="0">
              <a:solidFill>
                <a:srgbClr val="0000FF"/>
              </a:solidFill>
              <a:effectLst/>
              <a:latin typeface="Times New Roman" panose="02020603050405020304" pitchFamily="18" charset="0"/>
              <a:ea typeface="宋体" panose="02010600030101010101" pitchFamily="2" charset="-122"/>
            </a:endParaRPr>
          </a:p>
        </p:txBody>
      </p:sp>
      <p:sp>
        <p:nvSpPr>
          <p:cNvPr id="11267" name="Rectangle 4"/>
          <p:cNvSpPr>
            <a:spLocks noChangeArrowheads="1"/>
          </p:cNvSpPr>
          <p:nvPr/>
        </p:nvSpPr>
        <p:spPr bwMode="auto">
          <a:xfrm>
            <a:off x="420688" y="909638"/>
            <a:ext cx="427196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buClr>
                <a:schemeClr val="tx2"/>
              </a:buClr>
              <a:buSzPct val="75000"/>
              <a:buFont typeface="Wingdings" panose="05000000000000000000" pitchFamily="2" charset="2"/>
              <a:buNone/>
            </a:pPr>
            <a:r>
              <a:rPr lang="zh-CN" altLang="en-US" sz="3600">
                <a:solidFill>
                  <a:srgbClr val="000000"/>
                </a:solidFill>
                <a:ea typeface="宋体" panose="02010600030101010101" pitchFamily="2" charset="-122"/>
              </a:rPr>
              <a:t>3.1  需求分析的任务</a:t>
            </a:r>
            <a:endParaRPr lang="zh-CN" altLang="en-US" sz="3600">
              <a:solidFill>
                <a:srgbClr val="00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1269"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42076F3B-6076-46C0-9420-32B47D935AA5}"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9"/>
                                        </p:tgtEl>
                                        <p:attrNameLst>
                                          <p:attrName>style.visibility</p:attrName>
                                        </p:attrNameLst>
                                      </p:cBhvr>
                                      <p:to>
                                        <p:strVal val="visible"/>
                                      </p:to>
                                    </p:set>
                                    <p:anim calcmode="lin" valueType="num">
                                      <p:cBhvr additive="base">
                                        <p:cTn id="7" dur="500" fill="hold"/>
                                        <p:tgtEl>
                                          <p:spTgt spid="132099"/>
                                        </p:tgtEl>
                                        <p:attrNameLst>
                                          <p:attrName>ppt_x</p:attrName>
                                        </p:attrNameLst>
                                      </p:cBhvr>
                                      <p:tavLst>
                                        <p:tav tm="0">
                                          <p:val>
                                            <p:strVal val="0-#ppt_w/2"/>
                                          </p:val>
                                        </p:tav>
                                        <p:tav tm="100000">
                                          <p:val>
                                            <p:strVal val="#ppt_x"/>
                                          </p:val>
                                        </p:tav>
                                      </p:tavLst>
                                    </p:anim>
                                    <p:anim calcmode="lin" valueType="num">
                                      <p:cBhvr additive="base">
                                        <p:cTn id="8" dur="500" fill="hold"/>
                                        <p:tgtEl>
                                          <p:spTgt spid="1320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D27DA578-605B-4615-9B9C-3EC269451885}" type="datetime11">
              <a:rPr lang="zh-CN" altLang="en-US" smtClean="0"/>
            </a:fld>
            <a:endParaRPr lang="en-US" altLang="zh-CN"/>
          </a:p>
        </p:txBody>
      </p:sp>
      <p:sp>
        <p:nvSpPr>
          <p:cNvPr id="12291"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7420C54C-A89C-48C3-BAC7-BDA81AC341D5}"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12293" name="TextBox 5"/>
          <p:cNvSpPr txBox="1">
            <a:spLocks noChangeArrowheads="1"/>
          </p:cNvSpPr>
          <p:nvPr/>
        </p:nvSpPr>
        <p:spPr bwMode="auto">
          <a:xfrm>
            <a:off x="3131820" y="260668"/>
            <a:ext cx="280828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a:solidFill>
                  <a:srgbClr val="000000"/>
                </a:solidFill>
                <a:ea typeface="宋体" panose="02010600030101010101" pitchFamily="2" charset="-122"/>
              </a:rPr>
              <a:t>功能需求举例</a:t>
            </a:r>
            <a:endParaRPr lang="zh-CN" altLang="en-US">
              <a:solidFill>
                <a:srgbClr val="000000"/>
              </a:solidFill>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0" y="1437005"/>
            <a:ext cx="9147810" cy="3860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custDataLst>
              <p:tags r:id="rId1"/>
            </p:custDataLst>
          </p:nvPr>
        </p:nvPicPr>
        <p:blipFill>
          <a:blip r:embed="rId2"/>
          <a:stretch>
            <a:fillRect/>
          </a:stretch>
        </p:blipFill>
        <p:spPr>
          <a:xfrm>
            <a:off x="0" y="1268730"/>
            <a:ext cx="9155430" cy="4483100"/>
          </a:xfrm>
          <a:prstGeom prst="rect">
            <a:avLst/>
          </a:prstGeom>
        </p:spPr>
      </p:pic>
      <p:sp>
        <p:nvSpPr>
          <p:cNvPr id="12293" name="TextBox 5"/>
          <p:cNvSpPr txBox="1">
            <a:spLocks noChangeArrowheads="1"/>
          </p:cNvSpPr>
          <p:nvPr>
            <p:custDataLst>
              <p:tags r:id="rId3"/>
            </p:custDataLst>
          </p:nvPr>
        </p:nvSpPr>
        <p:spPr bwMode="auto">
          <a:xfrm>
            <a:off x="3131820" y="260985"/>
            <a:ext cx="47180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a:solidFill>
                  <a:srgbClr val="000000"/>
                </a:solidFill>
                <a:ea typeface="宋体" panose="02010600030101010101" pitchFamily="2" charset="-122"/>
              </a:rPr>
              <a:t>教学管理服务平台</a:t>
            </a:r>
            <a:endParaRPr lang="zh-CN" altLang="en-US">
              <a:solidFill>
                <a:srgbClr val="000000"/>
              </a:solidFill>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Rectangle 1041"/>
          <p:cNvSpPr>
            <a:spLocks noChangeArrowheads="1"/>
          </p:cNvSpPr>
          <p:nvPr/>
        </p:nvSpPr>
        <p:spPr bwMode="auto">
          <a:xfrm>
            <a:off x="468313" y="406400"/>
            <a:ext cx="8412162"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3. </a:t>
            </a:r>
            <a:r>
              <a:rPr lang="zh-CN" altLang="en-US" sz="2000">
                <a:solidFill>
                  <a:srgbClr val="000000"/>
                </a:solidFill>
                <a:latin typeface="宋体" panose="02010600030101010101" pitchFamily="2" charset="-122"/>
                <a:ea typeface="宋体" panose="02010600030101010101" pitchFamily="2" charset="-122"/>
              </a:rPr>
              <a:t>可靠性和可用性需求</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zh-CN" altLang="en-US" sz="2000">
                <a:solidFill>
                  <a:srgbClr val="000000"/>
                </a:solidFill>
                <a:latin typeface="宋体" panose="02010600030101010101" pitchFamily="2" charset="-122"/>
                <a:ea typeface="宋体" panose="02010600030101010101" pitchFamily="2" charset="-122"/>
              </a:rPr>
              <a:t>    可靠性：出问题</a:t>
            </a:r>
            <a:r>
              <a:rPr lang="en-US" altLang="zh-CN" sz="2000">
                <a:solidFill>
                  <a:srgbClr val="000000"/>
                </a:solidFill>
                <a:latin typeface="宋体" panose="02010600030101010101" pitchFamily="2" charset="-122"/>
                <a:ea typeface="宋体" panose="02010600030101010101" pitchFamily="2" charset="-122"/>
              </a:rPr>
              <a:t>/</a:t>
            </a:r>
            <a:r>
              <a:rPr lang="zh-CN" altLang="en-US" sz="2000">
                <a:solidFill>
                  <a:srgbClr val="000000"/>
                </a:solidFill>
                <a:latin typeface="宋体" panose="02010600030101010101" pitchFamily="2" charset="-122"/>
                <a:ea typeface="宋体" panose="02010600030101010101" pitchFamily="2" charset="-122"/>
              </a:rPr>
              <a:t>故障的频率；</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zh-CN" altLang="en-US" sz="2000">
                <a:solidFill>
                  <a:srgbClr val="000000"/>
                </a:solidFill>
                <a:latin typeface="宋体" panose="02010600030101010101" pitchFamily="2" charset="-122"/>
                <a:ea typeface="宋体" panose="02010600030101010101" pitchFamily="2" charset="-122"/>
              </a:rPr>
              <a:t>    可用性：系统可被使用的程度（时间上、模块上）。</a:t>
            </a:r>
            <a:endParaRPr lang="en-US" altLang="zh-CN"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4. </a:t>
            </a:r>
            <a:r>
              <a:rPr lang="zh-CN" altLang="en-US" sz="2000">
                <a:solidFill>
                  <a:srgbClr val="FF0000"/>
                </a:solidFill>
                <a:latin typeface="宋体" panose="02010600030101010101" pitchFamily="2" charset="-122"/>
                <a:ea typeface="宋体" panose="02010600030101010101" pitchFamily="2" charset="-122"/>
              </a:rPr>
              <a:t>出错</a:t>
            </a:r>
            <a:r>
              <a:rPr lang="zh-CN" altLang="en-US" sz="2000">
                <a:solidFill>
                  <a:srgbClr val="000000"/>
                </a:solidFill>
                <a:latin typeface="宋体" panose="02010600030101010101" pitchFamily="2" charset="-122"/>
                <a:ea typeface="宋体" panose="02010600030101010101" pitchFamily="2" charset="-122"/>
              </a:rPr>
              <a:t>处理需求</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zh-CN" altLang="en-US" sz="2000">
                <a:solidFill>
                  <a:srgbClr val="000000"/>
                </a:solidFill>
                <a:latin typeface="宋体" panose="02010600030101010101" pitchFamily="2" charset="-122"/>
                <a:ea typeface="宋体" panose="02010600030101010101" pitchFamily="2" charset="-122"/>
              </a:rPr>
              <a:t>    系统发现错误时作出的响应，主要在系统</a:t>
            </a:r>
            <a:r>
              <a:rPr lang="zh-CN" altLang="en-US" sz="2000">
                <a:solidFill>
                  <a:srgbClr val="FF0000"/>
                </a:solidFill>
                <a:latin typeface="宋体" panose="02010600030101010101" pitchFamily="2" charset="-122"/>
                <a:ea typeface="宋体" panose="02010600030101010101" pitchFamily="2" charset="-122"/>
              </a:rPr>
              <a:t>关键部分</a:t>
            </a:r>
            <a:r>
              <a:rPr lang="zh-CN" altLang="en-US" sz="2000">
                <a:solidFill>
                  <a:srgbClr val="000000"/>
                </a:solidFill>
                <a:latin typeface="宋体" panose="02010600030101010101" pitchFamily="2" charset="-122"/>
                <a:ea typeface="宋体" panose="02010600030101010101" pitchFamily="2" charset="-122"/>
              </a:rPr>
              <a:t>设置。</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5. </a:t>
            </a:r>
            <a:r>
              <a:rPr lang="zh-CN" altLang="en-US" sz="2000">
                <a:solidFill>
                  <a:srgbClr val="000000"/>
                </a:solidFill>
                <a:latin typeface="宋体" panose="02010600030101010101" pitchFamily="2" charset="-122"/>
                <a:ea typeface="宋体" panose="02010600030101010101" pitchFamily="2" charset="-122"/>
              </a:rPr>
              <a:t>接口需求</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zh-CN" altLang="en-US" sz="2000">
                <a:solidFill>
                  <a:srgbClr val="000000"/>
                </a:solidFill>
                <a:latin typeface="宋体" panose="02010600030101010101" pitchFamily="2" charset="-122"/>
                <a:ea typeface="宋体" panose="02010600030101010101" pitchFamily="2" charset="-122"/>
              </a:rPr>
              <a:t>    用户接口（显示给用户的信息）、硬件接口、软件接口、通信接口（如：不同系统通信时信息的格式）等。</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6. </a:t>
            </a:r>
            <a:r>
              <a:rPr lang="zh-CN" altLang="en-US" sz="2000">
                <a:solidFill>
                  <a:srgbClr val="000000"/>
                </a:solidFill>
                <a:latin typeface="宋体" panose="02010600030101010101" pitchFamily="2" charset="-122"/>
                <a:ea typeface="宋体" panose="02010600030101010101" pitchFamily="2" charset="-122"/>
              </a:rPr>
              <a:t>约束</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zh-CN" altLang="en-US" sz="2000">
                <a:solidFill>
                  <a:srgbClr val="000000"/>
                </a:solidFill>
                <a:latin typeface="宋体" panose="02010600030101010101" pitchFamily="2" charset="-122"/>
                <a:ea typeface="宋体" panose="02010600030101010101" pitchFamily="2" charset="-122"/>
              </a:rPr>
              <a:t>    精度</a:t>
            </a:r>
            <a:r>
              <a:rPr lang="en-US" altLang="zh-CN" sz="2000">
                <a:solidFill>
                  <a:srgbClr val="000000"/>
                </a:solidFill>
                <a:latin typeface="宋体" panose="02010600030101010101" pitchFamily="2" charset="-122"/>
                <a:ea typeface="宋体" panose="02010600030101010101" pitchFamily="2" charset="-122"/>
              </a:rPr>
              <a:t>(</a:t>
            </a:r>
            <a:r>
              <a:rPr lang="zh-CN" altLang="en-US" sz="2000">
                <a:solidFill>
                  <a:srgbClr val="000000"/>
                </a:solidFill>
                <a:latin typeface="宋体" panose="02010600030101010101" pitchFamily="2" charset="-122"/>
                <a:ea typeface="宋体" panose="02010600030101010101" pitchFamily="2" charset="-122"/>
              </a:rPr>
              <a:t>比如数据库里面的数据要求</a:t>
            </a:r>
            <a:r>
              <a:rPr lang="en-US" altLang="zh-CN" sz="2000">
                <a:solidFill>
                  <a:srgbClr val="000000"/>
                </a:solidFill>
                <a:latin typeface="宋体" panose="02010600030101010101" pitchFamily="2" charset="-122"/>
                <a:ea typeface="宋体" panose="02010600030101010101" pitchFamily="2" charset="-122"/>
              </a:rPr>
              <a:t>)</a:t>
            </a:r>
            <a:r>
              <a:rPr lang="zh-CN" altLang="en-US" sz="2000">
                <a:solidFill>
                  <a:srgbClr val="000000"/>
                </a:solidFill>
                <a:latin typeface="宋体" panose="02010600030101010101" pitchFamily="2" charset="-122"/>
                <a:ea typeface="宋体" panose="02010600030101010101" pitchFamily="2" charset="-122"/>
              </a:rPr>
              <a:t>、工具和语言约束、设计约束、硬件约束、标准等。</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7. </a:t>
            </a:r>
            <a:r>
              <a:rPr lang="zh-CN" altLang="en-US" sz="2000">
                <a:solidFill>
                  <a:srgbClr val="000000"/>
                </a:solidFill>
                <a:latin typeface="宋体" panose="02010600030101010101" pitchFamily="2" charset="-122"/>
                <a:ea typeface="宋体" panose="02010600030101010101" pitchFamily="2" charset="-122"/>
              </a:rPr>
              <a:t>逆向需求 （</a:t>
            </a:r>
            <a:r>
              <a:rPr lang="zh-CN" altLang="en-US" sz="2000">
                <a:solidFill>
                  <a:srgbClr val="FF0000"/>
                </a:solidFill>
                <a:latin typeface="宋体" panose="02010600030101010101" pitchFamily="2" charset="-122"/>
                <a:ea typeface="宋体" panose="02010600030101010101" pitchFamily="2" charset="-122"/>
              </a:rPr>
              <a:t>不该实现什么功能</a:t>
            </a:r>
            <a:r>
              <a:rPr lang="zh-CN" altLang="en-US" sz="2000">
                <a:solidFill>
                  <a:srgbClr val="000000"/>
                </a:solidFill>
                <a:latin typeface="宋体" panose="02010600030101010101" pitchFamily="2" charset="-122"/>
                <a:ea typeface="宋体" panose="02010600030101010101" pitchFamily="2" charset="-122"/>
              </a:rPr>
              <a:t>）</a:t>
            </a:r>
            <a:endParaRPr lang="zh-CN" altLang="en-US" sz="2000">
              <a:solidFill>
                <a:srgbClr val="000000"/>
              </a:solidFill>
              <a:latin typeface="宋体" panose="02010600030101010101" pitchFamily="2" charset="-122"/>
              <a:ea typeface="宋体" panose="02010600030101010101" pitchFamily="2" charset="-122"/>
            </a:endParaRPr>
          </a:p>
          <a:p>
            <a:pPr eaLnBrk="1" hangingPunct="1">
              <a:lnSpc>
                <a:spcPct val="140000"/>
              </a:lnSpc>
              <a:spcBef>
                <a:spcPct val="0"/>
              </a:spcBef>
              <a:buClrTx/>
              <a:buSzTx/>
              <a:buFont typeface="Arial" panose="020B0604020202020204" pitchFamily="34" charset="0"/>
              <a:buNone/>
            </a:pPr>
            <a:r>
              <a:rPr lang="en-US" altLang="zh-CN" sz="2000">
                <a:solidFill>
                  <a:srgbClr val="000000"/>
                </a:solidFill>
                <a:latin typeface="宋体" panose="02010600030101010101" pitchFamily="2" charset="-122"/>
                <a:ea typeface="宋体" panose="02010600030101010101" pitchFamily="2" charset="-122"/>
              </a:rPr>
              <a:t>8. </a:t>
            </a:r>
            <a:r>
              <a:rPr lang="zh-CN" altLang="en-US" sz="2000">
                <a:solidFill>
                  <a:srgbClr val="000000"/>
                </a:solidFill>
                <a:latin typeface="宋体" panose="02010600030101010101" pitchFamily="2" charset="-122"/>
                <a:ea typeface="宋体" panose="02010600030101010101" pitchFamily="2" charset="-122"/>
              </a:rPr>
              <a:t>将来可能提出的要求 （为将来的扩充做准备）</a:t>
            </a:r>
            <a:endParaRPr lang="zh-CN" altLang="en-US" sz="2000">
              <a:solidFill>
                <a:srgbClr val="000000"/>
              </a:solidFill>
              <a:latin typeface="宋体" panose="02010600030101010101" pitchFamily="2" charset="-122"/>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3316"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413DED5F-A574-42E7-B792-FF9CD0498AEB}"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9731" name="Rectangle 3"/>
          <p:cNvSpPr>
            <a:spLocks noGrp="1"/>
          </p:cNvSpPr>
          <p:nvPr>
            <p:ph idx="1"/>
          </p:nvPr>
        </p:nvSpPr>
        <p:spPr>
          <a:xfrm>
            <a:off x="755650" y="2636838"/>
            <a:ext cx="7921625" cy="1860550"/>
          </a:xfrm>
        </p:spPr>
        <p:txBody>
          <a:bodyPr/>
          <a:lstStyle/>
          <a:p>
            <a:pPr marL="0" indent="0" eaLnBrk="1" hangingPunct="1">
              <a:lnSpc>
                <a:spcPct val="130000"/>
              </a:lnSpc>
              <a:spcBef>
                <a:spcPct val="0"/>
              </a:spcBef>
              <a:buFont typeface="Wingdings" panose="05000000000000000000" pitchFamily="2" charset="2"/>
              <a:buNone/>
            </a:pPr>
            <a:r>
              <a:rPr lang="zh-CN" altLang="zh-CN" noProof="1" smtClean="0">
                <a:solidFill>
                  <a:srgbClr val="000000"/>
                </a:solidFill>
                <a:effectLst/>
                <a:latin typeface="Times New Roman" panose="02020603050405020304" pitchFamily="18" charset="0"/>
              </a:rPr>
              <a:t>3.1.3 </a:t>
            </a:r>
            <a:r>
              <a:rPr lang="zh-CN" altLang="en-US" noProof="1" smtClean="0">
                <a:solidFill>
                  <a:srgbClr val="000000"/>
                </a:solidFill>
                <a:effectLst/>
                <a:latin typeface="Times New Roman" panose="02020603050405020304" pitchFamily="18" charset="0"/>
              </a:rPr>
              <a:t>导出系统的</a:t>
            </a:r>
            <a:r>
              <a:rPr lang="zh-CN" altLang="en-US" noProof="1" smtClean="0">
                <a:solidFill>
                  <a:srgbClr val="000000"/>
                </a:solidFill>
                <a:effectLst/>
                <a:highlight>
                  <a:srgbClr val="FFFF00"/>
                </a:highlight>
                <a:latin typeface="Times New Roman" panose="02020603050405020304" pitchFamily="18" charset="0"/>
              </a:rPr>
              <a:t>逻辑模型</a:t>
            </a:r>
            <a:endParaRPr lang="zh-CN" altLang="en-US" noProof="1" smtClean="0">
              <a:solidFill>
                <a:srgbClr val="000000"/>
              </a:solidFill>
              <a:effectLst/>
              <a:latin typeface="Times New Roman" panose="02020603050405020304" pitchFamily="18" charset="0"/>
            </a:endParaRPr>
          </a:p>
          <a:p>
            <a:pPr marL="0" indent="0" eaLnBrk="1" hangingPunct="1">
              <a:lnSpc>
                <a:spcPct val="130000"/>
              </a:lnSpc>
              <a:spcBef>
                <a:spcPct val="0"/>
              </a:spcBef>
              <a:buFont typeface="Wingdings" panose="05000000000000000000" pitchFamily="2" charset="2"/>
              <a:buNone/>
            </a:pPr>
            <a:r>
              <a:rPr lang="zh-CN" altLang="en-US" sz="2400" noProof="1" smtClean="0">
                <a:solidFill>
                  <a:srgbClr val="000000"/>
                </a:solidFill>
                <a:effectLst/>
                <a:latin typeface="Times New Roman" panose="02020603050405020304" pitchFamily="18" charset="0"/>
              </a:rPr>
              <a:t>    以综合要求和数据要求的结果为基础，导出逻辑模型。</a:t>
            </a:r>
            <a:endParaRPr lang="zh-CN" altLang="zh-CN" sz="2400" noProof="1" smtClean="0">
              <a:solidFill>
                <a:srgbClr val="000000"/>
              </a:solidFill>
              <a:effectLst/>
              <a:latin typeface="Times New Roman" panose="02020603050405020304" pitchFamily="18" charset="0"/>
            </a:endParaRPr>
          </a:p>
          <a:p>
            <a:pPr marL="0" indent="0" eaLnBrk="1" hangingPunct="1">
              <a:lnSpc>
                <a:spcPct val="130000"/>
              </a:lnSpc>
              <a:spcBef>
                <a:spcPct val="0"/>
              </a:spcBef>
              <a:buFont typeface="Wingdings" panose="05000000000000000000" pitchFamily="2" charset="2"/>
              <a:buNone/>
            </a:pPr>
            <a:r>
              <a:rPr lang="zh-CN" altLang="en-US" sz="2400" noProof="1" smtClean="0">
                <a:solidFill>
                  <a:srgbClr val="000000"/>
                </a:solidFill>
                <a:effectLst/>
                <a:latin typeface="Times New Roman" panose="02020603050405020304" pitchFamily="18" charset="0"/>
              </a:rPr>
              <a:t> 包括完善的数据流图、数据字典、</a:t>
            </a:r>
            <a:r>
              <a:rPr lang="zh-CN" altLang="en-US" sz="2400" noProof="1" smtClean="0">
                <a:solidFill>
                  <a:srgbClr val="FF0000"/>
                </a:solidFill>
                <a:effectLst/>
                <a:latin typeface="Times New Roman" panose="02020603050405020304" pitchFamily="18" charset="0"/>
              </a:rPr>
              <a:t>实体－联系图</a:t>
            </a:r>
            <a:r>
              <a:rPr lang="zh-CN" altLang="en-US" sz="2400" noProof="1" smtClean="0">
                <a:solidFill>
                  <a:srgbClr val="000000"/>
                </a:solidFill>
                <a:effectLst/>
                <a:latin typeface="Times New Roman" panose="02020603050405020304" pitchFamily="18" charset="0"/>
              </a:rPr>
              <a:t>、</a:t>
            </a:r>
            <a:r>
              <a:rPr lang="zh-CN" altLang="en-US" sz="2400" noProof="1" smtClean="0">
                <a:solidFill>
                  <a:srgbClr val="FF0000"/>
                </a:solidFill>
                <a:effectLst/>
                <a:latin typeface="Times New Roman" panose="02020603050405020304" pitchFamily="18" charset="0"/>
              </a:rPr>
              <a:t>状态转换图</a:t>
            </a:r>
            <a:r>
              <a:rPr lang="zh-CN" altLang="en-US" sz="2400" noProof="1" smtClean="0">
                <a:solidFill>
                  <a:srgbClr val="000000"/>
                </a:solidFill>
                <a:effectLst/>
                <a:latin typeface="Times New Roman" panose="02020603050405020304" pitchFamily="18" charset="0"/>
              </a:rPr>
              <a:t>、</a:t>
            </a:r>
            <a:r>
              <a:rPr lang="en-US" altLang="zh-CN" sz="2400" noProof="1" smtClean="0">
                <a:solidFill>
                  <a:srgbClr val="FF0000"/>
                </a:solidFill>
                <a:effectLst/>
                <a:latin typeface="Times New Roman" panose="02020603050405020304" pitchFamily="18" charset="0"/>
              </a:rPr>
              <a:t>IPO (Input-Process-Output)</a:t>
            </a:r>
            <a:r>
              <a:rPr lang="zh-CN" altLang="en-US" sz="2400" noProof="1" smtClean="0">
                <a:solidFill>
                  <a:srgbClr val="FF0000"/>
                </a:solidFill>
                <a:effectLst/>
                <a:latin typeface="Times New Roman" panose="02020603050405020304" pitchFamily="18" charset="0"/>
              </a:rPr>
              <a:t>图</a:t>
            </a:r>
            <a:r>
              <a:rPr lang="zh-CN" altLang="en-US" sz="2400" noProof="1" smtClean="0">
                <a:solidFill>
                  <a:srgbClr val="000000"/>
                </a:solidFill>
                <a:effectLst/>
                <a:latin typeface="Times New Roman" panose="02020603050405020304" pitchFamily="18" charset="0"/>
              </a:rPr>
              <a:t>等。</a:t>
            </a:r>
            <a:endParaRPr lang="zh-CN" altLang="en-US" sz="2400" noProof="1" smtClean="0">
              <a:solidFill>
                <a:srgbClr val="000000"/>
              </a:solidFill>
              <a:effectLst/>
              <a:latin typeface="Times New Roman" panose="02020603050405020304" pitchFamily="18" charset="0"/>
            </a:endParaRPr>
          </a:p>
        </p:txBody>
      </p:sp>
      <p:sp>
        <p:nvSpPr>
          <p:cNvPr id="969732" name="Rectangle 4"/>
          <p:cNvSpPr>
            <a:spLocks noChangeArrowheads="1"/>
          </p:cNvSpPr>
          <p:nvPr/>
        </p:nvSpPr>
        <p:spPr bwMode="auto">
          <a:xfrm>
            <a:off x="900113" y="423863"/>
            <a:ext cx="76327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buFont typeface="Wingdings" panose="05000000000000000000" pitchFamily="2" charset="2"/>
              <a:buNone/>
            </a:pPr>
            <a:r>
              <a:rPr lang="en-US" altLang="zh-CN">
                <a:solidFill>
                  <a:srgbClr val="000000"/>
                </a:solidFill>
                <a:latin typeface="Times New Roman" panose="02020603050405020304" pitchFamily="18" charset="0"/>
              </a:rPr>
              <a:t>3.1.2 </a:t>
            </a:r>
            <a:r>
              <a:rPr lang="zh-CN" altLang="en-US">
                <a:solidFill>
                  <a:srgbClr val="000000"/>
                </a:solidFill>
                <a:latin typeface="Times New Roman" panose="02020603050405020304" pitchFamily="18" charset="0"/>
              </a:rPr>
              <a:t>分析系统的</a:t>
            </a:r>
            <a:r>
              <a:rPr lang="zh-CN" altLang="en-US">
                <a:solidFill>
                  <a:srgbClr val="000000"/>
                </a:solidFill>
                <a:highlight>
                  <a:srgbClr val="FFFF00"/>
                </a:highlight>
                <a:latin typeface="Times New Roman" panose="02020603050405020304" pitchFamily="18" charset="0"/>
              </a:rPr>
              <a:t>数据要求</a:t>
            </a:r>
            <a:endParaRPr lang="zh-CN" altLang="en-US">
              <a:solidFill>
                <a:srgbClr val="000000"/>
              </a:solidFill>
              <a:latin typeface="Times New Roman" panose="02020603050405020304" pitchFamily="18" charset="0"/>
            </a:endParaRPr>
          </a:p>
          <a:p>
            <a:pPr eaLnBrk="1" hangingPunct="1">
              <a:lnSpc>
                <a:spcPct val="130000"/>
              </a:lnSpc>
              <a:spcBef>
                <a:spcPct val="0"/>
              </a:spcBef>
              <a:buFont typeface="Wingdings" panose="05000000000000000000" pitchFamily="2" charset="2"/>
              <a:buNone/>
            </a:pPr>
            <a:r>
              <a:rPr lang="zh-CN" altLang="en-US" sz="2400">
                <a:solidFill>
                  <a:srgbClr val="000000"/>
                </a:solidFill>
                <a:latin typeface="Times New Roman" panose="02020603050405020304" pitchFamily="18" charset="0"/>
              </a:rPr>
              <a:t>    如何分析？通过建立</a:t>
            </a:r>
            <a:r>
              <a:rPr lang="zh-CN" altLang="en-US" sz="2400">
                <a:solidFill>
                  <a:srgbClr val="0000FF"/>
                </a:solidFill>
                <a:latin typeface="Times New Roman" panose="02020603050405020304" pitchFamily="18" charset="0"/>
              </a:rPr>
              <a:t>数据模型</a:t>
            </a:r>
            <a:r>
              <a:rPr lang="zh-CN" altLang="en-US" sz="2400">
                <a:solidFill>
                  <a:srgbClr val="000000"/>
                </a:solidFill>
                <a:latin typeface="Times New Roman" panose="02020603050405020304" pitchFamily="18" charset="0"/>
              </a:rPr>
              <a:t>来分析，如数据字典、</a:t>
            </a:r>
            <a:r>
              <a:rPr lang="zh-CN" altLang="en-US" sz="2400">
                <a:solidFill>
                  <a:srgbClr val="FF0000"/>
                </a:solidFill>
                <a:latin typeface="Times New Roman" panose="02020603050405020304" pitchFamily="18" charset="0"/>
              </a:rPr>
              <a:t>层次方框图、</a:t>
            </a:r>
            <a:r>
              <a:rPr lang="en-US" altLang="zh-CN" sz="2400">
                <a:solidFill>
                  <a:srgbClr val="FF0000"/>
                </a:solidFill>
                <a:latin typeface="Times New Roman" panose="02020603050405020304" pitchFamily="18" charset="0"/>
              </a:rPr>
              <a:t>Warnier</a:t>
            </a:r>
            <a:r>
              <a:rPr lang="zh-CN" altLang="en-US" sz="2400">
                <a:solidFill>
                  <a:srgbClr val="FF0000"/>
                </a:solidFill>
                <a:latin typeface="Times New Roman" panose="02020603050405020304" pitchFamily="18" charset="0"/>
              </a:rPr>
              <a:t>图 </a:t>
            </a:r>
            <a:r>
              <a:rPr lang="en-US" altLang="zh-CN" sz="2400">
                <a:solidFill>
                  <a:srgbClr val="000000"/>
                </a:solidFill>
                <a:latin typeface="Times New Roman" panose="02020603050405020304" pitchFamily="18" charset="0"/>
              </a:rPr>
              <a:t>(</a:t>
            </a:r>
            <a:r>
              <a:rPr lang="zh-CN" altLang="en-US" sz="2400">
                <a:solidFill>
                  <a:srgbClr val="000000"/>
                </a:solidFill>
                <a:latin typeface="Times New Roman" panose="02020603050405020304" pitchFamily="18" charset="0"/>
              </a:rPr>
              <a:t>后面学习</a:t>
            </a:r>
            <a:r>
              <a:rPr lang="en-US" altLang="zh-CN" sz="2400">
                <a:solidFill>
                  <a:srgbClr val="000000"/>
                </a:solidFill>
                <a:latin typeface="Times New Roman" panose="02020603050405020304" pitchFamily="18" charset="0"/>
              </a:rPr>
              <a:t>)</a:t>
            </a:r>
            <a:r>
              <a:rPr lang="zh-CN" altLang="en-US" sz="2400">
                <a:solidFill>
                  <a:srgbClr val="000000"/>
                </a:solidFill>
                <a:latin typeface="Times New Roman" panose="02020603050405020304" pitchFamily="18" charset="0"/>
              </a:rPr>
              <a:t>，</a:t>
            </a:r>
            <a:r>
              <a:rPr lang="zh-CN" altLang="en-US" sz="2400" u="sng">
                <a:solidFill>
                  <a:srgbClr val="000000"/>
                </a:solidFill>
                <a:latin typeface="Times New Roman" panose="02020603050405020304" pitchFamily="18" charset="0"/>
              </a:rPr>
              <a:t>将</a:t>
            </a:r>
            <a:r>
              <a:rPr lang="zh-CN" altLang="en-US" sz="2400" b="1" u="sng">
                <a:solidFill>
                  <a:srgbClr val="000000"/>
                </a:solidFill>
                <a:latin typeface="Times New Roman" panose="02020603050405020304" pitchFamily="18" charset="0"/>
              </a:rPr>
              <a:t>数据结构 </a:t>
            </a:r>
            <a:r>
              <a:rPr lang="en-US" altLang="zh-CN" sz="2400" u="sng">
                <a:solidFill>
                  <a:srgbClr val="000000"/>
                </a:solidFill>
                <a:latin typeface="Times New Roman" panose="02020603050405020304" pitchFamily="18" charset="0"/>
              </a:rPr>
              <a:t>(</a:t>
            </a:r>
            <a:r>
              <a:rPr lang="zh-CN" altLang="en-US" sz="2400" u="sng">
                <a:solidFill>
                  <a:srgbClr val="000000"/>
                </a:solidFill>
                <a:latin typeface="Times New Roman" panose="02020603050405020304" pitchFamily="18" charset="0"/>
              </a:rPr>
              <a:t>数据元素间的逻辑关系</a:t>
            </a:r>
            <a:r>
              <a:rPr lang="en-US" altLang="zh-CN" sz="2400" u="sng">
                <a:solidFill>
                  <a:srgbClr val="000000"/>
                </a:solidFill>
                <a:latin typeface="Times New Roman" panose="02020603050405020304" pitchFamily="18" charset="0"/>
              </a:rPr>
              <a:t>)</a:t>
            </a:r>
            <a:r>
              <a:rPr lang="zh-CN" altLang="en-US" sz="2400" u="sng">
                <a:solidFill>
                  <a:srgbClr val="000000"/>
                </a:solidFill>
                <a:latin typeface="Times New Roman" panose="02020603050405020304" pitchFamily="18" charset="0"/>
              </a:rPr>
              <a:t>规范化，系统地</a:t>
            </a:r>
            <a:r>
              <a:rPr lang="en-US" altLang="zh-CN" sz="2400" u="sng">
                <a:solidFill>
                  <a:srgbClr val="000000"/>
                </a:solidFill>
                <a:latin typeface="Times New Roman" panose="02020603050405020304" pitchFamily="18" charset="0"/>
              </a:rPr>
              <a:t>“</a:t>
            </a:r>
            <a:r>
              <a:rPr lang="zh-CN" altLang="en-US" sz="2400" u="sng">
                <a:solidFill>
                  <a:srgbClr val="000000"/>
                </a:solidFill>
                <a:latin typeface="Times New Roman" panose="02020603050405020304" pitchFamily="18" charset="0"/>
              </a:rPr>
              <a:t>管理</a:t>
            </a:r>
            <a:r>
              <a:rPr lang="en-US" altLang="zh-CN" sz="2400" u="sng">
                <a:solidFill>
                  <a:srgbClr val="000000"/>
                </a:solidFill>
                <a:latin typeface="Times New Roman" panose="02020603050405020304" pitchFamily="18" charset="0"/>
              </a:rPr>
              <a:t>”</a:t>
            </a:r>
            <a:r>
              <a:rPr lang="zh-CN" altLang="en-US" sz="2400" u="sng">
                <a:solidFill>
                  <a:srgbClr val="000000"/>
                </a:solidFill>
                <a:latin typeface="Times New Roman" panose="02020603050405020304" pitchFamily="18" charset="0"/>
              </a:rPr>
              <a:t>数据</a:t>
            </a:r>
            <a:r>
              <a:rPr lang="zh-CN" altLang="en-US" sz="2400">
                <a:solidFill>
                  <a:srgbClr val="000000"/>
                </a:solidFill>
                <a:latin typeface="Times New Roman" panose="02020603050405020304" pitchFamily="18" charset="0"/>
              </a:rPr>
              <a:t>。</a:t>
            </a:r>
            <a:endParaRPr lang="zh-CN" altLang="en-US" sz="2400">
              <a:solidFill>
                <a:srgbClr val="000000"/>
              </a:solidFill>
              <a:latin typeface="Times New Roman" panose="02020603050405020304" pitchFamily="18" charset="0"/>
            </a:endParaRPr>
          </a:p>
        </p:txBody>
      </p:sp>
      <p:sp>
        <p:nvSpPr>
          <p:cNvPr id="969733" name="Rectangle 5"/>
          <p:cNvSpPr>
            <a:spLocks noChangeArrowheads="1"/>
          </p:cNvSpPr>
          <p:nvPr/>
        </p:nvSpPr>
        <p:spPr bwMode="auto">
          <a:xfrm>
            <a:off x="755650" y="4868863"/>
            <a:ext cx="74168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lnSpc>
                <a:spcPct val="130000"/>
              </a:lnSpc>
              <a:spcBef>
                <a:spcPct val="0"/>
              </a:spcBef>
              <a:buFont typeface="Wingdings" panose="05000000000000000000" pitchFamily="2" charset="2"/>
              <a:buNone/>
            </a:pPr>
            <a:r>
              <a:rPr lang="en-US" altLang="zh-CN">
                <a:solidFill>
                  <a:srgbClr val="000000"/>
                </a:solidFill>
                <a:latin typeface="Times New Roman" panose="02020603050405020304" pitchFamily="18" charset="0"/>
              </a:rPr>
              <a:t>3.1.4 </a:t>
            </a:r>
            <a:r>
              <a:rPr lang="zh-CN" altLang="en-US">
                <a:solidFill>
                  <a:srgbClr val="000000"/>
                </a:solidFill>
                <a:latin typeface="Times New Roman" panose="02020603050405020304" pitchFamily="18" charset="0"/>
              </a:rPr>
              <a:t>修正系统</a:t>
            </a:r>
            <a:r>
              <a:rPr lang="zh-CN" altLang="en-US">
                <a:solidFill>
                  <a:srgbClr val="000000"/>
                </a:solidFill>
                <a:highlight>
                  <a:srgbClr val="FFFF00"/>
                </a:highlight>
                <a:latin typeface="Times New Roman" panose="02020603050405020304" pitchFamily="18" charset="0"/>
              </a:rPr>
              <a:t>开发计划</a:t>
            </a:r>
            <a:endParaRPr lang="zh-CN" altLang="en-US">
              <a:solidFill>
                <a:srgbClr val="000000"/>
              </a:solidFill>
              <a:latin typeface="Times New Roman" panose="02020603050405020304" pitchFamily="18" charset="0"/>
            </a:endParaRPr>
          </a:p>
          <a:p>
            <a:pPr eaLnBrk="1" hangingPunct="1">
              <a:lnSpc>
                <a:spcPct val="130000"/>
              </a:lnSpc>
              <a:spcBef>
                <a:spcPct val="0"/>
              </a:spcBef>
              <a:buFont typeface="Wingdings" panose="05000000000000000000" pitchFamily="2" charset="2"/>
              <a:buNone/>
            </a:pPr>
            <a:r>
              <a:rPr lang="zh-CN" altLang="en-US" sz="2400">
                <a:solidFill>
                  <a:srgbClr val="000000"/>
                </a:solidFill>
                <a:latin typeface="Times New Roman" panose="02020603050405020304" pitchFamily="18" charset="0"/>
              </a:rPr>
              <a:t>     修正前期制定的开发计划</a:t>
            </a:r>
            <a:endParaRPr lang="zh-CN" altLang="en-US" sz="2400">
              <a:solidFill>
                <a:srgbClr val="000000"/>
              </a:solidFill>
              <a:latin typeface="Times New Roman" panose="02020603050405020304" pitchFamily="18" charset="0"/>
            </a:endParaRPr>
          </a:p>
          <a:p>
            <a:pPr eaLnBrk="1" hangingPunct="1">
              <a:lnSpc>
                <a:spcPct val="130000"/>
              </a:lnSpc>
              <a:spcBef>
                <a:spcPct val="0"/>
              </a:spcBef>
              <a:buFont typeface="Wingdings" panose="05000000000000000000" pitchFamily="2" charset="2"/>
              <a:buNone/>
            </a:pPr>
            <a:r>
              <a:rPr lang="zh-CN" altLang="en-US" sz="2400">
                <a:solidFill>
                  <a:srgbClr val="000000"/>
                </a:solidFill>
                <a:latin typeface="Times New Roman" panose="02020603050405020304" pitchFamily="18" charset="0"/>
              </a:rPr>
              <a:t>     </a:t>
            </a:r>
            <a:r>
              <a:rPr lang="en-US" altLang="zh-CN" sz="2400">
                <a:solidFill>
                  <a:srgbClr val="000000"/>
                </a:solidFill>
                <a:latin typeface="Times New Roman" panose="02020603050405020304" pitchFamily="18" charset="0"/>
              </a:rPr>
              <a:t>(</a:t>
            </a:r>
            <a:r>
              <a:rPr lang="zh-CN" altLang="en-US" sz="2400">
                <a:solidFill>
                  <a:srgbClr val="000000"/>
                </a:solidFill>
                <a:latin typeface="Times New Roman" panose="02020603050405020304" pitchFamily="18" charset="0"/>
              </a:rPr>
              <a:t>可行性研究阶段草拟的开发计划</a:t>
            </a:r>
            <a:r>
              <a:rPr lang="en-US" altLang="zh-CN" sz="2400">
                <a:solidFill>
                  <a:srgbClr val="000000"/>
                </a:solidFill>
                <a:latin typeface="Times New Roman" panose="02020603050405020304" pitchFamily="18" charset="0"/>
              </a:rPr>
              <a:t>)</a:t>
            </a:r>
            <a:endParaRPr lang="en-US" altLang="zh-CN" sz="2400">
              <a:solidFill>
                <a:srgbClr val="000000"/>
              </a:solidFill>
              <a:latin typeface="Times New Roman" panose="02020603050405020304" pitchFamily="18" charset="0"/>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4342"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2DA472A1-6163-481B-8C66-28C1B9D77A59}"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69732"/>
                                        </p:tgtEl>
                                        <p:attrNameLst>
                                          <p:attrName>style.visibility</p:attrName>
                                        </p:attrNameLst>
                                      </p:cBhvr>
                                      <p:to>
                                        <p:strVal val="visible"/>
                                      </p:to>
                                    </p:set>
                                    <p:anim calcmode="lin" valueType="num">
                                      <p:cBhvr additive="base">
                                        <p:cTn id="7" dur="500" fill="hold"/>
                                        <p:tgtEl>
                                          <p:spTgt spid="969732"/>
                                        </p:tgtEl>
                                        <p:attrNameLst>
                                          <p:attrName>ppt_x</p:attrName>
                                        </p:attrNameLst>
                                      </p:cBhvr>
                                      <p:tavLst>
                                        <p:tav tm="0">
                                          <p:val>
                                            <p:strVal val="0-#ppt_w/2"/>
                                          </p:val>
                                        </p:tav>
                                        <p:tav tm="100000">
                                          <p:val>
                                            <p:strVal val="#ppt_x"/>
                                          </p:val>
                                        </p:tav>
                                      </p:tavLst>
                                    </p:anim>
                                    <p:anim calcmode="lin" valueType="num">
                                      <p:cBhvr additive="base">
                                        <p:cTn id="8" dur="500" fill="hold"/>
                                        <p:tgtEl>
                                          <p:spTgt spid="9697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69731"/>
                                        </p:tgtEl>
                                        <p:attrNameLst>
                                          <p:attrName>style.visibility</p:attrName>
                                        </p:attrNameLst>
                                      </p:cBhvr>
                                      <p:to>
                                        <p:strVal val="visible"/>
                                      </p:to>
                                    </p:set>
                                    <p:anim calcmode="lin" valueType="num">
                                      <p:cBhvr additive="base">
                                        <p:cTn id="13" dur="500" fill="hold"/>
                                        <p:tgtEl>
                                          <p:spTgt spid="969731"/>
                                        </p:tgtEl>
                                        <p:attrNameLst>
                                          <p:attrName>ppt_x</p:attrName>
                                        </p:attrNameLst>
                                      </p:cBhvr>
                                      <p:tavLst>
                                        <p:tav tm="0">
                                          <p:val>
                                            <p:strVal val="0-#ppt_w/2"/>
                                          </p:val>
                                        </p:tav>
                                        <p:tav tm="100000">
                                          <p:val>
                                            <p:strVal val="#ppt_x"/>
                                          </p:val>
                                        </p:tav>
                                      </p:tavLst>
                                    </p:anim>
                                    <p:anim calcmode="lin" valueType="num">
                                      <p:cBhvr additive="base">
                                        <p:cTn id="14" dur="500" fill="hold"/>
                                        <p:tgtEl>
                                          <p:spTgt spid="96973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69733"/>
                                        </p:tgtEl>
                                        <p:attrNameLst>
                                          <p:attrName>style.visibility</p:attrName>
                                        </p:attrNameLst>
                                      </p:cBhvr>
                                      <p:to>
                                        <p:strVal val="visible"/>
                                      </p:to>
                                    </p:set>
                                    <p:anim calcmode="lin" valueType="num">
                                      <p:cBhvr additive="base">
                                        <p:cTn id="19" dur="500" fill="hold"/>
                                        <p:tgtEl>
                                          <p:spTgt spid="969733"/>
                                        </p:tgtEl>
                                        <p:attrNameLst>
                                          <p:attrName>ppt_x</p:attrName>
                                        </p:attrNameLst>
                                      </p:cBhvr>
                                      <p:tavLst>
                                        <p:tav tm="0">
                                          <p:val>
                                            <p:strVal val="0-#ppt_w/2"/>
                                          </p:val>
                                        </p:tav>
                                        <p:tav tm="100000">
                                          <p:val>
                                            <p:strVal val="#ppt_x"/>
                                          </p:val>
                                        </p:tav>
                                      </p:tavLst>
                                    </p:anim>
                                    <p:anim calcmode="lin" valueType="num">
                                      <p:cBhvr additive="base">
                                        <p:cTn id="20" dur="500" fill="hold"/>
                                        <p:tgtEl>
                                          <p:spTgt spid="9697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9731" grpId="0" bldLvl="0" animBg="1"/>
      <p:bldP spid="969732" grpId="0"/>
      <p:bldP spid="969733"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549275" y="836613"/>
            <a:ext cx="6902450" cy="641350"/>
          </a:xfrm>
        </p:spPr>
        <p:txBody>
          <a:bodyPr/>
          <a:lstStyle/>
          <a:p>
            <a:pPr algn="l" eaLnBrk="1" hangingPunct="1"/>
            <a:r>
              <a:rPr lang="zh-CN" altLang="en-US" noProof="1" smtClean="0">
                <a:solidFill>
                  <a:srgbClr val="000000"/>
                </a:solidFill>
                <a:effectLst/>
                <a:latin typeface="宋体" panose="02010600030101010101" pitchFamily="2" charset="-122"/>
                <a:ea typeface="宋体" panose="02010600030101010101" pitchFamily="2" charset="-122"/>
              </a:rPr>
              <a:t>3.2 与用户沟通获取需求的方法 </a:t>
            </a:r>
            <a:endParaRPr lang="zh-CN" altLang="en-US" noProof="1" smtClean="0">
              <a:solidFill>
                <a:srgbClr val="000000"/>
              </a:solidFill>
              <a:effectLst/>
              <a:latin typeface="宋体" panose="02010600030101010101" pitchFamily="2" charset="-122"/>
              <a:ea typeface="宋体" panose="02010600030101010101" pitchFamily="2" charset="-122"/>
            </a:endParaRPr>
          </a:p>
        </p:txBody>
      </p:sp>
      <p:sp>
        <p:nvSpPr>
          <p:cNvPr id="134147" name="Rectangle 3"/>
          <p:cNvSpPr>
            <a:spLocks noGrp="1"/>
          </p:cNvSpPr>
          <p:nvPr>
            <p:ph idx="1"/>
          </p:nvPr>
        </p:nvSpPr>
        <p:spPr>
          <a:xfrm>
            <a:off x="755650" y="3359150"/>
            <a:ext cx="4419600" cy="568325"/>
          </a:xfrm>
        </p:spPr>
        <p:txBody>
          <a:bodyPr/>
          <a:lstStyle/>
          <a:p>
            <a:pPr eaLnBrk="1" hangingPunct="1">
              <a:buFont typeface="Wingdings" panose="05000000000000000000" pitchFamily="2" charset="2"/>
              <a:buNone/>
            </a:pPr>
            <a:r>
              <a:rPr lang="zh-CN" altLang="zh-CN" noProof="1" smtClean="0">
                <a:solidFill>
                  <a:srgbClr val="000000"/>
                </a:solidFill>
                <a:effectLst/>
                <a:latin typeface="Times New Roman" panose="02020603050405020304" pitchFamily="18" charset="0"/>
              </a:rPr>
              <a:t>3.2.1 </a:t>
            </a:r>
            <a:r>
              <a:rPr lang="zh-CN" altLang="en-US" noProof="1" smtClean="0">
                <a:solidFill>
                  <a:srgbClr val="000000"/>
                </a:solidFill>
                <a:effectLst/>
                <a:latin typeface="Times New Roman" panose="02020603050405020304" pitchFamily="18" charset="0"/>
              </a:rPr>
              <a:t>访谈 </a:t>
            </a:r>
            <a:endParaRPr lang="zh-CN" altLang="en-US" noProof="1" smtClean="0">
              <a:solidFill>
                <a:srgbClr val="000000"/>
              </a:solidFill>
              <a:effectLst/>
              <a:latin typeface="Times New Roman" panose="02020603050405020304" pitchFamily="18" charset="0"/>
            </a:endParaRPr>
          </a:p>
        </p:txBody>
      </p:sp>
      <p:sp>
        <p:nvSpPr>
          <p:cNvPr id="900126" name="Text Box 1054"/>
          <p:cNvSpPr txBox="1">
            <a:spLocks noChangeArrowheads="1"/>
          </p:cNvSpPr>
          <p:nvPr/>
        </p:nvSpPr>
        <p:spPr bwMode="auto">
          <a:xfrm>
            <a:off x="749300" y="4071938"/>
            <a:ext cx="7488238"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1828800" indent="-18288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lnSpc>
                <a:spcPct val="120000"/>
              </a:lnSpc>
              <a:spcBef>
                <a:spcPct val="50000"/>
              </a:spcBef>
              <a:buClrTx/>
              <a:buSzTx/>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）正式访谈：系统分析员提出事先准备好的问题。</a:t>
            </a:r>
            <a:endParaRPr lang="zh-CN" altLang="en-US" sz="2400">
              <a:solidFill>
                <a:srgbClr val="000000"/>
              </a:solidFill>
              <a:latin typeface="宋体" panose="02010600030101010101" pitchFamily="2" charset="-122"/>
              <a:ea typeface="宋体" panose="02010600030101010101" pitchFamily="2" charset="-122"/>
            </a:endParaRPr>
          </a:p>
          <a:p>
            <a:pPr eaLnBrk="1" hangingPunct="1">
              <a:lnSpc>
                <a:spcPct val="120000"/>
              </a:lnSpc>
              <a:spcBef>
                <a:spcPct val="50000"/>
              </a:spcBef>
              <a:buClrTx/>
              <a:buSzTx/>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）非正式访谈：提出一些用户可以自由回答的开放性问题，鼓励被访者说出自己的想法。</a:t>
            </a:r>
            <a:endParaRPr lang="zh-CN" altLang="en-US" sz="2400">
              <a:solidFill>
                <a:srgbClr val="000000"/>
              </a:solidFill>
              <a:latin typeface="宋体" panose="02010600030101010101" pitchFamily="2" charset="-122"/>
              <a:ea typeface="宋体" panose="02010600030101010101" pitchFamily="2" charset="-122"/>
            </a:endParaRPr>
          </a:p>
          <a:p>
            <a:pPr eaLnBrk="1" hangingPunct="1">
              <a:lnSpc>
                <a:spcPct val="120000"/>
              </a:lnSpc>
              <a:spcBef>
                <a:spcPct val="50000"/>
              </a:spcBef>
              <a:buClrTx/>
              <a:buSzTx/>
              <a:buFont typeface="Arial" panose="020B0604020202020204" pitchFamily="34" charset="0"/>
              <a:buNone/>
            </a:pP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）需要访问大量人员时，利用</a:t>
            </a:r>
            <a:r>
              <a:rPr lang="zh-CN" altLang="en-US" sz="2400">
                <a:solidFill>
                  <a:srgbClr val="0000FF"/>
                </a:solidFill>
                <a:latin typeface="宋体" panose="02010600030101010101" pitchFamily="2" charset="-122"/>
                <a:ea typeface="宋体" panose="02010600030101010101" pitchFamily="2" charset="-122"/>
              </a:rPr>
              <a:t>调查表</a:t>
            </a:r>
            <a:r>
              <a:rPr lang="zh-CN" altLang="en-US" sz="2400">
                <a:solidFill>
                  <a:srgbClr val="000000"/>
                </a:solidFill>
                <a:latin typeface="宋体" panose="02010600030101010101" pitchFamily="2" charset="-122"/>
                <a:ea typeface="宋体" panose="02010600030101010101" pitchFamily="2" charset="-122"/>
              </a:rPr>
              <a:t>访问较佳。</a:t>
            </a:r>
            <a:endParaRPr lang="zh-CN" altLang="en-US" sz="2400">
              <a:solidFill>
                <a:srgbClr val="000000"/>
              </a:solidFill>
              <a:latin typeface="宋体" panose="02010600030101010101" pitchFamily="2" charset="-122"/>
              <a:ea typeface="宋体" panose="02010600030101010101" pitchFamily="2" charset="-122"/>
            </a:endParaRPr>
          </a:p>
        </p:txBody>
      </p:sp>
      <p:sp>
        <p:nvSpPr>
          <p:cNvPr id="15365" name="文本框 1"/>
          <p:cNvSpPr txBox="1">
            <a:spLocks noChangeArrowheads="1"/>
          </p:cNvSpPr>
          <p:nvPr/>
        </p:nvSpPr>
        <p:spPr bwMode="auto">
          <a:xfrm>
            <a:off x="755650" y="1714500"/>
            <a:ext cx="3357563"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4</a:t>
            </a:r>
            <a:r>
              <a:rPr lang="zh-CN" altLang="en-US" sz="1800">
                <a:solidFill>
                  <a:srgbClr val="000000"/>
                </a:solidFill>
                <a:ea typeface="宋体" panose="02010600030101010101" pitchFamily="2" charset="-122"/>
              </a:rPr>
              <a:t>种方法：</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1</a:t>
            </a:r>
            <a:r>
              <a:rPr lang="zh-CN" altLang="en-US" sz="1800">
                <a:solidFill>
                  <a:srgbClr val="000000"/>
                </a:solidFill>
                <a:ea typeface="宋体" panose="02010600030101010101" pitchFamily="2" charset="-122"/>
              </a:rPr>
              <a:t>）访谈</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2</a:t>
            </a:r>
            <a:r>
              <a:rPr lang="zh-CN" altLang="en-US" sz="1800">
                <a:solidFill>
                  <a:srgbClr val="000000"/>
                </a:solidFill>
                <a:ea typeface="宋体" panose="02010600030101010101" pitchFamily="2" charset="-122"/>
              </a:rPr>
              <a:t>）面向数据流自顶向下求精</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      （多级的数据流图）</a:t>
            </a: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3</a:t>
            </a:r>
            <a:r>
              <a:rPr lang="zh-CN" altLang="en-US" sz="1800">
                <a:solidFill>
                  <a:srgbClr val="000000"/>
                </a:solidFill>
                <a:ea typeface="宋体" panose="02010600030101010101" pitchFamily="2" charset="-122"/>
              </a:rPr>
              <a:t>）简易的应用规格说明技术</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4</a:t>
            </a:r>
            <a:r>
              <a:rPr lang="zh-CN" altLang="en-US" sz="1800">
                <a:solidFill>
                  <a:srgbClr val="000000"/>
                </a:solidFill>
                <a:ea typeface="宋体" panose="02010600030101010101" pitchFamily="2" charset="-122"/>
              </a:rPr>
              <a:t>）快速建立软件原型</a:t>
            </a:r>
            <a:endParaRPr lang="zh-CN" altLang="en-US" sz="1800">
              <a:solidFill>
                <a:srgbClr val="000000"/>
              </a:solidFill>
              <a:ea typeface="宋体" panose="02010600030101010101" pitchFamily="2" charset="-122"/>
            </a:endParaRPr>
          </a:p>
        </p:txBody>
      </p:sp>
      <p:sp>
        <p:nvSpPr>
          <p:cNvPr id="15366" name="文本框 2"/>
          <p:cNvSpPr txBox="1">
            <a:spLocks noChangeArrowheads="1"/>
          </p:cNvSpPr>
          <p:nvPr/>
        </p:nvSpPr>
        <p:spPr bwMode="auto">
          <a:xfrm>
            <a:off x="4125913" y="1844675"/>
            <a:ext cx="403383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2400">
                <a:solidFill>
                  <a:srgbClr val="000000"/>
                </a:solidFill>
                <a:latin typeface="Times New Roman" panose="02020603050405020304" pitchFamily="18" charset="0"/>
                <a:ea typeface="宋体" panose="02010600030101010101" pitchFamily="2" charset="-122"/>
              </a:rPr>
              <a:t>In whichever method, </a:t>
            </a:r>
            <a:r>
              <a:rPr lang="en-US" altLang="zh-CN" sz="2400">
                <a:solidFill>
                  <a:srgbClr val="0000FF"/>
                </a:solidFill>
                <a:latin typeface="Times New Roman" panose="02020603050405020304" pitchFamily="18" charset="0"/>
                <a:ea typeface="宋体" panose="02010600030101010101" pitchFamily="2" charset="-122"/>
              </a:rPr>
              <a:t>communication </a:t>
            </a:r>
            <a:r>
              <a:rPr lang="en-US" altLang="zh-CN" sz="2400">
                <a:solidFill>
                  <a:srgbClr val="000000"/>
                </a:solidFill>
                <a:latin typeface="Times New Roman" panose="02020603050405020304" pitchFamily="18" charset="0"/>
                <a:ea typeface="宋体" panose="02010600030101010101" pitchFamily="2" charset="-122"/>
              </a:rPr>
              <a:t>plays an important role in collecting or attaining requirements.</a:t>
            </a:r>
            <a:endParaRPr lang="en-US" altLang="zh-CN" sz="2400">
              <a:solidFill>
                <a:srgbClr val="000000"/>
              </a:solidFill>
              <a:latin typeface="Times New Roman" panose="02020603050405020304" pitchFamily="18" charset="0"/>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5368"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767B0D4E-7A36-4AA9-B3A7-97DB2F1030AA}"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3" name="矩形 2"/>
          <p:cNvSpPr/>
          <p:nvPr/>
        </p:nvSpPr>
        <p:spPr>
          <a:xfrm>
            <a:off x="3996055" y="1772920"/>
            <a:ext cx="4032885" cy="1871980"/>
          </a:xfrm>
          <a:prstGeom prst="rect">
            <a:avLst/>
          </a:prstGeom>
          <a:noFill/>
          <a:ln w="12700" cap="sq"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 calcmode="lin" valueType="num">
                                      <p:cBhvr additive="base">
                                        <p:cTn id="7" dur="500" fill="hold"/>
                                        <p:tgtEl>
                                          <p:spTgt spid="1341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4147">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900126">
                                            <p:txEl>
                                              <p:pRg st="0" end="0"/>
                                            </p:txEl>
                                          </p:spTgt>
                                        </p:tgtEl>
                                        <p:attrNameLst>
                                          <p:attrName>style.visibility</p:attrName>
                                        </p:attrNameLst>
                                      </p:cBhvr>
                                      <p:to>
                                        <p:strVal val="visible"/>
                                      </p:to>
                                    </p:set>
                                    <p:animEffect transition="in" filter="fade">
                                      <p:cBhvr>
                                        <p:cTn id="12" dur="500"/>
                                        <p:tgtEl>
                                          <p:spTgt spid="900126">
                                            <p:txEl>
                                              <p:pRg st="0" end="0"/>
                                            </p:txEl>
                                          </p:spTgt>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900126">
                                            <p:txEl>
                                              <p:pRg st="1" end="1"/>
                                            </p:txEl>
                                          </p:spTgt>
                                        </p:tgtEl>
                                        <p:attrNameLst>
                                          <p:attrName>style.visibility</p:attrName>
                                        </p:attrNameLst>
                                      </p:cBhvr>
                                      <p:to>
                                        <p:strVal val="visible"/>
                                      </p:to>
                                    </p:set>
                                    <p:animEffect transition="in" filter="fade">
                                      <p:cBhvr>
                                        <p:cTn id="16" dur="500"/>
                                        <p:tgtEl>
                                          <p:spTgt spid="900126">
                                            <p:txEl>
                                              <p:pRg st="1" end="1"/>
                                            </p:txEl>
                                          </p:spTgt>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900126">
                                            <p:txEl>
                                              <p:pRg st="2" end="2"/>
                                            </p:txEl>
                                          </p:spTgt>
                                        </p:tgtEl>
                                        <p:attrNameLst>
                                          <p:attrName>style.visibility</p:attrName>
                                        </p:attrNameLst>
                                      </p:cBhvr>
                                      <p:to>
                                        <p:strVal val="visible"/>
                                      </p:to>
                                    </p:set>
                                    <p:animEffect transition="in" filter="fade">
                                      <p:cBhvr>
                                        <p:cTn id="20" dur="500"/>
                                        <p:tgtEl>
                                          <p:spTgt spid="90012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900126" grpId="0" build="p"/>
      <p:bldP spid="3" grpId="0" animBg="1"/>
      <p:bldP spid="3" grpId="1"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4"/>
          <p:cNvSpPr>
            <a:spLocks noChangeArrowheads="1"/>
          </p:cNvSpPr>
          <p:nvPr/>
        </p:nvSpPr>
        <p:spPr bwMode="auto">
          <a:xfrm>
            <a:off x="468313" y="762000"/>
            <a:ext cx="8423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a:solidFill>
                  <a:srgbClr val="000000"/>
                </a:solidFill>
                <a:latin typeface="Times New Roman" panose="02020603050405020304" pitchFamily="18" charset="0"/>
                <a:ea typeface="宋体" panose="02010600030101010101" pitchFamily="2" charset="-122"/>
              </a:rPr>
              <a:t>3.2.2 </a:t>
            </a:r>
            <a:r>
              <a:rPr lang="zh-CN" altLang="en-US">
                <a:solidFill>
                  <a:srgbClr val="000000"/>
                </a:solidFill>
                <a:latin typeface="楷体_GB2312" pitchFamily="49" charset="-122"/>
              </a:rPr>
              <a:t>面向数据流自顶向下求精 （结构化分析） </a:t>
            </a:r>
            <a:endParaRPr lang="zh-CN" altLang="en-US">
              <a:solidFill>
                <a:srgbClr val="000000"/>
              </a:solidFill>
              <a:latin typeface="楷体_GB2312" pitchFamily="49" charset="-122"/>
            </a:endParaRPr>
          </a:p>
        </p:txBody>
      </p:sp>
      <p:graphicFrame>
        <p:nvGraphicFramePr>
          <p:cNvPr id="16387" name="对象 2"/>
          <p:cNvGraphicFramePr/>
          <p:nvPr/>
        </p:nvGraphicFramePr>
        <p:xfrm>
          <a:off x="1581150" y="2178050"/>
          <a:ext cx="5357813" cy="1773238"/>
        </p:xfrm>
        <a:graphic>
          <a:graphicData uri="http://schemas.openxmlformats.org/presentationml/2006/ole">
            <mc:AlternateContent xmlns:mc="http://schemas.openxmlformats.org/markup-compatibility/2006">
              <mc:Choice xmlns:v="urn:schemas-microsoft-com:vml" Requires="v">
                <p:oleObj spid="_x0000_s16408" name="" r:id="rId1" imgW="5353050" imgH="1771650" progId="Paint.Picture">
                  <p:embed/>
                </p:oleObj>
              </mc:Choice>
              <mc:Fallback>
                <p:oleObj name="" r:id="rId1" imgW="5353050" imgH="1771650" progId="Paint.Picture">
                  <p:embed/>
                  <p:pic>
                    <p:nvPicPr>
                      <p:cNvPr id="0" name="对象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150" y="2178050"/>
                        <a:ext cx="5357813"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388" name="文本框 4"/>
          <p:cNvSpPr txBox="1">
            <a:spLocks noChangeArrowheads="1"/>
          </p:cNvSpPr>
          <p:nvPr/>
        </p:nvSpPr>
        <p:spPr bwMode="auto">
          <a:xfrm>
            <a:off x="517525" y="1509713"/>
            <a:ext cx="8374063"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1</a:t>
            </a:r>
            <a:r>
              <a:rPr lang="zh-CN" altLang="en-US" sz="1800">
                <a:solidFill>
                  <a:srgbClr val="000000"/>
                </a:solidFill>
                <a:ea typeface="宋体" panose="02010600030101010101" pitchFamily="2" charset="-122"/>
              </a:rPr>
              <a:t>）使用结构化分析方法：</a:t>
            </a:r>
            <a:r>
              <a:rPr lang="zh-CN" altLang="en-US" sz="1800">
                <a:solidFill>
                  <a:srgbClr val="0000FF"/>
                </a:solidFill>
                <a:ea typeface="宋体" panose="02010600030101010101" pitchFamily="2" charset="-122"/>
              </a:rPr>
              <a:t>从数据流图的输出端入手</a:t>
            </a:r>
            <a:r>
              <a:rPr lang="zh-CN" altLang="en-US" sz="1800">
                <a:solidFill>
                  <a:srgbClr val="000000"/>
                </a:solidFill>
                <a:ea typeface="宋体" panose="02010600030101010101" pitchFamily="2" charset="-122"/>
              </a:rPr>
              <a:t>，</a:t>
            </a:r>
            <a:r>
              <a:rPr lang="zh-CN" altLang="en-US" sz="1800">
                <a:solidFill>
                  <a:srgbClr val="000000"/>
                </a:solidFill>
                <a:highlight>
                  <a:srgbClr val="FFFF00"/>
                </a:highlight>
                <a:ea typeface="宋体" panose="02010600030101010101" pitchFamily="2" charset="-122"/>
              </a:rPr>
              <a:t>从输出向输入回溯</a:t>
            </a:r>
            <a:r>
              <a:rPr lang="zh-CN" altLang="en-US" sz="1800">
                <a:solidFill>
                  <a:srgbClr val="000000"/>
                </a:solidFill>
                <a:ea typeface="宋体" panose="02010600030101010101" pitchFamily="2" charset="-122"/>
              </a:rPr>
              <a:t>，确定每 个数据元素的来源及其相关的程序模块（算法），便于开发者与用户发现问题</a:t>
            </a: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2</a:t>
            </a:r>
            <a:r>
              <a:rPr lang="zh-CN" altLang="en-US" sz="1800">
                <a:solidFill>
                  <a:srgbClr val="000000"/>
                </a:solidFill>
                <a:ea typeface="宋体" panose="02010600030101010101" pitchFamily="2" charset="-122"/>
              </a:rPr>
              <a:t>）分析过程中，得到的有关数据元素的信息记录在</a:t>
            </a:r>
            <a:r>
              <a:rPr lang="zh-CN" altLang="en-US" sz="1800">
                <a:solidFill>
                  <a:srgbClr val="0000FF"/>
                </a:solidFill>
                <a:ea typeface="宋体" panose="02010600030101010101" pitchFamily="2" charset="-122"/>
              </a:rPr>
              <a:t>数据字典</a:t>
            </a:r>
            <a:r>
              <a:rPr lang="zh-CN" altLang="en-US" sz="1800">
                <a:solidFill>
                  <a:srgbClr val="000000"/>
                </a:solidFill>
                <a:ea typeface="宋体" panose="02010600030101010101" pitchFamily="2" charset="-122"/>
              </a:rPr>
              <a:t>中；把对程序模块的简单描述记录在</a:t>
            </a:r>
            <a:r>
              <a:rPr lang="en-US" altLang="zh-CN" sz="1800">
                <a:solidFill>
                  <a:srgbClr val="FF0000"/>
                </a:solidFill>
                <a:ea typeface="宋体" panose="02010600030101010101" pitchFamily="2" charset="-122"/>
              </a:rPr>
              <a:t>IPO</a:t>
            </a:r>
            <a:r>
              <a:rPr lang="zh-CN" altLang="en-US" sz="1800">
                <a:solidFill>
                  <a:srgbClr val="FF0000"/>
                </a:solidFill>
                <a:ea typeface="宋体" panose="02010600030101010101" pitchFamily="2" charset="-122"/>
              </a:rPr>
              <a:t>图（</a:t>
            </a:r>
            <a:r>
              <a:rPr lang="en-US" altLang="zh-CN" sz="1800">
                <a:solidFill>
                  <a:srgbClr val="FF0000"/>
                </a:solidFill>
                <a:ea typeface="宋体" panose="02010600030101010101" pitchFamily="2" charset="-122"/>
              </a:rPr>
              <a:t>Section 3.7.3</a:t>
            </a:r>
            <a:r>
              <a:rPr lang="zh-CN" altLang="en-US" sz="1800">
                <a:solidFill>
                  <a:srgbClr val="FF0000"/>
                </a:solidFill>
                <a:ea typeface="宋体" panose="02010600030101010101" pitchFamily="2" charset="-122"/>
              </a:rPr>
              <a:t>）</a:t>
            </a:r>
            <a:r>
              <a:rPr lang="zh-CN" altLang="en-US" sz="1800">
                <a:solidFill>
                  <a:srgbClr val="000000"/>
                </a:solidFill>
                <a:ea typeface="宋体" panose="02010600030101010101" pitchFamily="2" charset="-122"/>
              </a:rPr>
              <a:t>中。</a:t>
            </a:r>
            <a:endParaRPr lang="en-US" altLang="zh-CN" sz="1800">
              <a:solidFill>
                <a:srgbClr val="00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6390"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2CFC23F-5994-43D9-BA16-84896ED32287}"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p:cNvSpPr>
            <a:spLocks noGrp="1" noChangeArrowheads="1"/>
          </p:cNvSpPr>
          <p:nvPr>
            <p:ph idx="1"/>
          </p:nvPr>
        </p:nvSpPr>
        <p:spPr>
          <a:xfrm>
            <a:off x="457200" y="1600200"/>
            <a:ext cx="8450263" cy="4525963"/>
          </a:xfrm>
        </p:spPr>
        <p:txBody>
          <a:bodyPr/>
          <a:lstStyle/>
          <a:p>
            <a:pPr marL="0" indent="0">
              <a:buFont typeface="Wingdings" panose="05000000000000000000" pitchFamily="2" charset="2"/>
              <a:buNone/>
            </a:pPr>
            <a:r>
              <a:rPr lang="zh-CN" altLang="en-US" sz="4000" smtClean="0">
                <a:solidFill>
                  <a:srgbClr val="000000"/>
                </a:solidFill>
                <a:effectLst/>
                <a:latin typeface="宋体" panose="02010600030101010101" pitchFamily="2" charset="-122"/>
                <a:ea typeface="宋体" panose="02010600030101010101" pitchFamily="2" charset="-122"/>
              </a:rPr>
              <a:t>前面我们画的数据流图需要修正或完善吗？</a:t>
            </a:r>
            <a:endParaRPr lang="zh-CN" altLang="en-US" sz="4000" smtClean="0">
              <a:solidFill>
                <a:srgbClr val="000000"/>
              </a:solidFill>
              <a:effectLst/>
              <a:latin typeface="宋体" panose="02010600030101010101" pitchFamily="2" charset="-122"/>
              <a:ea typeface="宋体" panose="02010600030101010101" pitchFamily="2" charset="-122"/>
            </a:endParaRPr>
          </a:p>
        </p:txBody>
      </p:sp>
      <p:sp>
        <p:nvSpPr>
          <p:cNvPr id="4" name="日期占位符 3"/>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741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8C98E1FD-38B9-47C1-9108-6F25F32340B4}"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34" name="Group 4"/>
          <p:cNvGrpSpPr/>
          <p:nvPr/>
        </p:nvGrpSpPr>
        <p:grpSpPr bwMode="auto">
          <a:xfrm>
            <a:off x="823913" y="2300288"/>
            <a:ext cx="7710487" cy="4224337"/>
            <a:chOff x="519" y="1200"/>
            <a:chExt cx="4857" cy="2661"/>
          </a:xfrm>
        </p:grpSpPr>
        <p:sp>
          <p:nvSpPr>
            <p:cNvPr id="18442" name="Rectangle 5"/>
            <p:cNvSpPr>
              <a:spLocks noChangeArrowheads="1"/>
            </p:cNvSpPr>
            <p:nvPr/>
          </p:nvSpPr>
          <p:spPr bwMode="auto">
            <a:xfrm>
              <a:off x="519" y="1922"/>
              <a:ext cx="592" cy="651"/>
            </a:xfrm>
            <a:prstGeom prst="rect">
              <a:avLst/>
            </a:prstGeom>
            <a:noFill/>
            <a:ln w="317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仓库</a:t>
              </a: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管理员</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43" name="Rectangle 6"/>
            <p:cNvSpPr>
              <a:spLocks noChangeArrowheads="1"/>
            </p:cNvSpPr>
            <p:nvPr/>
          </p:nvSpPr>
          <p:spPr bwMode="auto">
            <a:xfrm>
              <a:off x="4785" y="1922"/>
              <a:ext cx="591" cy="651"/>
            </a:xfrm>
            <a:prstGeom prst="rect">
              <a:avLst/>
            </a:prstGeom>
            <a:noFill/>
            <a:ln w="31750">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采购员</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44" name="Line 7"/>
            <p:cNvSpPr>
              <a:spLocks noChangeShapeType="1"/>
            </p:cNvSpPr>
            <p:nvPr/>
          </p:nvSpPr>
          <p:spPr bwMode="auto">
            <a:xfrm>
              <a:off x="1104" y="2313"/>
              <a:ext cx="463" cy="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45" name="Line 8"/>
            <p:cNvSpPr>
              <a:spLocks noChangeShapeType="1"/>
            </p:cNvSpPr>
            <p:nvPr/>
          </p:nvSpPr>
          <p:spPr bwMode="auto">
            <a:xfrm>
              <a:off x="4193" y="2313"/>
              <a:ext cx="592" cy="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46" name="Text Box 9"/>
            <p:cNvSpPr txBox="1">
              <a:spLocks noChangeArrowheads="1"/>
            </p:cNvSpPr>
            <p:nvPr/>
          </p:nvSpPr>
          <p:spPr bwMode="auto">
            <a:xfrm>
              <a:off x="996" y="2052"/>
              <a:ext cx="709"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事务</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47" name="Text Box 10"/>
            <p:cNvSpPr txBox="1">
              <a:spLocks noChangeArrowheads="1"/>
            </p:cNvSpPr>
            <p:nvPr/>
          </p:nvSpPr>
          <p:spPr bwMode="auto">
            <a:xfrm>
              <a:off x="4138" y="2032"/>
              <a:ext cx="710"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订货报表</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48" name="Text Box 11"/>
            <p:cNvSpPr txBox="1">
              <a:spLocks noChangeArrowheads="1"/>
            </p:cNvSpPr>
            <p:nvPr/>
          </p:nvSpPr>
          <p:spPr bwMode="auto">
            <a:xfrm>
              <a:off x="1142" y="3552"/>
              <a:ext cx="3487"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r>
                <a:rPr lang="zh-CN" altLang="en-US" sz="2400" b="1">
                  <a:solidFill>
                    <a:srgbClr val="000000"/>
                  </a:solidFill>
                  <a:latin typeface="Times New Roman" panose="02020603050405020304" pitchFamily="18" charset="0"/>
                  <a:ea typeface="宋体" panose="02010600030101010101" pitchFamily="2" charset="-122"/>
                </a:rPr>
                <a:t>订货系统数据流图</a:t>
              </a:r>
              <a:endParaRPr lang="zh-CN" altLang="en-US" sz="2400" b="1">
                <a:solidFill>
                  <a:srgbClr val="000000"/>
                </a:solidFill>
                <a:latin typeface="Times New Roman" panose="02020603050405020304" pitchFamily="18" charset="0"/>
                <a:ea typeface="宋体" panose="02010600030101010101" pitchFamily="2" charset="-122"/>
              </a:endParaRPr>
            </a:p>
          </p:txBody>
        </p:sp>
        <p:sp>
          <p:nvSpPr>
            <p:cNvPr id="18449" name="AutoShape 12"/>
            <p:cNvSpPr>
              <a:spLocks noChangeArrowheads="1"/>
            </p:cNvSpPr>
            <p:nvPr/>
          </p:nvSpPr>
          <p:spPr bwMode="auto">
            <a:xfrm>
              <a:off x="2245" y="1781"/>
              <a:ext cx="473" cy="913"/>
            </a:xfrm>
            <a:prstGeom prst="roundRect">
              <a:avLst>
                <a:gd name="adj" fmla="val 16667"/>
              </a:avLst>
            </a:prstGeom>
            <a:noFill/>
            <a:ln w="31750">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更新库存清单</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50" name="Line 13"/>
            <p:cNvSpPr>
              <a:spLocks noChangeShapeType="1"/>
            </p:cNvSpPr>
            <p:nvPr/>
          </p:nvSpPr>
          <p:spPr bwMode="auto">
            <a:xfrm>
              <a:off x="2245" y="2042"/>
              <a:ext cx="473"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1" name="Text Box 14"/>
            <p:cNvSpPr txBox="1">
              <a:spLocks noChangeArrowheads="1"/>
            </p:cNvSpPr>
            <p:nvPr/>
          </p:nvSpPr>
          <p:spPr bwMode="auto">
            <a:xfrm>
              <a:off x="2387" y="1801"/>
              <a:ext cx="2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1.2</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52" name="AutoShape 15"/>
            <p:cNvSpPr>
              <a:spLocks noChangeArrowheads="1"/>
            </p:cNvSpPr>
            <p:nvPr/>
          </p:nvSpPr>
          <p:spPr bwMode="auto">
            <a:xfrm>
              <a:off x="3719" y="1791"/>
              <a:ext cx="474" cy="913"/>
            </a:xfrm>
            <a:prstGeom prst="roundRect">
              <a:avLst>
                <a:gd name="adj" fmla="val 16667"/>
              </a:avLst>
            </a:prstGeom>
            <a:noFill/>
            <a:ln w="31750">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产生报表</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53" name="Line 16"/>
            <p:cNvSpPr>
              <a:spLocks noChangeShapeType="1"/>
            </p:cNvSpPr>
            <p:nvPr/>
          </p:nvSpPr>
          <p:spPr bwMode="auto">
            <a:xfrm>
              <a:off x="3719" y="2052"/>
              <a:ext cx="474"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54" name="Text Box 17"/>
            <p:cNvSpPr txBox="1">
              <a:spLocks noChangeArrowheads="1"/>
            </p:cNvSpPr>
            <p:nvPr/>
          </p:nvSpPr>
          <p:spPr bwMode="auto">
            <a:xfrm>
              <a:off x="3933" y="1811"/>
              <a:ext cx="2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2</a:t>
              </a:r>
              <a:endParaRPr lang="zh-CN" altLang="en-US" sz="1800" b="1">
                <a:solidFill>
                  <a:srgbClr val="000000"/>
                </a:solidFill>
                <a:latin typeface="Times New Roman" panose="02020603050405020304" pitchFamily="18" charset="0"/>
                <a:ea typeface="宋体" panose="02010600030101010101" pitchFamily="2" charset="-122"/>
              </a:endParaRPr>
            </a:p>
          </p:txBody>
        </p:sp>
        <p:grpSp>
          <p:nvGrpSpPr>
            <p:cNvPr id="18455" name="Group 18"/>
            <p:cNvGrpSpPr/>
            <p:nvPr/>
          </p:nvGrpSpPr>
          <p:grpSpPr bwMode="auto">
            <a:xfrm>
              <a:off x="1899" y="1200"/>
              <a:ext cx="1064" cy="261"/>
              <a:chOff x="3600" y="1440"/>
              <a:chExt cx="1620" cy="312"/>
            </a:xfrm>
          </p:grpSpPr>
          <p:sp>
            <p:nvSpPr>
              <p:cNvPr id="18479" name="Line 19"/>
              <p:cNvSpPr>
                <a:spLocks noChangeShapeType="1"/>
              </p:cNvSpPr>
              <p:nvPr/>
            </p:nvSpPr>
            <p:spPr bwMode="auto">
              <a:xfrm>
                <a:off x="3600" y="1440"/>
                <a:ext cx="1620"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80" name="Line 20"/>
              <p:cNvSpPr>
                <a:spLocks noChangeShapeType="1"/>
              </p:cNvSpPr>
              <p:nvPr/>
            </p:nvSpPr>
            <p:spPr bwMode="auto">
              <a:xfrm>
                <a:off x="3600" y="1752"/>
                <a:ext cx="1620"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81" name="Line 21"/>
              <p:cNvSpPr>
                <a:spLocks noChangeShapeType="1"/>
              </p:cNvSpPr>
              <p:nvPr/>
            </p:nvSpPr>
            <p:spPr bwMode="auto">
              <a:xfrm>
                <a:off x="3600" y="1440"/>
                <a:ext cx="0" cy="312"/>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82" name="Line 22"/>
              <p:cNvSpPr>
                <a:spLocks noChangeShapeType="1"/>
              </p:cNvSpPr>
              <p:nvPr/>
            </p:nvSpPr>
            <p:spPr bwMode="auto">
              <a:xfrm>
                <a:off x="4008" y="1440"/>
                <a:ext cx="0" cy="312"/>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8456" name="Text Box 23"/>
            <p:cNvSpPr txBox="1">
              <a:spLocks noChangeArrowheads="1"/>
            </p:cNvSpPr>
            <p:nvPr/>
          </p:nvSpPr>
          <p:spPr bwMode="auto">
            <a:xfrm>
              <a:off x="1969" y="1200"/>
              <a:ext cx="35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en-US" altLang="zh-CN" sz="1800" b="1">
                  <a:solidFill>
                    <a:srgbClr val="000000"/>
                  </a:solidFill>
                  <a:latin typeface="Times New Roman" panose="02020603050405020304" pitchFamily="18" charset="0"/>
                  <a:ea typeface="宋体" panose="02010600030101010101" pitchFamily="2" charset="-122"/>
                </a:rPr>
                <a:t>D1</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18457" name="Text Box 24"/>
            <p:cNvSpPr txBox="1">
              <a:spLocks noChangeArrowheads="1"/>
            </p:cNvSpPr>
            <p:nvPr/>
          </p:nvSpPr>
          <p:spPr bwMode="auto">
            <a:xfrm>
              <a:off x="2230" y="1210"/>
              <a:ext cx="82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库存清单</a:t>
              </a:r>
              <a:endParaRPr lang="zh-CN" altLang="en-US" sz="1800" b="1">
                <a:solidFill>
                  <a:srgbClr val="000000"/>
                </a:solidFill>
                <a:latin typeface="Times New Roman" panose="02020603050405020304" pitchFamily="18" charset="0"/>
                <a:ea typeface="宋体" panose="02010600030101010101" pitchFamily="2" charset="-122"/>
              </a:endParaRPr>
            </a:p>
          </p:txBody>
        </p:sp>
        <p:grpSp>
          <p:nvGrpSpPr>
            <p:cNvPr id="18458" name="Group 25"/>
            <p:cNvGrpSpPr/>
            <p:nvPr/>
          </p:nvGrpSpPr>
          <p:grpSpPr bwMode="auto">
            <a:xfrm>
              <a:off x="2955" y="3044"/>
              <a:ext cx="1064" cy="261"/>
              <a:chOff x="3600" y="1440"/>
              <a:chExt cx="1620" cy="312"/>
            </a:xfrm>
          </p:grpSpPr>
          <p:sp>
            <p:nvSpPr>
              <p:cNvPr id="18475" name="Line 26"/>
              <p:cNvSpPr>
                <a:spLocks noChangeShapeType="1"/>
              </p:cNvSpPr>
              <p:nvPr/>
            </p:nvSpPr>
            <p:spPr bwMode="auto">
              <a:xfrm>
                <a:off x="3600" y="1440"/>
                <a:ext cx="1620"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6" name="Line 27"/>
              <p:cNvSpPr>
                <a:spLocks noChangeShapeType="1"/>
              </p:cNvSpPr>
              <p:nvPr/>
            </p:nvSpPr>
            <p:spPr bwMode="auto">
              <a:xfrm>
                <a:off x="3600" y="1752"/>
                <a:ext cx="1620"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7" name="Line 28"/>
              <p:cNvSpPr>
                <a:spLocks noChangeShapeType="1"/>
              </p:cNvSpPr>
              <p:nvPr/>
            </p:nvSpPr>
            <p:spPr bwMode="auto">
              <a:xfrm>
                <a:off x="3600" y="1440"/>
                <a:ext cx="0" cy="312"/>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78" name="Line 29"/>
              <p:cNvSpPr>
                <a:spLocks noChangeShapeType="1"/>
              </p:cNvSpPr>
              <p:nvPr/>
            </p:nvSpPr>
            <p:spPr bwMode="auto">
              <a:xfrm>
                <a:off x="4008" y="1440"/>
                <a:ext cx="0" cy="312"/>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8459" name="Text Box 30"/>
            <p:cNvSpPr txBox="1">
              <a:spLocks noChangeArrowheads="1"/>
            </p:cNvSpPr>
            <p:nvPr/>
          </p:nvSpPr>
          <p:spPr bwMode="auto">
            <a:xfrm>
              <a:off x="3026" y="3044"/>
              <a:ext cx="35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en-US" altLang="zh-CN" sz="1800" b="1">
                  <a:solidFill>
                    <a:srgbClr val="000000"/>
                  </a:solidFill>
                  <a:latin typeface="Times New Roman" panose="02020603050405020304" pitchFamily="18" charset="0"/>
                  <a:ea typeface="宋体" panose="02010600030101010101" pitchFamily="2" charset="-122"/>
                </a:rPr>
                <a:t>D2</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18460" name="Text Box 31"/>
            <p:cNvSpPr txBox="1">
              <a:spLocks noChangeArrowheads="1"/>
            </p:cNvSpPr>
            <p:nvPr/>
          </p:nvSpPr>
          <p:spPr bwMode="auto">
            <a:xfrm>
              <a:off x="3287" y="3054"/>
              <a:ext cx="82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订货信息</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61" name="Line 32"/>
            <p:cNvSpPr>
              <a:spLocks noChangeShapeType="1"/>
            </p:cNvSpPr>
            <p:nvPr/>
          </p:nvSpPr>
          <p:spPr bwMode="auto">
            <a:xfrm>
              <a:off x="3168" y="2714"/>
              <a:ext cx="0" cy="31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62" name="Line 33"/>
            <p:cNvSpPr>
              <a:spLocks noChangeShapeType="1"/>
            </p:cNvSpPr>
            <p:nvPr/>
          </p:nvSpPr>
          <p:spPr bwMode="auto">
            <a:xfrm>
              <a:off x="2482" y="1458"/>
              <a:ext cx="0" cy="311"/>
            </a:xfrm>
            <a:prstGeom prst="line">
              <a:avLst/>
            </a:prstGeom>
            <a:noFill/>
            <a:ln w="3175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8463" name="Line 34"/>
            <p:cNvSpPr>
              <a:spLocks noChangeShapeType="1"/>
            </p:cNvSpPr>
            <p:nvPr/>
          </p:nvSpPr>
          <p:spPr bwMode="auto">
            <a:xfrm flipV="1">
              <a:off x="3444" y="2684"/>
              <a:ext cx="300" cy="36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64" name="AutoShape 35"/>
            <p:cNvSpPr>
              <a:spLocks noChangeArrowheads="1"/>
            </p:cNvSpPr>
            <p:nvPr/>
          </p:nvSpPr>
          <p:spPr bwMode="auto">
            <a:xfrm>
              <a:off x="1567" y="1771"/>
              <a:ext cx="474" cy="913"/>
            </a:xfrm>
            <a:prstGeom prst="roundRect">
              <a:avLst>
                <a:gd name="adj" fmla="val 16667"/>
              </a:avLst>
            </a:prstGeom>
            <a:noFill/>
            <a:ln w="31750">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接收事务</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65" name="Line 36"/>
            <p:cNvSpPr>
              <a:spLocks noChangeShapeType="1"/>
            </p:cNvSpPr>
            <p:nvPr/>
          </p:nvSpPr>
          <p:spPr bwMode="auto">
            <a:xfrm>
              <a:off x="1567" y="2032"/>
              <a:ext cx="474"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6" name="Text Box 37"/>
            <p:cNvSpPr txBox="1">
              <a:spLocks noChangeArrowheads="1"/>
            </p:cNvSpPr>
            <p:nvPr/>
          </p:nvSpPr>
          <p:spPr bwMode="auto">
            <a:xfrm>
              <a:off x="1717" y="1791"/>
              <a:ext cx="236"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1.1</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67" name="AutoShape 38"/>
            <p:cNvSpPr>
              <a:spLocks noChangeArrowheads="1"/>
            </p:cNvSpPr>
            <p:nvPr/>
          </p:nvSpPr>
          <p:spPr bwMode="auto">
            <a:xfrm>
              <a:off x="2947" y="1791"/>
              <a:ext cx="473" cy="913"/>
            </a:xfrm>
            <a:prstGeom prst="roundRect">
              <a:avLst>
                <a:gd name="adj" fmla="val 16667"/>
              </a:avLst>
            </a:prstGeom>
            <a:noFill/>
            <a:ln w="31750">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endParaRPr lang="zh-CN" altLang="en-US" sz="1800" b="1">
                <a:solidFill>
                  <a:srgbClr val="000000"/>
                </a:solidFill>
                <a:latin typeface="Times New Roman" panose="02020603050405020304" pitchFamily="18" charset="0"/>
                <a:ea typeface="宋体" panose="02010600030101010101" pitchFamily="2" charset="-122"/>
              </a:endParaRPr>
            </a:p>
            <a:p>
              <a:pPr algn="ctr">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处理订货</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68" name="Line 39"/>
            <p:cNvSpPr>
              <a:spLocks noChangeShapeType="1"/>
            </p:cNvSpPr>
            <p:nvPr/>
          </p:nvSpPr>
          <p:spPr bwMode="auto">
            <a:xfrm>
              <a:off x="2947" y="2052"/>
              <a:ext cx="473" cy="0"/>
            </a:xfrm>
            <a:prstGeom prst="line">
              <a:avLst/>
            </a:prstGeom>
            <a:noFill/>
            <a:ln w="317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469" name="Text Box 40"/>
            <p:cNvSpPr txBox="1">
              <a:spLocks noChangeArrowheads="1"/>
            </p:cNvSpPr>
            <p:nvPr/>
          </p:nvSpPr>
          <p:spPr bwMode="auto">
            <a:xfrm>
              <a:off x="3089" y="1811"/>
              <a:ext cx="2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1.3</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70" name="Line 41"/>
            <p:cNvSpPr>
              <a:spLocks noChangeShapeType="1"/>
            </p:cNvSpPr>
            <p:nvPr/>
          </p:nvSpPr>
          <p:spPr bwMode="auto">
            <a:xfrm>
              <a:off x="2025" y="2293"/>
              <a:ext cx="236" cy="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71" name="Line 42"/>
            <p:cNvSpPr>
              <a:spLocks noChangeShapeType="1"/>
            </p:cNvSpPr>
            <p:nvPr/>
          </p:nvSpPr>
          <p:spPr bwMode="auto">
            <a:xfrm>
              <a:off x="2710" y="2293"/>
              <a:ext cx="237" cy="0"/>
            </a:xfrm>
            <a:prstGeom prst="line">
              <a:avLst/>
            </a:prstGeom>
            <a:noFill/>
            <a:ln w="3175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472" name="Text Box 43"/>
            <p:cNvSpPr txBox="1">
              <a:spLocks noChangeArrowheads="1"/>
            </p:cNvSpPr>
            <p:nvPr/>
          </p:nvSpPr>
          <p:spPr bwMode="auto">
            <a:xfrm>
              <a:off x="2553" y="1481"/>
              <a:ext cx="828"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库存清单</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73" name="Text Box 44"/>
            <p:cNvSpPr txBox="1">
              <a:spLocks noChangeArrowheads="1"/>
            </p:cNvSpPr>
            <p:nvPr/>
          </p:nvSpPr>
          <p:spPr bwMode="auto">
            <a:xfrm>
              <a:off x="2531" y="2771"/>
              <a:ext cx="82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订货信息</a:t>
              </a: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18474" name="Text Box 45"/>
            <p:cNvSpPr txBox="1">
              <a:spLocks noChangeArrowheads="1"/>
            </p:cNvSpPr>
            <p:nvPr/>
          </p:nvSpPr>
          <p:spPr bwMode="auto">
            <a:xfrm>
              <a:off x="3696" y="2784"/>
              <a:ext cx="82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0" tIns="0" rIns="0" bIns="0"/>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a:spcBef>
                  <a:spcPct val="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订货信息</a:t>
              </a:r>
              <a:endParaRPr lang="zh-CN" altLang="en-US" sz="1800" b="1">
                <a:solidFill>
                  <a:srgbClr val="000000"/>
                </a:solidFill>
                <a:latin typeface="Times New Roman" panose="02020603050405020304" pitchFamily="18" charset="0"/>
                <a:ea typeface="宋体" panose="02010600030101010101" pitchFamily="2" charset="-122"/>
              </a:endParaRPr>
            </a:p>
          </p:txBody>
        </p:sp>
      </p:grpSp>
      <p:sp>
        <p:nvSpPr>
          <p:cNvPr id="18435" name="Text Box 46"/>
          <p:cNvSpPr txBox="1">
            <a:spLocks noChangeArrowheads="1"/>
          </p:cNvSpPr>
          <p:nvPr/>
        </p:nvSpPr>
        <p:spPr bwMode="auto">
          <a:xfrm>
            <a:off x="684213" y="608013"/>
            <a:ext cx="403225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762000" indent="-7620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eaLnBrk="1" hangingPunct="1">
              <a:lnSpc>
                <a:spcPct val="150000"/>
              </a:lnSpc>
              <a:spcBef>
                <a:spcPct val="50000"/>
              </a:spcBef>
              <a:buClr>
                <a:schemeClr val="tx2"/>
              </a:buClr>
              <a:buSzPct val="75000"/>
              <a:buFont typeface="Wingdings" panose="05000000000000000000" pitchFamily="2" charset="2"/>
              <a:buNone/>
            </a:pPr>
            <a:r>
              <a:rPr lang="zh-CN" altLang="en-US" sz="2800" b="1">
                <a:solidFill>
                  <a:srgbClr val="000000"/>
                </a:solidFill>
                <a:latin typeface="Times New Roman" panose="02020603050405020304" pitchFamily="18" charset="0"/>
                <a:ea typeface="宋体" panose="02010600030101010101" pitchFamily="2" charset="-122"/>
              </a:rPr>
              <a:t>例：</a:t>
            </a:r>
            <a:endParaRPr lang="zh-CN" altLang="en-US" sz="2800" b="1">
              <a:solidFill>
                <a:srgbClr val="000000"/>
              </a:solidFill>
              <a:latin typeface="Times New Roman" panose="02020603050405020304" pitchFamily="18" charset="0"/>
              <a:ea typeface="宋体" panose="02010600030101010101" pitchFamily="2" charset="-122"/>
            </a:endParaRPr>
          </a:p>
        </p:txBody>
      </p:sp>
      <p:sp>
        <p:nvSpPr>
          <p:cNvPr id="1012783" name="Text Box 47"/>
          <p:cNvSpPr txBox="1">
            <a:spLocks noChangeArrowheads="1"/>
          </p:cNvSpPr>
          <p:nvPr/>
        </p:nvSpPr>
        <p:spPr bwMode="auto">
          <a:xfrm>
            <a:off x="5365750" y="1362075"/>
            <a:ext cx="2519363" cy="769938"/>
          </a:xfrm>
          <a:prstGeom prst="rect">
            <a:avLst/>
          </a:prstGeom>
          <a:noFill/>
          <a:ln w="28575" cap="sq">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72000">
            <a:spAutoFit/>
          </a:bodyPr>
          <a:lstStyle>
            <a:lvl1pPr marL="762000" indent="-7620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eaLnBrk="1" hangingPunct="1">
              <a:lnSpc>
                <a:spcPct val="150000"/>
              </a:lnSpc>
              <a:spcBef>
                <a:spcPct val="50000"/>
              </a:spcBef>
              <a:buClr>
                <a:schemeClr val="tx2"/>
              </a:buClr>
              <a:buSzPct val="75000"/>
              <a:buFont typeface="Wingdings" panose="05000000000000000000" pitchFamily="2" charset="2"/>
              <a:buNone/>
            </a:pPr>
            <a:r>
              <a:rPr lang="zh-CN" altLang="en-US" sz="2800" b="1">
                <a:solidFill>
                  <a:srgbClr val="000000"/>
                </a:solidFill>
                <a:latin typeface="Times New Roman" panose="02020603050405020304" pitchFamily="18" charset="0"/>
                <a:ea typeface="宋体" panose="02010600030101010101" pitchFamily="2" charset="-122"/>
              </a:rPr>
              <a:t>分析销售趋势</a:t>
            </a:r>
            <a:endParaRPr lang="zh-CN" altLang="en-US" sz="2800" b="1">
              <a:solidFill>
                <a:srgbClr val="000000"/>
              </a:solidFill>
              <a:latin typeface="Times New Roman" panose="02020603050405020304" pitchFamily="18" charset="0"/>
              <a:ea typeface="宋体" panose="02010600030101010101" pitchFamily="2" charset="-122"/>
            </a:endParaRPr>
          </a:p>
        </p:txBody>
      </p:sp>
      <p:sp>
        <p:nvSpPr>
          <p:cNvPr id="1012784" name="Text Box 48"/>
          <p:cNvSpPr txBox="1">
            <a:spLocks noChangeArrowheads="1"/>
          </p:cNvSpPr>
          <p:nvPr/>
        </p:nvSpPr>
        <p:spPr bwMode="auto">
          <a:xfrm>
            <a:off x="539750" y="1339850"/>
            <a:ext cx="2519363" cy="769938"/>
          </a:xfrm>
          <a:prstGeom prst="rect">
            <a:avLst/>
          </a:prstGeom>
          <a:noFill/>
          <a:ln w="28575" cap="sq">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72000">
            <a:spAutoFit/>
          </a:bodyPr>
          <a:lstStyle>
            <a:lvl1pPr marL="762000" indent="-7620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eaLnBrk="1" hangingPunct="1">
              <a:lnSpc>
                <a:spcPct val="150000"/>
              </a:lnSpc>
              <a:spcBef>
                <a:spcPct val="50000"/>
              </a:spcBef>
              <a:buClr>
                <a:schemeClr val="tx2"/>
              </a:buClr>
              <a:buSzPct val="75000"/>
              <a:buFont typeface="Wingdings" panose="05000000000000000000" pitchFamily="2" charset="2"/>
              <a:buNone/>
            </a:pPr>
            <a:r>
              <a:rPr lang="zh-CN" altLang="en-US" sz="2800" b="1">
                <a:solidFill>
                  <a:srgbClr val="000000"/>
                </a:solidFill>
                <a:latin typeface="Times New Roman" panose="02020603050405020304" pitchFamily="18" charset="0"/>
                <a:ea typeface="宋体" panose="02010600030101010101" pitchFamily="2" charset="-122"/>
              </a:rPr>
              <a:t>统计功能</a:t>
            </a:r>
            <a:endParaRPr lang="zh-CN" altLang="en-US" sz="2800" b="1">
              <a:solidFill>
                <a:srgbClr val="000000"/>
              </a:solidFill>
              <a:latin typeface="Times New Roman" panose="02020603050405020304" pitchFamily="18" charset="0"/>
              <a:ea typeface="宋体" panose="02010600030101010101" pitchFamily="2" charset="-122"/>
            </a:endParaRPr>
          </a:p>
        </p:txBody>
      </p:sp>
      <p:sp>
        <p:nvSpPr>
          <p:cNvPr id="1012785" name="Line 49"/>
          <p:cNvSpPr>
            <a:spLocks noChangeShapeType="1"/>
          </p:cNvSpPr>
          <p:nvPr/>
        </p:nvSpPr>
        <p:spPr bwMode="auto">
          <a:xfrm flipV="1">
            <a:off x="4395788" y="1771650"/>
            <a:ext cx="720725" cy="360363"/>
          </a:xfrm>
          <a:prstGeom prst="line">
            <a:avLst/>
          </a:prstGeom>
          <a:noFill/>
          <a:ln w="38100" cap="sq">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2786" name="Line 50"/>
          <p:cNvSpPr>
            <a:spLocks noChangeShapeType="1"/>
          </p:cNvSpPr>
          <p:nvPr/>
        </p:nvSpPr>
        <p:spPr bwMode="auto">
          <a:xfrm flipH="1" flipV="1">
            <a:off x="3132138" y="1700213"/>
            <a:ext cx="863600" cy="431800"/>
          </a:xfrm>
          <a:prstGeom prst="line">
            <a:avLst/>
          </a:prstGeom>
          <a:noFill/>
          <a:ln w="38100" cap="sq">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zh-CN" altLang="zh-CN"/>
          </a:p>
        </p:txBody>
      </p:sp>
      <p:sp>
        <p:nvSpPr>
          <p:cNvPr id="1844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3CD19CE-5C8B-49BC-AAE0-F58A773CC8E0}"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4" name="矩形 3"/>
          <p:cNvSpPr/>
          <p:nvPr/>
        </p:nvSpPr>
        <p:spPr>
          <a:xfrm>
            <a:off x="323215" y="620395"/>
            <a:ext cx="7849235" cy="1656080"/>
          </a:xfrm>
          <a:prstGeom prst="rect">
            <a:avLst/>
          </a:prstGeom>
          <a:noFill/>
          <a:ln w="28575" cap="sq" cmpd="thickThin" algn="ctr">
            <a:solidFill>
              <a:srgbClr val="FF0000"/>
            </a:solidFill>
            <a:prstDash val="sysDash"/>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12786"/>
                                        </p:tgtEl>
                                        <p:attrNameLst>
                                          <p:attrName>style.visibility</p:attrName>
                                        </p:attrNameLst>
                                      </p:cBhvr>
                                      <p:to>
                                        <p:strVal val="visible"/>
                                      </p:to>
                                    </p:set>
                                    <p:animEffect transition="in" filter="slide(fromBottom)">
                                      <p:cBhvr>
                                        <p:cTn id="7" dur="500"/>
                                        <p:tgtEl>
                                          <p:spTgt spid="1012786"/>
                                        </p:tgtEl>
                                      </p:cBhvr>
                                    </p:animEffect>
                                  </p:childTnLst>
                                </p:cTn>
                              </p:par>
                            </p:childTnLst>
                          </p:cTn>
                        </p:par>
                        <p:par>
                          <p:cTn id="8" fill="hold">
                            <p:stCondLst>
                              <p:cond delay="500"/>
                            </p:stCondLst>
                            <p:childTnLst>
                              <p:par>
                                <p:cTn id="9" presetID="49" presetClass="entr" presetSubtype="0" decel="100000" fill="hold" grpId="0" nodeType="afterEffect">
                                  <p:stCondLst>
                                    <p:cond delay="0"/>
                                  </p:stCondLst>
                                  <p:childTnLst>
                                    <p:set>
                                      <p:cBhvr>
                                        <p:cTn id="10" dur="1" fill="hold">
                                          <p:stCondLst>
                                            <p:cond delay="0"/>
                                          </p:stCondLst>
                                        </p:cTn>
                                        <p:tgtEl>
                                          <p:spTgt spid="1012784"/>
                                        </p:tgtEl>
                                        <p:attrNameLst>
                                          <p:attrName>style.visibility</p:attrName>
                                        </p:attrNameLst>
                                      </p:cBhvr>
                                      <p:to>
                                        <p:strVal val="visible"/>
                                      </p:to>
                                    </p:set>
                                    <p:anim calcmode="lin" valueType="num">
                                      <p:cBhvr>
                                        <p:cTn id="11" dur="500" fill="hold"/>
                                        <p:tgtEl>
                                          <p:spTgt spid="1012784"/>
                                        </p:tgtEl>
                                        <p:attrNameLst>
                                          <p:attrName>ppt_w</p:attrName>
                                        </p:attrNameLst>
                                      </p:cBhvr>
                                      <p:tavLst>
                                        <p:tav tm="0">
                                          <p:val>
                                            <p:fltVal val="0"/>
                                          </p:val>
                                        </p:tav>
                                        <p:tav tm="100000">
                                          <p:val>
                                            <p:strVal val="#ppt_w"/>
                                          </p:val>
                                        </p:tav>
                                      </p:tavLst>
                                    </p:anim>
                                    <p:anim calcmode="lin" valueType="num">
                                      <p:cBhvr>
                                        <p:cTn id="12" dur="500" fill="hold"/>
                                        <p:tgtEl>
                                          <p:spTgt spid="1012784"/>
                                        </p:tgtEl>
                                        <p:attrNameLst>
                                          <p:attrName>ppt_h</p:attrName>
                                        </p:attrNameLst>
                                      </p:cBhvr>
                                      <p:tavLst>
                                        <p:tav tm="0">
                                          <p:val>
                                            <p:fltVal val="0"/>
                                          </p:val>
                                        </p:tav>
                                        <p:tav tm="100000">
                                          <p:val>
                                            <p:strVal val="#ppt_h"/>
                                          </p:val>
                                        </p:tav>
                                      </p:tavLst>
                                    </p:anim>
                                    <p:anim calcmode="lin" valueType="num">
                                      <p:cBhvr>
                                        <p:cTn id="13" dur="500" fill="hold"/>
                                        <p:tgtEl>
                                          <p:spTgt spid="1012784"/>
                                        </p:tgtEl>
                                        <p:attrNameLst>
                                          <p:attrName>style.rotation</p:attrName>
                                        </p:attrNameLst>
                                      </p:cBhvr>
                                      <p:tavLst>
                                        <p:tav tm="0">
                                          <p:val>
                                            <p:fltVal val="360"/>
                                          </p:val>
                                        </p:tav>
                                        <p:tav tm="100000">
                                          <p:val>
                                            <p:fltVal val="0"/>
                                          </p:val>
                                        </p:tav>
                                      </p:tavLst>
                                    </p:anim>
                                    <p:animEffect transition="in" filter="fade">
                                      <p:cBhvr>
                                        <p:cTn id="14" dur="500"/>
                                        <p:tgtEl>
                                          <p:spTgt spid="1012784"/>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012785"/>
                                        </p:tgtEl>
                                        <p:attrNameLst>
                                          <p:attrName>style.visibility</p:attrName>
                                        </p:attrNameLst>
                                      </p:cBhvr>
                                      <p:to>
                                        <p:strVal val="visible"/>
                                      </p:to>
                                    </p:set>
                                    <p:animEffect transition="in" filter="slide(fromBottom)">
                                      <p:cBhvr>
                                        <p:cTn id="19" dur="500"/>
                                        <p:tgtEl>
                                          <p:spTgt spid="1012785"/>
                                        </p:tgtEl>
                                      </p:cBhvr>
                                    </p:animEffect>
                                  </p:childTnLst>
                                </p:cTn>
                              </p:par>
                            </p:childTnLst>
                          </p:cTn>
                        </p:par>
                        <p:par>
                          <p:cTn id="20" fill="hold">
                            <p:stCondLst>
                              <p:cond delay="500"/>
                            </p:stCondLst>
                            <p:childTnLst>
                              <p:par>
                                <p:cTn id="21" presetID="49" presetClass="entr" presetSubtype="0" decel="100000" fill="hold" grpId="0" nodeType="afterEffect">
                                  <p:stCondLst>
                                    <p:cond delay="0"/>
                                  </p:stCondLst>
                                  <p:childTnLst>
                                    <p:set>
                                      <p:cBhvr>
                                        <p:cTn id="22" dur="1" fill="hold">
                                          <p:stCondLst>
                                            <p:cond delay="0"/>
                                          </p:stCondLst>
                                        </p:cTn>
                                        <p:tgtEl>
                                          <p:spTgt spid="1012783"/>
                                        </p:tgtEl>
                                        <p:attrNameLst>
                                          <p:attrName>style.visibility</p:attrName>
                                        </p:attrNameLst>
                                      </p:cBhvr>
                                      <p:to>
                                        <p:strVal val="visible"/>
                                      </p:to>
                                    </p:set>
                                    <p:anim calcmode="lin" valueType="num">
                                      <p:cBhvr>
                                        <p:cTn id="23" dur="500" fill="hold"/>
                                        <p:tgtEl>
                                          <p:spTgt spid="1012783"/>
                                        </p:tgtEl>
                                        <p:attrNameLst>
                                          <p:attrName>ppt_w</p:attrName>
                                        </p:attrNameLst>
                                      </p:cBhvr>
                                      <p:tavLst>
                                        <p:tav tm="0">
                                          <p:val>
                                            <p:fltVal val="0"/>
                                          </p:val>
                                        </p:tav>
                                        <p:tav tm="100000">
                                          <p:val>
                                            <p:strVal val="#ppt_w"/>
                                          </p:val>
                                        </p:tav>
                                      </p:tavLst>
                                    </p:anim>
                                    <p:anim calcmode="lin" valueType="num">
                                      <p:cBhvr>
                                        <p:cTn id="24" dur="500" fill="hold"/>
                                        <p:tgtEl>
                                          <p:spTgt spid="1012783"/>
                                        </p:tgtEl>
                                        <p:attrNameLst>
                                          <p:attrName>ppt_h</p:attrName>
                                        </p:attrNameLst>
                                      </p:cBhvr>
                                      <p:tavLst>
                                        <p:tav tm="0">
                                          <p:val>
                                            <p:fltVal val="0"/>
                                          </p:val>
                                        </p:tav>
                                        <p:tav tm="100000">
                                          <p:val>
                                            <p:strVal val="#ppt_h"/>
                                          </p:val>
                                        </p:tav>
                                      </p:tavLst>
                                    </p:anim>
                                    <p:anim calcmode="lin" valueType="num">
                                      <p:cBhvr>
                                        <p:cTn id="25" dur="500" fill="hold"/>
                                        <p:tgtEl>
                                          <p:spTgt spid="1012783"/>
                                        </p:tgtEl>
                                        <p:attrNameLst>
                                          <p:attrName>style.rotation</p:attrName>
                                        </p:attrNameLst>
                                      </p:cBhvr>
                                      <p:tavLst>
                                        <p:tav tm="0">
                                          <p:val>
                                            <p:fltVal val="360"/>
                                          </p:val>
                                        </p:tav>
                                        <p:tav tm="100000">
                                          <p:val>
                                            <p:fltVal val="0"/>
                                          </p:val>
                                        </p:tav>
                                      </p:tavLst>
                                    </p:anim>
                                    <p:animEffect transition="in" filter="fade">
                                      <p:cBhvr>
                                        <p:cTn id="26" dur="500"/>
                                        <p:tgtEl>
                                          <p:spTgt spid="101278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linds(horizontal)">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2783" grpId="0" bldLvl="0" animBg="1"/>
      <p:bldP spid="1012784" grpId="0" bldLvl="0" animBg="1"/>
      <p:bldP spid="1012785" grpId="0" animBg="1"/>
      <p:bldP spid="1012786" grpId="0" animBg="1"/>
      <p:bldP spid="4" grpId="0" animBg="1"/>
      <p:bldP spid="4"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custDataLst>
              <p:tags r:id="rId1"/>
            </p:custDataLst>
          </p:nvPr>
        </p:nvPicPr>
        <p:blipFill>
          <a:blip r:embed="rId2"/>
          <a:stretch>
            <a:fillRect/>
          </a:stretch>
        </p:blipFill>
        <p:spPr>
          <a:xfrm>
            <a:off x="1187450" y="836930"/>
            <a:ext cx="6169660" cy="46875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9458" name="Rectangle 7"/>
          <p:cNvSpPr>
            <a:spLocks noChangeArrowheads="1"/>
          </p:cNvSpPr>
          <p:nvPr/>
        </p:nvSpPr>
        <p:spPr bwMode="auto">
          <a:xfrm>
            <a:off x="684213" y="1049338"/>
            <a:ext cx="60356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a:solidFill>
                  <a:srgbClr val="000000"/>
                </a:solidFill>
                <a:latin typeface="宋体" panose="02010600030101010101" pitchFamily="2" charset="-122"/>
                <a:ea typeface="宋体" panose="02010600030101010101" pitchFamily="2" charset="-122"/>
              </a:rPr>
              <a:t>3.2.3 </a:t>
            </a:r>
            <a:r>
              <a:rPr lang="zh-CN" altLang="en-US">
                <a:solidFill>
                  <a:srgbClr val="000000"/>
                </a:solidFill>
                <a:latin typeface="宋体" panose="02010600030101010101" pitchFamily="2" charset="-122"/>
                <a:ea typeface="宋体" panose="02010600030101010101" pitchFamily="2" charset="-122"/>
              </a:rPr>
              <a:t>简易的应用规格说明技术 </a:t>
            </a:r>
            <a:endParaRPr lang="zh-CN" altLang="en-US">
              <a:solidFill>
                <a:srgbClr val="000000"/>
              </a:solidFill>
              <a:latin typeface="宋体" panose="02010600030101010101" pitchFamily="2" charset="-122"/>
              <a:ea typeface="宋体" panose="02010600030101010101" pitchFamily="2" charset="-122"/>
            </a:endParaRPr>
          </a:p>
        </p:txBody>
      </p:sp>
      <p:sp>
        <p:nvSpPr>
          <p:cNvPr id="19459" name="Text Box 9"/>
          <p:cNvSpPr txBox="1">
            <a:spLocks noChangeArrowheads="1"/>
          </p:cNvSpPr>
          <p:nvPr/>
        </p:nvSpPr>
        <p:spPr bwMode="auto">
          <a:xfrm>
            <a:off x="684213" y="1905000"/>
            <a:ext cx="7783512" cy="474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762000" indent="-7620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just" eaLnBrk="1" hangingPunct="1">
              <a:lnSpc>
                <a:spcPct val="140000"/>
              </a:lnSpc>
              <a:spcBef>
                <a:spcPct val="0"/>
              </a:spcBef>
              <a:buClr>
                <a:schemeClr val="tx2"/>
              </a:buClr>
              <a:buSzPct val="75000"/>
              <a:buFont typeface="Wingdings" panose="05000000000000000000" pitchFamily="2" charset="2"/>
              <a:buNone/>
            </a:pPr>
            <a:r>
              <a:rPr lang="zh-CN" altLang="en-US" sz="2400">
                <a:solidFill>
                  <a:srgbClr val="000000"/>
                </a:solidFill>
                <a:latin typeface="宋体" panose="02010600030101010101" pitchFamily="2" charset="-122"/>
                <a:ea typeface="宋体" panose="02010600030101010101" pitchFamily="2" charset="-122"/>
              </a:rPr>
              <a:t>面向团队的需求收集法</a:t>
            </a:r>
            <a:r>
              <a:rPr lang="zh-CN" altLang="en-US" sz="2400">
                <a:solidFill>
                  <a:srgbClr val="000000"/>
                </a:solidFill>
                <a:latin typeface="宋体" panose="02010600030101010101" pitchFamily="2" charset="-122"/>
                <a:ea typeface="宋体" panose="02010600030101010101" pitchFamily="2" charset="-122"/>
                <a:sym typeface="Wingdings" panose="05000000000000000000" pitchFamily="2" charset="2"/>
              </a:rPr>
              <a:t>： （</a:t>
            </a:r>
            <a:r>
              <a:rPr lang="zh-CN" altLang="en-US" sz="2400">
                <a:solidFill>
                  <a:srgbClr val="0000FF"/>
                </a:solidFill>
                <a:latin typeface="宋体" panose="02010600030101010101" pitchFamily="2" charset="-122"/>
                <a:ea typeface="宋体" panose="02010600030101010101" pitchFamily="2" charset="-122"/>
                <a:sym typeface="Wingdings" panose="05000000000000000000" pitchFamily="2" charset="2"/>
              </a:rPr>
              <a:t>用户与开发者配合</a:t>
            </a:r>
            <a:r>
              <a:rPr lang="zh-CN" altLang="en-US" sz="2400">
                <a:solidFill>
                  <a:srgbClr val="000000"/>
                </a:solidFill>
                <a:latin typeface="宋体" panose="02010600030101010101" pitchFamily="2" charset="-122"/>
                <a:ea typeface="宋体" panose="02010600030101010101" pitchFamily="2" charset="-122"/>
                <a:sym typeface="Wingdings" panose="05000000000000000000" pitchFamily="2" charset="2"/>
              </a:rPr>
              <a:t>）</a:t>
            </a:r>
            <a:endParaRPr lang="zh-CN" altLang="en-US" sz="2400">
              <a:solidFill>
                <a:srgbClr val="000000"/>
              </a:solidFill>
              <a:latin typeface="宋体" panose="02010600030101010101" pitchFamily="2" charset="-122"/>
              <a:ea typeface="宋体" panose="02010600030101010101" pitchFamily="2" charset="-122"/>
              <a:sym typeface="Wingdings" panose="05000000000000000000" pitchFamily="2" charset="2"/>
            </a:endParaRPr>
          </a:p>
          <a:p>
            <a:pPr algn="just" eaLnBrk="1" hangingPunct="1">
              <a:lnSpc>
                <a:spcPct val="140000"/>
              </a:lnSpc>
              <a:spcBef>
                <a:spcPct val="0"/>
              </a:spcBef>
              <a:buClr>
                <a:schemeClr val="tx2"/>
              </a:buClr>
              <a:buSzPct val="75000"/>
              <a:buFont typeface="Wingdings" panose="05000000000000000000" pitchFamily="2" charset="2"/>
              <a:buNone/>
            </a:pPr>
            <a:r>
              <a:rPr lang="en-US" altLang="zh-CN" sz="2400">
                <a:solidFill>
                  <a:srgbClr val="000000"/>
                </a:solidFill>
                <a:latin typeface="宋体" panose="02010600030101010101" pitchFamily="2" charset="-122"/>
                <a:ea typeface="宋体" panose="02010600030101010101" pitchFamily="2" charset="-122"/>
              </a:rPr>
              <a:t>1</a:t>
            </a:r>
            <a:r>
              <a:rPr lang="zh-CN" altLang="en-US" sz="2400">
                <a:solidFill>
                  <a:srgbClr val="000000"/>
                </a:solidFill>
                <a:latin typeface="宋体" panose="02010600030101010101" pitchFamily="2" charset="-122"/>
                <a:ea typeface="宋体" panose="02010600030101010101" pitchFamily="2" charset="-122"/>
              </a:rPr>
              <a:t>）初步访谈；</a:t>
            </a: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r>
              <a:rPr lang="en-US" altLang="zh-CN" sz="2400">
                <a:solidFill>
                  <a:srgbClr val="000000"/>
                </a:solidFill>
                <a:latin typeface="宋体" panose="02010600030101010101" pitchFamily="2" charset="-122"/>
                <a:ea typeface="宋体" panose="02010600030101010101" pitchFamily="2" charset="-122"/>
              </a:rPr>
              <a:t>2</a:t>
            </a:r>
            <a:r>
              <a:rPr lang="zh-CN" altLang="en-US" sz="2400">
                <a:solidFill>
                  <a:srgbClr val="000000"/>
                </a:solidFill>
                <a:latin typeface="宋体" panose="02010600030101010101" pitchFamily="2" charset="-122"/>
                <a:ea typeface="宋体" panose="02010600030101010101" pitchFamily="2" charset="-122"/>
              </a:rPr>
              <a:t>）</a:t>
            </a:r>
            <a:r>
              <a:rPr lang="zh-CN" altLang="en-US" sz="2400">
                <a:solidFill>
                  <a:srgbClr val="FF0000"/>
                </a:solidFill>
                <a:latin typeface="宋体" panose="02010600030101010101" pitchFamily="2" charset="-122"/>
                <a:ea typeface="宋体" panose="02010600030101010101" pitchFamily="2" charset="-122"/>
              </a:rPr>
              <a:t>开发者（？）</a:t>
            </a:r>
            <a:r>
              <a:rPr lang="zh-CN" altLang="en-US" sz="2400">
                <a:solidFill>
                  <a:srgbClr val="000000"/>
                </a:solidFill>
                <a:latin typeface="宋体" panose="02010600030101010101" pitchFamily="2" charset="-122"/>
                <a:ea typeface="宋体" panose="02010600030101010101" pitchFamily="2" charset="-122"/>
              </a:rPr>
              <a:t>和用户分别写出产品需求；</a:t>
            </a: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r>
              <a:rPr lang="en-US" altLang="zh-CN" sz="2400">
                <a:solidFill>
                  <a:srgbClr val="000000"/>
                </a:solidFill>
                <a:latin typeface="宋体" panose="02010600030101010101" pitchFamily="2" charset="-122"/>
                <a:ea typeface="宋体" panose="02010600030101010101" pitchFamily="2" charset="-122"/>
              </a:rPr>
              <a:t>3</a:t>
            </a:r>
            <a:r>
              <a:rPr lang="zh-CN" altLang="en-US" sz="2400">
                <a:solidFill>
                  <a:srgbClr val="000000"/>
                </a:solidFill>
                <a:latin typeface="宋体" panose="02010600030101010101" pitchFamily="2" charset="-122"/>
                <a:ea typeface="宋体" panose="02010600030101010101" pitchFamily="2" charset="-122"/>
              </a:rPr>
              <a:t>）开会讨论，各自展示需求；</a:t>
            </a: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r>
              <a:rPr lang="en-US" altLang="zh-CN" sz="2400">
                <a:solidFill>
                  <a:srgbClr val="000000"/>
                </a:solidFill>
                <a:latin typeface="宋体" panose="02010600030101010101" pitchFamily="2" charset="-122"/>
                <a:ea typeface="宋体" panose="02010600030101010101" pitchFamily="2" charset="-122"/>
              </a:rPr>
              <a:t>4</a:t>
            </a:r>
            <a:r>
              <a:rPr lang="zh-CN" altLang="en-US" sz="2400">
                <a:solidFill>
                  <a:srgbClr val="000000"/>
                </a:solidFill>
                <a:latin typeface="宋体" panose="02010600030101010101" pitchFamily="2" charset="-122"/>
                <a:ea typeface="宋体" panose="02010600030101010101" pitchFamily="2" charset="-122"/>
              </a:rPr>
              <a:t>）得出一致的需求列表，与会人员分组，为需求列表制定小型规格说明；</a:t>
            </a: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r>
              <a:rPr lang="en-US" altLang="zh-CN" sz="2400">
                <a:solidFill>
                  <a:srgbClr val="000000"/>
                </a:solidFill>
                <a:latin typeface="宋体" panose="02010600030101010101" pitchFamily="2" charset="-122"/>
                <a:ea typeface="宋体" panose="02010600030101010101" pitchFamily="2" charset="-122"/>
              </a:rPr>
              <a:t>5</a:t>
            </a:r>
            <a:r>
              <a:rPr lang="zh-CN" altLang="en-US" sz="2400">
                <a:solidFill>
                  <a:srgbClr val="000000"/>
                </a:solidFill>
                <a:latin typeface="宋体" panose="02010600030101010101" pitchFamily="2" charset="-122"/>
                <a:ea typeface="宋体" panose="02010600030101010101" pitchFamily="2" charset="-122"/>
              </a:rPr>
              <a:t>）根据会议成果，起草</a:t>
            </a:r>
            <a:r>
              <a:rPr lang="zh-CN" altLang="en-US" sz="2400" b="1">
                <a:solidFill>
                  <a:srgbClr val="0000FF"/>
                </a:solidFill>
                <a:latin typeface="宋体" panose="02010600030101010101" pitchFamily="2" charset="-122"/>
                <a:ea typeface="宋体" panose="02010600030101010101" pitchFamily="2" charset="-122"/>
              </a:rPr>
              <a:t>完整的软件需求规格说明书</a:t>
            </a:r>
            <a:r>
              <a:rPr lang="zh-CN" altLang="en-US" sz="2400">
                <a:solidFill>
                  <a:srgbClr val="000000"/>
                </a:solidFill>
                <a:latin typeface="宋体" panose="02010600030101010101" pitchFamily="2" charset="-122"/>
                <a:ea typeface="宋体" panose="02010600030101010101" pitchFamily="2" charset="-122"/>
              </a:rPr>
              <a:t>。</a:t>
            </a: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endParaRPr lang="zh-CN" altLang="en-US" sz="2400">
              <a:solidFill>
                <a:srgbClr val="000000"/>
              </a:solidFill>
              <a:latin typeface="宋体" panose="02010600030101010101" pitchFamily="2" charset="-122"/>
              <a:ea typeface="宋体" panose="02010600030101010101" pitchFamily="2" charset="-122"/>
            </a:endParaRPr>
          </a:p>
          <a:p>
            <a:pPr algn="just" eaLnBrk="1" hangingPunct="1">
              <a:lnSpc>
                <a:spcPct val="140000"/>
              </a:lnSpc>
              <a:spcBef>
                <a:spcPct val="0"/>
              </a:spcBef>
              <a:buClr>
                <a:schemeClr val="tx2"/>
              </a:buClr>
              <a:buSzPct val="75000"/>
              <a:buFont typeface="Wingdings" panose="05000000000000000000" pitchFamily="2" charset="2"/>
              <a:buNone/>
            </a:pPr>
            <a:r>
              <a:rPr lang="zh-CN" altLang="en-US" sz="2400">
                <a:solidFill>
                  <a:srgbClr val="FF0000"/>
                </a:solidFill>
                <a:latin typeface="宋体" panose="02010600030101010101" pitchFamily="2" charset="-122"/>
                <a:ea typeface="宋体" panose="02010600030101010101" pitchFamily="2" charset="-122"/>
                <a:hlinkClick r:id="rId1" action="ppaction://hlinkfile"/>
              </a:rPr>
              <a:t>软件需求规格说明书的简要范例（框架）参考</a:t>
            </a:r>
            <a:endParaRPr lang="zh-CN" altLang="en-US" sz="2400">
              <a:solidFill>
                <a:srgbClr val="FF0000"/>
              </a:solidFill>
              <a:latin typeface="宋体" panose="02010600030101010101" pitchFamily="2" charset="-122"/>
              <a:ea typeface="宋体" panose="02010600030101010101" pitchFamily="2" charset="-122"/>
              <a:hlinkClick r:id="rId1" action="ppaction://hlinkfile"/>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1946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61EED400-FDCF-4B45-947E-C02778CF9514}"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4"/>
          <p:cNvSpPr>
            <a:spLocks noGrp="1" noChangeArrowheads="1"/>
          </p:cNvSpPr>
          <p:nvPr>
            <p:ph idx="1"/>
          </p:nvPr>
        </p:nvSpPr>
        <p:spPr>
          <a:xfrm>
            <a:off x="361950" y="266700"/>
            <a:ext cx="8550275" cy="644525"/>
          </a:xfrm>
        </p:spPr>
        <p:txBody>
          <a:bodyPr/>
          <a:lstStyle/>
          <a:p>
            <a:pPr eaLnBrk="1" hangingPunct="1">
              <a:buFont typeface="Wingdings" panose="05000000000000000000" pitchFamily="2" charset="2"/>
              <a:buNone/>
            </a:pPr>
            <a:r>
              <a:rPr lang="en-US" altLang="zh-CN" b="1" smtClean="0">
                <a:solidFill>
                  <a:srgbClr val="000000"/>
                </a:solidFill>
                <a:effectLst/>
                <a:latin typeface="宋体" panose="02010600030101010101" pitchFamily="2" charset="-122"/>
                <a:ea typeface="宋体" panose="02010600030101010101" pitchFamily="2" charset="-122"/>
              </a:rPr>
              <a:t>3.2.4 </a:t>
            </a:r>
            <a:r>
              <a:rPr lang="zh-CN" altLang="en-US" b="1" smtClean="0">
                <a:solidFill>
                  <a:srgbClr val="000000"/>
                </a:solidFill>
                <a:effectLst/>
                <a:latin typeface="宋体" panose="02010600030101010101" pitchFamily="2" charset="-122"/>
                <a:ea typeface="宋体" panose="02010600030101010101" pitchFamily="2" charset="-122"/>
              </a:rPr>
              <a:t>快速建立软件原型</a:t>
            </a:r>
            <a:r>
              <a:rPr lang="zh-CN" altLang="en-US" smtClean="0">
                <a:solidFill>
                  <a:srgbClr val="000000"/>
                </a:solidFill>
                <a:effectLst/>
                <a:latin typeface="宋体" panose="02010600030101010101" pitchFamily="2" charset="-122"/>
                <a:ea typeface="宋体" panose="02010600030101010101" pitchFamily="2" charset="-122"/>
              </a:rPr>
              <a:t>（软件样机）</a:t>
            </a:r>
            <a:endParaRPr lang="zh-CN" altLang="en-US" smtClean="0">
              <a:solidFill>
                <a:srgbClr val="000000"/>
              </a:solidFill>
              <a:effectLst/>
              <a:latin typeface="宋体" panose="02010600030101010101" pitchFamily="2" charset="-122"/>
              <a:ea typeface="宋体" panose="02010600030101010101" pitchFamily="2" charset="-122"/>
            </a:endParaRPr>
          </a:p>
        </p:txBody>
      </p:sp>
      <p:sp>
        <p:nvSpPr>
          <p:cNvPr id="1013765" name="Text Box 5"/>
          <p:cNvSpPr txBox="1">
            <a:spLocks noChangeArrowheads="1"/>
          </p:cNvSpPr>
          <p:nvPr/>
        </p:nvSpPr>
        <p:spPr bwMode="auto">
          <a:xfrm>
            <a:off x="371475" y="1004888"/>
            <a:ext cx="8491538" cy="5077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762000" indent="-762000" eaLnBrk="0" hangingPunct="0">
              <a:defRPr>
                <a:solidFill>
                  <a:schemeClr val="tx1"/>
                </a:solidFill>
                <a:latin typeface="Arial" panose="020B0604020202020204" pitchFamily="34" charset="0"/>
                <a:ea typeface="宋体" panose="02010600030101010101" pitchFamily="2" charset="-122"/>
              </a:defRPr>
            </a:lvl1pPr>
            <a:lvl2pPr marL="800100" indent="-34290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chemeClr val="tx2"/>
              </a:buClr>
              <a:buSzPct val="75000"/>
              <a:buFont typeface="Wingdings" panose="05000000000000000000" pitchFamily="2" charset="2"/>
              <a:buChar char="ü"/>
              <a:defRPr/>
            </a:pPr>
            <a:r>
              <a:rPr lang="zh-CN" altLang="en-US" sz="2400" dirty="0" smtClean="0">
                <a:solidFill>
                  <a:srgbClr val="0000FF"/>
                </a:solidFill>
                <a:latin typeface="宋体" panose="02010600030101010101" pitchFamily="2" charset="-122"/>
              </a:rPr>
              <a:t>快速建立能演示目标系统主要功能的程序</a:t>
            </a:r>
            <a:r>
              <a:rPr lang="en-US" altLang="zh-CN" sz="2400" dirty="0" smtClean="0">
                <a:solidFill>
                  <a:srgbClr val="000000"/>
                </a:solidFill>
                <a:latin typeface="宋体" panose="02010600030101010101" pitchFamily="2" charset="-122"/>
              </a:rPr>
              <a:t>,</a:t>
            </a:r>
            <a:r>
              <a:rPr lang="zh-CN" altLang="en-US" sz="2400" dirty="0" smtClean="0">
                <a:solidFill>
                  <a:srgbClr val="000000"/>
                </a:solidFill>
                <a:latin typeface="宋体" panose="02010600030101010101" pitchFamily="2" charset="-122"/>
              </a:rPr>
              <a:t>让用户试用，</a:t>
            </a:r>
            <a:r>
              <a:rPr lang="zh-CN" altLang="en-US" sz="2400" u="sng" dirty="0" smtClean="0">
                <a:solidFill>
                  <a:srgbClr val="000000"/>
                </a:solidFill>
                <a:latin typeface="宋体" panose="02010600030101010101" pitchFamily="2" charset="-122"/>
              </a:rPr>
              <a:t>以发现需求方面的问题</a:t>
            </a:r>
            <a:r>
              <a:rPr lang="zh-CN" altLang="en-US" sz="2400" dirty="0" smtClean="0">
                <a:solidFill>
                  <a:srgbClr val="000000"/>
                </a:solidFill>
                <a:latin typeface="宋体" panose="02010600030101010101" pitchFamily="2" charset="-122"/>
              </a:rPr>
              <a:t>。</a:t>
            </a:r>
            <a:endParaRPr lang="en-US" altLang="zh-CN" sz="2400" dirty="0" smtClean="0">
              <a:solidFill>
                <a:srgbClr val="000000"/>
              </a:solidFill>
              <a:latin typeface="宋体" panose="02010600030101010101" pitchFamily="2" charset="-122"/>
            </a:endParaRPr>
          </a:p>
          <a:p>
            <a:pPr marL="342900" indent="-342900" algn="just" eaLnBrk="1" hangingPunct="1">
              <a:lnSpc>
                <a:spcPct val="150000"/>
              </a:lnSpc>
              <a:buClr>
                <a:schemeClr val="tx2"/>
              </a:buClr>
              <a:buSzPct val="75000"/>
              <a:buFont typeface="Wingdings" panose="05000000000000000000" pitchFamily="2" charset="2"/>
              <a:buChar char="ü"/>
              <a:defRPr/>
            </a:pPr>
            <a:r>
              <a:rPr lang="zh-CN" altLang="en-US" sz="2400" dirty="0" smtClean="0">
                <a:solidFill>
                  <a:srgbClr val="000000"/>
                </a:solidFill>
                <a:latin typeface="宋体" panose="02010600030101010101" pitchFamily="2" charset="-122"/>
              </a:rPr>
              <a:t>几种软件原型：</a:t>
            </a:r>
            <a:endParaRPr lang="en-US" altLang="zh-CN" sz="2400" dirty="0" smtClean="0">
              <a:solidFill>
                <a:srgbClr val="000000"/>
              </a:solidFill>
              <a:latin typeface="宋体" panose="02010600030101010101" pitchFamily="2" charset="-122"/>
            </a:endParaRPr>
          </a:p>
          <a:p>
            <a:pPr marL="0" indent="0" algn="just" eaLnBrk="1" hangingPunct="1">
              <a:lnSpc>
                <a:spcPct val="150000"/>
              </a:lnSpc>
              <a:buClr>
                <a:schemeClr val="tx2"/>
              </a:buClr>
              <a:buSzPct val="75000"/>
              <a:defRPr/>
            </a:pPr>
            <a:r>
              <a:rPr lang="en-US" altLang="zh-CN" sz="2400" dirty="0" smtClean="0">
                <a:solidFill>
                  <a:srgbClr val="000000"/>
                </a:solidFill>
                <a:latin typeface="宋体" panose="02010600030101010101" pitchFamily="2" charset="-122"/>
              </a:rPr>
              <a:t>  1</a:t>
            </a:r>
            <a:r>
              <a:rPr lang="zh-CN" altLang="en-US" sz="2400" dirty="0" smtClean="0">
                <a:solidFill>
                  <a:srgbClr val="000000"/>
                </a:solidFill>
                <a:latin typeface="宋体" panose="02010600030101010101" pitchFamily="2" charset="-122"/>
              </a:rPr>
              <a:t>）用于验证</a:t>
            </a:r>
            <a:r>
              <a:rPr lang="zh-CN" altLang="en-US" sz="2400" dirty="0" smtClean="0">
                <a:solidFill>
                  <a:srgbClr val="FF0000"/>
                </a:solidFill>
                <a:latin typeface="宋体" panose="02010600030101010101" pitchFamily="2" charset="-122"/>
              </a:rPr>
              <a:t>软件需求</a:t>
            </a:r>
            <a:r>
              <a:rPr lang="zh-CN" altLang="en-US" sz="2400" dirty="0" smtClean="0">
                <a:solidFill>
                  <a:srgbClr val="000000"/>
                </a:solidFill>
                <a:latin typeface="宋体" panose="02010600030101010101" pitchFamily="2" charset="-122"/>
              </a:rPr>
              <a:t>的原型（验证功能）</a:t>
            </a:r>
            <a:endParaRPr lang="en-US" altLang="zh-CN" sz="2400" dirty="0" smtClean="0">
              <a:solidFill>
                <a:srgbClr val="000000"/>
              </a:solidFill>
              <a:latin typeface="宋体" panose="02010600030101010101" pitchFamily="2" charset="-122"/>
            </a:endParaRPr>
          </a:p>
          <a:p>
            <a:pPr marL="0" indent="0" algn="just" eaLnBrk="1" hangingPunct="1">
              <a:lnSpc>
                <a:spcPct val="150000"/>
              </a:lnSpc>
              <a:buClr>
                <a:schemeClr val="tx2"/>
              </a:buClr>
              <a:buSzPct val="75000"/>
              <a:defRPr/>
            </a:pPr>
            <a:r>
              <a:rPr lang="en-US" altLang="zh-CN" sz="2400" dirty="0" smtClean="0">
                <a:solidFill>
                  <a:srgbClr val="000000"/>
                </a:solidFill>
                <a:latin typeface="宋体" panose="02010600030101010101" pitchFamily="2" charset="-122"/>
              </a:rPr>
              <a:t>  2</a:t>
            </a:r>
            <a:r>
              <a:rPr lang="zh-CN" altLang="en-US" sz="2400" dirty="0" smtClean="0">
                <a:solidFill>
                  <a:srgbClr val="000000"/>
                </a:solidFill>
                <a:latin typeface="宋体" panose="02010600030101010101" pitchFamily="2" charset="-122"/>
              </a:rPr>
              <a:t>）用于验证</a:t>
            </a:r>
            <a:r>
              <a:rPr lang="zh-CN" altLang="en-US" sz="2400" dirty="0" smtClean="0">
                <a:solidFill>
                  <a:srgbClr val="FF0000"/>
                </a:solidFill>
                <a:latin typeface="宋体" panose="02010600030101010101" pitchFamily="2" charset="-122"/>
              </a:rPr>
              <a:t>软件设计方案</a:t>
            </a:r>
            <a:r>
              <a:rPr lang="zh-CN" altLang="en-US" sz="2400" dirty="0" smtClean="0">
                <a:solidFill>
                  <a:srgbClr val="000000"/>
                </a:solidFill>
                <a:latin typeface="宋体" panose="02010600030101010101" pitchFamily="2" charset="-122"/>
              </a:rPr>
              <a:t>的原型</a:t>
            </a:r>
            <a:endParaRPr lang="en-US" altLang="zh-CN" sz="2400" dirty="0" smtClean="0">
              <a:solidFill>
                <a:srgbClr val="000000"/>
              </a:solidFill>
              <a:latin typeface="宋体" panose="02010600030101010101" pitchFamily="2" charset="-122"/>
            </a:endParaRPr>
          </a:p>
          <a:p>
            <a:pPr marL="0" indent="0" algn="just" eaLnBrk="1" hangingPunct="1">
              <a:lnSpc>
                <a:spcPct val="150000"/>
              </a:lnSpc>
              <a:buClr>
                <a:schemeClr val="tx2"/>
              </a:buClr>
              <a:buSzPct val="75000"/>
              <a:defRPr/>
            </a:pPr>
            <a:r>
              <a:rPr lang="en-US" altLang="zh-CN" sz="2400" dirty="0" smtClean="0">
                <a:solidFill>
                  <a:srgbClr val="000000"/>
                </a:solidFill>
                <a:latin typeface="宋体" panose="02010600030101010101" pitchFamily="2" charset="-122"/>
              </a:rPr>
              <a:t>     </a:t>
            </a:r>
            <a:r>
              <a:rPr lang="zh-CN" altLang="en-US" sz="2400" dirty="0" smtClean="0">
                <a:solidFill>
                  <a:srgbClr val="000000"/>
                </a:solidFill>
                <a:latin typeface="宋体" panose="02010600030101010101" pitchFamily="2" charset="-122"/>
              </a:rPr>
              <a:t>验证总体结构或某些关键算法。</a:t>
            </a:r>
            <a:endParaRPr lang="en-US" altLang="zh-CN" sz="2400" dirty="0" smtClean="0">
              <a:solidFill>
                <a:srgbClr val="000000"/>
              </a:solidFill>
              <a:latin typeface="宋体" panose="02010600030101010101" pitchFamily="2" charset="-122"/>
            </a:endParaRPr>
          </a:p>
          <a:p>
            <a:pPr marL="0" indent="0" algn="just" eaLnBrk="1" hangingPunct="1">
              <a:lnSpc>
                <a:spcPct val="150000"/>
              </a:lnSpc>
              <a:buClr>
                <a:schemeClr val="tx2"/>
              </a:buClr>
              <a:buSzPct val="75000"/>
              <a:defRPr/>
            </a:pPr>
            <a:r>
              <a:rPr lang="en-US" altLang="zh-CN" sz="2400" dirty="0" smtClean="0">
                <a:solidFill>
                  <a:srgbClr val="000000"/>
                </a:solidFill>
                <a:latin typeface="宋体" panose="02010600030101010101" pitchFamily="2" charset="-122"/>
              </a:rPr>
              <a:t>  3</a:t>
            </a:r>
            <a:r>
              <a:rPr lang="zh-CN" altLang="en-US" sz="2400" dirty="0" smtClean="0">
                <a:solidFill>
                  <a:srgbClr val="000000"/>
                </a:solidFill>
                <a:latin typeface="宋体" panose="02010600030101010101" pitchFamily="2" charset="-122"/>
              </a:rPr>
              <a:t>）用于</a:t>
            </a:r>
            <a:r>
              <a:rPr lang="zh-CN" altLang="en-US" sz="2400" dirty="0" smtClean="0">
                <a:solidFill>
                  <a:srgbClr val="FF0000"/>
                </a:solidFill>
                <a:latin typeface="宋体" panose="02010600030101010101" pitchFamily="2" charset="-122"/>
              </a:rPr>
              <a:t>演进出目标系统</a:t>
            </a:r>
            <a:r>
              <a:rPr lang="zh-CN" altLang="en-US" sz="2400" dirty="0" smtClean="0">
                <a:solidFill>
                  <a:srgbClr val="000000"/>
                </a:solidFill>
                <a:latin typeface="宋体" panose="02010600030101010101" pitchFamily="2" charset="-122"/>
              </a:rPr>
              <a:t>的原型</a:t>
            </a:r>
            <a:endParaRPr lang="en-US" altLang="zh-CN" sz="2400" dirty="0" smtClean="0">
              <a:solidFill>
                <a:srgbClr val="000000"/>
              </a:solidFill>
              <a:latin typeface="宋体" panose="02010600030101010101" pitchFamily="2" charset="-122"/>
            </a:endParaRPr>
          </a:p>
          <a:p>
            <a:pPr marL="0" indent="0" algn="just" eaLnBrk="1" hangingPunct="1">
              <a:lnSpc>
                <a:spcPct val="150000"/>
              </a:lnSpc>
              <a:buClr>
                <a:schemeClr val="tx2"/>
              </a:buClr>
              <a:buSzPct val="75000"/>
              <a:defRPr/>
            </a:pPr>
            <a:r>
              <a:rPr lang="en-US" altLang="zh-CN" sz="2400" dirty="0" smtClean="0">
                <a:solidFill>
                  <a:srgbClr val="000000"/>
                </a:solidFill>
                <a:latin typeface="宋体" panose="02010600030101010101" pitchFamily="2" charset="-122"/>
              </a:rPr>
              <a:t>     </a:t>
            </a:r>
            <a:r>
              <a:rPr lang="zh-CN" altLang="en-US" sz="2400" dirty="0" smtClean="0">
                <a:solidFill>
                  <a:srgbClr val="000000"/>
                </a:solidFill>
                <a:latin typeface="宋体" panose="02010600030101010101" pitchFamily="2" charset="-122"/>
              </a:rPr>
              <a:t>经过初步分析获得</a:t>
            </a:r>
            <a:r>
              <a:rPr lang="zh-CN" altLang="en-US" sz="2400" dirty="0" smtClean="0">
                <a:solidFill>
                  <a:srgbClr val="000000"/>
                </a:solidFill>
                <a:highlight>
                  <a:srgbClr val="FFFF00"/>
                </a:highlight>
                <a:latin typeface="宋体" panose="02010600030101010101" pitchFamily="2" charset="-122"/>
              </a:rPr>
              <a:t>基本需求</a:t>
            </a:r>
            <a:r>
              <a:rPr lang="en-US" altLang="zh-CN" sz="2400" dirty="0" smtClean="0">
                <a:solidFill>
                  <a:srgbClr val="000000"/>
                </a:solidFill>
                <a:latin typeface="宋体" panose="02010600030101010101" pitchFamily="2" charset="-122"/>
              </a:rPr>
              <a:t>后，就迅速地用原型加以实  现。 （</a:t>
            </a:r>
            <a:r>
              <a:rPr lang="en-US" altLang="zh-CN" sz="2400" dirty="0" smtClean="0">
                <a:solidFill>
                  <a:srgbClr val="FF0000"/>
                </a:solidFill>
                <a:latin typeface="宋体" panose="02010600030101010101" pitchFamily="2" charset="-122"/>
              </a:rPr>
              <a:t>要求：环境、语言与目标系统的环境、语言一致。</a:t>
            </a:r>
            <a:r>
              <a:rPr lang="zh-CN" altLang="en-US" sz="2400" dirty="0" smtClean="0">
                <a:solidFill>
                  <a:srgbClr val="000000"/>
                </a:solidFill>
                <a:latin typeface="宋体" panose="02010600030101010101" pitchFamily="2" charset="-122"/>
              </a:rPr>
              <a:t>）</a:t>
            </a:r>
            <a:endParaRPr lang="en-US" altLang="zh-CN" sz="2400" dirty="0" smtClean="0">
              <a:solidFill>
                <a:srgbClr val="000000"/>
              </a:solidFill>
              <a:latin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0485"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D9695AD-3D45-4223-8C75-960EDAFEF6AB}"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13765"/>
                                        </p:tgtEl>
                                        <p:attrNameLst>
                                          <p:attrName>style.visibility</p:attrName>
                                        </p:attrNameLst>
                                      </p:cBhvr>
                                      <p:to>
                                        <p:strVal val="visible"/>
                                      </p:to>
                                    </p:set>
                                    <p:anim calcmode="lin" valueType="num">
                                      <p:cBhvr additive="base">
                                        <p:cTn id="7" dur="500" fill="hold"/>
                                        <p:tgtEl>
                                          <p:spTgt spid="1013765"/>
                                        </p:tgtEl>
                                        <p:attrNameLst>
                                          <p:attrName>ppt_x</p:attrName>
                                        </p:attrNameLst>
                                      </p:cBhvr>
                                      <p:tavLst>
                                        <p:tav tm="0">
                                          <p:val>
                                            <p:strVal val="#ppt_x"/>
                                          </p:val>
                                        </p:tav>
                                        <p:tav tm="100000">
                                          <p:val>
                                            <p:strVal val="#ppt_x"/>
                                          </p:val>
                                        </p:tav>
                                      </p:tavLst>
                                    </p:anim>
                                    <p:anim calcmode="lin" valueType="num">
                                      <p:cBhvr additive="base">
                                        <p:cTn id="8" dur="500" fill="hold"/>
                                        <p:tgtEl>
                                          <p:spTgt spid="10137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65"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109538" y="693738"/>
            <a:ext cx="5251450" cy="863600"/>
          </a:xfrm>
        </p:spPr>
        <p:txBody>
          <a:bodyPr/>
          <a:lstStyle/>
          <a:p>
            <a:pPr algn="l" eaLnBrk="1" hangingPunct="1"/>
            <a:r>
              <a:rPr lang="zh-CN" altLang="zh-CN" sz="3200" noProof="1" smtClean="0">
                <a:solidFill>
                  <a:srgbClr val="000000"/>
                </a:solidFill>
                <a:effectLst/>
              </a:rPr>
              <a:t>3.3 </a:t>
            </a:r>
            <a:r>
              <a:rPr lang="zh-CN" altLang="en-US" sz="3200" noProof="1" smtClean="0">
                <a:solidFill>
                  <a:srgbClr val="000000"/>
                </a:solidFill>
                <a:effectLst/>
              </a:rPr>
              <a:t>分析建模与规格说明</a:t>
            </a:r>
            <a:endParaRPr lang="zh-CN" altLang="en-US" sz="3200" noProof="1" smtClean="0">
              <a:solidFill>
                <a:srgbClr val="000000"/>
              </a:solidFill>
              <a:effectLst/>
            </a:endParaRPr>
          </a:p>
        </p:txBody>
      </p:sp>
      <p:sp>
        <p:nvSpPr>
          <p:cNvPr id="970755" name="Rectangle 3"/>
          <p:cNvSpPr>
            <a:spLocks noGrp="1"/>
          </p:cNvSpPr>
          <p:nvPr>
            <p:ph idx="1"/>
          </p:nvPr>
        </p:nvSpPr>
        <p:spPr>
          <a:xfrm>
            <a:off x="612775" y="1343025"/>
            <a:ext cx="8177213" cy="4556125"/>
          </a:xfrm>
        </p:spPr>
        <p:txBody>
          <a:bodyPr/>
          <a:lstStyle/>
          <a:p>
            <a:pPr marL="0" indent="0" eaLnBrk="1" hangingPunct="1">
              <a:lnSpc>
                <a:spcPct val="150000"/>
              </a:lnSpc>
              <a:spcBef>
                <a:spcPct val="0"/>
              </a:spcBef>
              <a:buFont typeface="Wingdings" panose="05000000000000000000" pitchFamily="2" charset="2"/>
              <a:buNone/>
            </a:pPr>
            <a:r>
              <a:rPr lang="zh-CN" altLang="zh-CN" sz="2800" noProof="1" smtClean="0">
                <a:solidFill>
                  <a:srgbClr val="000000"/>
                </a:solidFill>
                <a:effectLst/>
              </a:rPr>
              <a:t>3.3.1 </a:t>
            </a:r>
            <a:r>
              <a:rPr lang="zh-CN" altLang="en-US" sz="2800" noProof="1" smtClean="0">
                <a:solidFill>
                  <a:srgbClr val="000000"/>
                </a:solidFill>
                <a:effectLst/>
              </a:rPr>
              <a:t>分析建模</a:t>
            </a:r>
            <a:endParaRPr lang="zh-CN" altLang="en-US" sz="2800" noProof="1" smtClean="0">
              <a:solidFill>
                <a:srgbClr val="000000"/>
              </a:solidFill>
              <a:effectLst/>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rPr>
              <a:t>为了开发复杂的系统，应从不同角度（对应不同模型）抽象出目标系统的特性。</a:t>
            </a:r>
            <a:r>
              <a:rPr lang="zh-CN" altLang="zh-CN" sz="2400" noProof="1" smtClean="0">
                <a:solidFill>
                  <a:srgbClr val="0000FF"/>
                </a:solidFill>
                <a:effectLst/>
                <a:highlight>
                  <a:srgbClr val="FFFF00"/>
                </a:highlight>
              </a:rPr>
              <a:t>3</a:t>
            </a:r>
            <a:r>
              <a:rPr lang="zh-CN" altLang="en-US" sz="2400" noProof="1" smtClean="0">
                <a:solidFill>
                  <a:srgbClr val="0000FF"/>
                </a:solidFill>
                <a:effectLst/>
                <a:highlight>
                  <a:srgbClr val="FFFF00"/>
                </a:highlight>
              </a:rPr>
              <a:t>种模型：数据模型、功能模型与行为模型</a:t>
            </a:r>
            <a:r>
              <a:rPr lang="zh-CN" altLang="en-US" sz="2400" noProof="1" smtClean="0">
                <a:solidFill>
                  <a:srgbClr val="0000FF"/>
                </a:solidFill>
                <a:effectLst/>
              </a:rPr>
              <a:t>，分别</a:t>
            </a:r>
            <a:r>
              <a:rPr lang="zh-CN" altLang="en-US" sz="2400" noProof="1" smtClean="0">
                <a:solidFill>
                  <a:srgbClr val="0000FF"/>
                </a:solidFill>
                <a:effectLst/>
              </a:rPr>
              <a:t>对应下面</a:t>
            </a:r>
            <a:r>
              <a:rPr lang="zh-CN" altLang="zh-CN" sz="2400" noProof="1" smtClean="0">
                <a:solidFill>
                  <a:srgbClr val="0000FF"/>
                </a:solidFill>
                <a:effectLst/>
              </a:rPr>
              <a:t>3</a:t>
            </a:r>
            <a:r>
              <a:rPr lang="zh-CN" altLang="en-US" sz="2400" noProof="1" smtClean="0">
                <a:solidFill>
                  <a:srgbClr val="0000FF"/>
                </a:solidFill>
                <a:effectLst/>
              </a:rPr>
              <a:t>种图。</a:t>
            </a:r>
            <a:endParaRPr lang="zh-CN" altLang="en-US" sz="2400" noProof="1" smtClean="0">
              <a:solidFill>
                <a:srgbClr val="0000FF"/>
              </a:solidFill>
              <a:effectLst/>
            </a:endParaRPr>
          </a:p>
          <a:p>
            <a:pPr marL="0" indent="0" eaLnBrk="1" hangingPunct="1">
              <a:lnSpc>
                <a:spcPct val="150000"/>
              </a:lnSpc>
              <a:spcBef>
                <a:spcPct val="0"/>
              </a:spcBef>
              <a:buFont typeface="Wingdings" panose="05000000000000000000" pitchFamily="2" charset="2"/>
              <a:buNone/>
            </a:pPr>
            <a:r>
              <a:rPr lang="zh-CN" altLang="zh-CN" sz="2400" noProof="1" smtClean="0">
                <a:solidFill>
                  <a:srgbClr val="000000"/>
                </a:solidFill>
                <a:effectLst/>
              </a:rPr>
              <a:t>1</a:t>
            </a:r>
            <a:r>
              <a:rPr lang="zh-CN" altLang="en-US" sz="2400" noProof="1" smtClean="0">
                <a:solidFill>
                  <a:srgbClr val="000000"/>
                </a:solidFill>
                <a:effectLst/>
              </a:rPr>
              <a:t>）实体联系图：建立数据模型，描述数据对象及数据对象之间的关系；（</a:t>
            </a:r>
            <a:r>
              <a:rPr lang="en-US" altLang="zh-CN" sz="2400" noProof="1" smtClean="0">
                <a:solidFill>
                  <a:srgbClr val="000000"/>
                </a:solidFill>
                <a:effectLst/>
              </a:rPr>
              <a:t>Section 3.4</a:t>
            </a:r>
            <a:r>
              <a:rPr lang="en-US" altLang="en-US" sz="2400" noProof="1" smtClean="0">
                <a:solidFill>
                  <a:srgbClr val="000000"/>
                </a:solidFill>
                <a:effectLst/>
              </a:rPr>
              <a:t>）</a:t>
            </a:r>
            <a:endParaRPr lang="en-US" altLang="en-US" sz="2400" noProof="1" smtClean="0">
              <a:solidFill>
                <a:srgbClr val="000000"/>
              </a:solidFill>
              <a:effectLst/>
            </a:endParaRPr>
          </a:p>
          <a:p>
            <a:pPr marL="0" indent="0" eaLnBrk="1" hangingPunct="1">
              <a:lnSpc>
                <a:spcPct val="150000"/>
              </a:lnSpc>
              <a:spcBef>
                <a:spcPct val="0"/>
              </a:spcBef>
              <a:buFont typeface="Wingdings" panose="05000000000000000000" pitchFamily="2" charset="2"/>
              <a:buNone/>
            </a:pPr>
            <a:r>
              <a:rPr lang="en-US" altLang="zh-CN" sz="2400" noProof="1" smtClean="0">
                <a:solidFill>
                  <a:srgbClr val="000000"/>
                </a:solidFill>
                <a:effectLst/>
              </a:rPr>
              <a:t>2</a:t>
            </a:r>
            <a:r>
              <a:rPr lang="zh-CN" altLang="en-US" sz="2400" noProof="1" smtClean="0">
                <a:solidFill>
                  <a:srgbClr val="000000"/>
                </a:solidFill>
                <a:effectLst/>
              </a:rPr>
              <a:t>）数据流图：建立功能模型；</a:t>
            </a:r>
            <a:endParaRPr lang="zh-CN" altLang="en-US" sz="2400" noProof="1" smtClean="0">
              <a:solidFill>
                <a:srgbClr val="000000"/>
              </a:solidFill>
              <a:effectLst/>
            </a:endParaRPr>
          </a:p>
          <a:p>
            <a:pPr marL="0" indent="0" eaLnBrk="1" hangingPunct="1">
              <a:lnSpc>
                <a:spcPct val="150000"/>
              </a:lnSpc>
              <a:spcBef>
                <a:spcPct val="0"/>
              </a:spcBef>
              <a:buFont typeface="Wingdings" panose="05000000000000000000" pitchFamily="2" charset="2"/>
              <a:buNone/>
            </a:pPr>
            <a:r>
              <a:rPr lang="zh-CN" altLang="zh-CN" sz="2400" noProof="1" smtClean="0">
                <a:solidFill>
                  <a:srgbClr val="000000"/>
                </a:solidFill>
                <a:effectLst/>
              </a:rPr>
              <a:t>3</a:t>
            </a:r>
            <a:r>
              <a:rPr lang="zh-CN" altLang="en-US" sz="2400" noProof="1" smtClean="0">
                <a:solidFill>
                  <a:srgbClr val="000000"/>
                </a:solidFill>
                <a:effectLst/>
              </a:rPr>
              <a:t>）状态转换图：</a:t>
            </a:r>
            <a:r>
              <a:rPr lang="zh-CN" altLang="en-US" sz="2400" u="sng" noProof="1" smtClean="0">
                <a:solidFill>
                  <a:srgbClr val="000000"/>
                </a:solidFill>
                <a:effectLst/>
              </a:rPr>
              <a:t>描绘系统的状态（行为模式）和状态间转换的方式</a:t>
            </a:r>
            <a:r>
              <a:rPr lang="zh-CN" altLang="en-US" sz="2400" noProof="1" smtClean="0">
                <a:solidFill>
                  <a:srgbClr val="000000"/>
                </a:solidFill>
                <a:effectLst/>
              </a:rPr>
              <a:t>。</a:t>
            </a:r>
            <a:r>
              <a:rPr lang="en-US" altLang="zh-CN" sz="2400" noProof="1" smtClean="0">
                <a:solidFill>
                  <a:srgbClr val="000000"/>
                </a:solidFill>
                <a:effectLst/>
              </a:rPr>
              <a:t>(Section 3.7)</a:t>
            </a:r>
            <a:endParaRPr lang="en-US" altLang="zh-CN" sz="2400"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2533"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49814AC3-1214-488D-997E-B303035C8AE0}"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70755"/>
                                        </p:tgtEl>
                                        <p:attrNameLst>
                                          <p:attrName>style.visibility</p:attrName>
                                        </p:attrNameLst>
                                      </p:cBhvr>
                                      <p:to>
                                        <p:strVal val="visible"/>
                                      </p:to>
                                    </p:set>
                                    <p:anim calcmode="lin" valueType="num">
                                      <p:cBhvr additive="base">
                                        <p:cTn id="7" dur="500" fill="hold"/>
                                        <p:tgtEl>
                                          <p:spTgt spid="970755"/>
                                        </p:tgtEl>
                                        <p:attrNameLst>
                                          <p:attrName>ppt_x</p:attrName>
                                        </p:attrNameLst>
                                      </p:cBhvr>
                                      <p:tavLst>
                                        <p:tav tm="0">
                                          <p:val>
                                            <p:strVal val="0-#ppt_w/2"/>
                                          </p:val>
                                        </p:tav>
                                        <p:tav tm="100000">
                                          <p:val>
                                            <p:strVal val="#ppt_x"/>
                                          </p:val>
                                        </p:tav>
                                      </p:tavLst>
                                    </p:anim>
                                    <p:anim calcmode="lin" valueType="num">
                                      <p:cBhvr additive="base">
                                        <p:cTn id="8" dur="500" fill="hold"/>
                                        <p:tgtEl>
                                          <p:spTgt spid="9707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0755"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p:txBody>
          <a:bodyPr/>
          <a:lstStyle/>
          <a:p>
            <a:r>
              <a:rPr lang="en-US" altLang="zh-CN" smtClean="0">
                <a:solidFill>
                  <a:srgbClr val="000000"/>
                </a:solidFill>
                <a:effectLst/>
                <a:latin typeface="Times New Roman" panose="02020603050405020304" pitchFamily="18" charset="0"/>
                <a:ea typeface="楷体_GB2312" pitchFamily="49" charset="-122"/>
              </a:rPr>
              <a:t>3.3.2 </a:t>
            </a:r>
            <a:r>
              <a:rPr lang="zh-CN" altLang="en-US" smtClean="0">
                <a:solidFill>
                  <a:srgbClr val="000000"/>
                </a:solidFill>
                <a:effectLst/>
                <a:latin typeface="Times New Roman" panose="02020603050405020304" pitchFamily="18" charset="0"/>
                <a:ea typeface="楷体_GB2312" pitchFamily="49" charset="-122"/>
              </a:rPr>
              <a:t>软件需求规格说明</a:t>
            </a:r>
            <a:r>
              <a:rPr lang="en-US" altLang="zh-CN" smtClean="0">
                <a:solidFill>
                  <a:srgbClr val="000000"/>
                </a:solidFill>
                <a:effectLst/>
                <a:latin typeface="Times New Roman" panose="02020603050405020304" pitchFamily="18" charset="0"/>
                <a:ea typeface="楷体_GB2312" pitchFamily="49" charset="-122"/>
              </a:rPr>
              <a:t>(</a:t>
            </a:r>
            <a:r>
              <a:rPr lang="zh-CN" altLang="en-US" smtClean="0">
                <a:solidFill>
                  <a:srgbClr val="000000"/>
                </a:solidFill>
                <a:effectLst/>
                <a:latin typeface="Times New Roman" panose="02020603050405020304" pitchFamily="18" charset="0"/>
                <a:ea typeface="楷体_GB2312" pitchFamily="49" charset="-122"/>
              </a:rPr>
              <a:t>书</a:t>
            </a:r>
            <a:r>
              <a:rPr lang="en-US" altLang="zh-CN" smtClean="0">
                <a:solidFill>
                  <a:srgbClr val="000000"/>
                </a:solidFill>
                <a:effectLst/>
                <a:latin typeface="Times New Roman" panose="02020603050405020304" pitchFamily="18" charset="0"/>
                <a:ea typeface="楷体_GB2312" pitchFamily="49" charset="-122"/>
              </a:rPr>
              <a:t>)</a:t>
            </a:r>
            <a:endParaRPr lang="zh-CN" altLang="en-US" smtClean="0">
              <a:solidFill>
                <a:srgbClr val="000000"/>
              </a:solidFill>
              <a:effectLst/>
              <a:latin typeface="Times New Roman" panose="02020603050405020304" pitchFamily="18" charset="0"/>
              <a:ea typeface="楷体_GB2312" pitchFamily="49" charset="-122"/>
            </a:endParaRPr>
          </a:p>
        </p:txBody>
      </p:sp>
      <p:sp>
        <p:nvSpPr>
          <p:cNvPr id="16387" name="内容占位符 2"/>
          <p:cNvSpPr>
            <a:spLocks noGrp="1"/>
          </p:cNvSpPr>
          <p:nvPr>
            <p:ph idx="1"/>
          </p:nvPr>
        </p:nvSpPr>
        <p:spPr/>
        <p:txBody>
          <a:bodyPr/>
          <a:lstStyle/>
          <a:p>
            <a:pPr marL="0" indent="0">
              <a:buFont typeface="Wingdings" panose="05000000000000000000" charset="0"/>
              <a:buNone/>
              <a:defRPr/>
            </a:pPr>
            <a:r>
              <a:rPr lang="en-US" altLang="zh-CN" sz="2400" noProof="1">
                <a:solidFill>
                  <a:srgbClr val="000000"/>
                </a:solidFill>
                <a:effectLst/>
              </a:rPr>
              <a:t>The final output of the requirement analysis stage</a:t>
            </a:r>
            <a:endParaRPr lang="en-US" altLang="zh-CN" sz="2400" noProof="1">
              <a:solidFill>
                <a:srgbClr val="000000"/>
              </a:solidFill>
              <a:effectLst/>
            </a:endParaRPr>
          </a:p>
          <a:p>
            <a:pPr>
              <a:buFont typeface="Wingdings" panose="05000000000000000000" charset="0"/>
              <a:buChar char=""/>
              <a:defRPr/>
            </a:pPr>
            <a:endParaRPr lang="zh-CN" altLang="en-US" sz="2400" noProof="1">
              <a:solidFill>
                <a:srgbClr val="000000"/>
              </a:solidFill>
              <a:effectLst/>
            </a:endParaRPr>
          </a:p>
          <a:p>
            <a:pPr marL="0" indent="0">
              <a:buFont typeface="Wingdings" panose="05000000000000000000" charset="0"/>
              <a:buNone/>
              <a:defRPr/>
            </a:pPr>
            <a:r>
              <a:rPr lang="zh-CN" altLang="en-US" sz="2400" noProof="1">
                <a:solidFill>
                  <a:srgbClr val="000000"/>
                </a:solidFill>
                <a:effectLst/>
              </a:rPr>
              <a:t>描述方式</a:t>
            </a:r>
            <a:r>
              <a:rPr lang="zh-CN" altLang="en-US" sz="2400" noProof="1" smtClean="0">
                <a:solidFill>
                  <a:srgbClr val="000000"/>
                </a:solidFill>
                <a:effectLst/>
              </a:rPr>
              <a:t>：</a:t>
            </a:r>
            <a:endParaRPr lang="en-US" altLang="zh-CN" sz="2400" noProof="1" smtClean="0">
              <a:solidFill>
                <a:srgbClr val="000000"/>
              </a:solidFill>
              <a:effectLst/>
            </a:endParaRPr>
          </a:p>
          <a:p>
            <a:pPr marL="0" indent="0">
              <a:buFont typeface="Wingdings" panose="05000000000000000000" charset="0"/>
              <a:buNone/>
              <a:defRPr/>
            </a:pPr>
            <a:r>
              <a:rPr lang="en-US" altLang="zh-CN" sz="2400" noProof="1" smtClean="0">
                <a:solidFill>
                  <a:srgbClr val="000000"/>
                </a:solidFill>
                <a:effectLst/>
              </a:rPr>
              <a:t>1) </a:t>
            </a:r>
            <a:r>
              <a:rPr lang="zh-CN" altLang="en-US" sz="2400" noProof="1" smtClean="0">
                <a:solidFill>
                  <a:srgbClr val="000000"/>
                </a:solidFill>
                <a:effectLst/>
              </a:rPr>
              <a:t>自然语言（非形式化）：</a:t>
            </a:r>
            <a:r>
              <a:rPr lang="zh-CN" altLang="en-US" sz="2400" noProof="1">
                <a:solidFill>
                  <a:srgbClr val="000000"/>
                </a:solidFill>
                <a:effectLst/>
              </a:rPr>
              <a:t>容易书写、易懂、受欢迎</a:t>
            </a:r>
            <a:r>
              <a:rPr lang="zh-CN" altLang="en-US" sz="2400" noProof="1" smtClean="0">
                <a:solidFill>
                  <a:srgbClr val="000000"/>
                </a:solidFill>
                <a:effectLst/>
              </a:rPr>
              <a:t>；</a:t>
            </a:r>
            <a:endParaRPr lang="en-US" altLang="zh-CN" sz="2400" noProof="1">
              <a:solidFill>
                <a:srgbClr val="000000"/>
              </a:solidFill>
              <a:effectLst/>
            </a:endParaRPr>
          </a:p>
          <a:p>
            <a:pPr marL="0" indent="0">
              <a:buFont typeface="Wingdings" panose="05000000000000000000" pitchFamily="2" charset="2"/>
              <a:buNone/>
              <a:defRPr/>
            </a:pPr>
            <a:r>
              <a:rPr lang="en-US" altLang="zh-CN" sz="2400" dirty="0" smtClean="0">
                <a:solidFill>
                  <a:srgbClr val="000000"/>
                </a:solidFill>
                <a:effectLst/>
              </a:rPr>
              <a:t>2) </a:t>
            </a:r>
            <a:r>
              <a:rPr lang="zh-CN" altLang="en-US" sz="2400" dirty="0" smtClean="0">
                <a:solidFill>
                  <a:srgbClr val="000000"/>
                </a:solidFill>
                <a:effectLst/>
              </a:rPr>
              <a:t>半</a:t>
            </a:r>
            <a:r>
              <a:rPr lang="zh-CN" altLang="en-US" sz="2400" dirty="0">
                <a:solidFill>
                  <a:srgbClr val="000000"/>
                </a:solidFill>
                <a:effectLst/>
              </a:rPr>
              <a:t>形式化：如数据流图</a:t>
            </a:r>
            <a:r>
              <a:rPr lang="zh-CN" altLang="en-US" sz="2400" dirty="0" smtClean="0">
                <a:solidFill>
                  <a:srgbClr val="000000"/>
                </a:solidFill>
                <a:effectLst/>
              </a:rPr>
              <a:t>；</a:t>
            </a:r>
            <a:endParaRPr lang="en-US" altLang="zh-CN" sz="2400" noProof="1">
              <a:solidFill>
                <a:srgbClr val="000000"/>
              </a:solidFill>
              <a:effectLst/>
            </a:endParaRPr>
          </a:p>
          <a:p>
            <a:pPr marL="0" indent="0">
              <a:buFont typeface="Wingdings" panose="05000000000000000000" charset="0"/>
              <a:buNone/>
              <a:defRPr/>
            </a:pPr>
            <a:r>
              <a:rPr lang="en-US" altLang="zh-CN" sz="2400" noProof="1" smtClean="0">
                <a:solidFill>
                  <a:srgbClr val="000000"/>
                </a:solidFill>
                <a:effectLst/>
              </a:rPr>
              <a:t>3) </a:t>
            </a:r>
            <a:r>
              <a:rPr lang="zh-CN" altLang="en-US" sz="2400" noProof="1">
                <a:solidFill>
                  <a:srgbClr val="000000"/>
                </a:solidFill>
                <a:effectLst/>
              </a:rPr>
              <a:t>形式化语言：数学符号公式</a:t>
            </a:r>
            <a:r>
              <a:rPr lang="zh-CN" altLang="en-US" sz="2400" noProof="1">
                <a:solidFill>
                  <a:srgbClr val="000000"/>
                </a:solidFill>
                <a:effectLst/>
              </a:rPr>
              <a:t>多、难懂 </a:t>
            </a:r>
            <a:endParaRPr lang="zh-CN" altLang="en-US" sz="2400" noProof="1">
              <a:solidFill>
                <a:srgbClr val="000000"/>
              </a:solidFill>
              <a:effectLst/>
            </a:endParaRPr>
          </a:p>
          <a:p>
            <a:pPr marL="0" indent="0">
              <a:buFont typeface="Wingdings" panose="05000000000000000000" charset="0"/>
              <a:buNone/>
              <a:defRPr/>
            </a:pPr>
            <a:r>
              <a:rPr lang="zh-CN" altLang="en-US" sz="2400" noProof="1">
                <a:solidFill>
                  <a:srgbClr val="000000"/>
                </a:solidFill>
                <a:effectLst/>
              </a:rPr>
              <a:t>  （</a:t>
            </a:r>
            <a:r>
              <a:rPr lang="zh-CN" altLang="en-US" sz="2400" noProof="1">
                <a:solidFill>
                  <a:srgbClr val="FF0000"/>
                </a:solidFill>
                <a:effectLst/>
              </a:rPr>
              <a:t>第</a:t>
            </a:r>
            <a:r>
              <a:rPr lang="en-US" altLang="zh-CN" sz="2400" noProof="1">
                <a:solidFill>
                  <a:srgbClr val="FF0000"/>
                </a:solidFill>
                <a:effectLst/>
              </a:rPr>
              <a:t>4</a:t>
            </a:r>
            <a:r>
              <a:rPr lang="zh-CN" altLang="en-US" sz="2400" noProof="1">
                <a:solidFill>
                  <a:srgbClr val="FF0000"/>
                </a:solidFill>
                <a:effectLst/>
              </a:rPr>
              <a:t>章 形式化说明技术</a:t>
            </a:r>
            <a:r>
              <a:rPr lang="zh-CN" altLang="en-US" sz="2400" noProof="1">
                <a:solidFill>
                  <a:srgbClr val="000000"/>
                </a:solidFill>
                <a:effectLst/>
              </a:rPr>
              <a:t>）。</a:t>
            </a:r>
            <a:endParaRPr lang="en-US" altLang="zh-CN" sz="2400" noProof="1">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3557"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D62D0CC8-7132-466A-9C4A-BFF8ADE3998F}"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44475" y="622300"/>
            <a:ext cx="8726488" cy="569913"/>
          </a:xfrm>
        </p:spPr>
        <p:txBody>
          <a:bodyPr/>
          <a:lstStyle/>
          <a:p>
            <a:pPr algn="l" eaLnBrk="1" hangingPunct="1"/>
            <a:r>
              <a:rPr lang="zh-CN" altLang="en-US" sz="3200" noProof="1" smtClean="0">
                <a:solidFill>
                  <a:srgbClr val="000000"/>
                </a:solidFill>
                <a:effectLst/>
              </a:rPr>
              <a:t>3.</a:t>
            </a:r>
            <a:r>
              <a:rPr lang="zh-CN" altLang="zh-CN" sz="3200" noProof="1" smtClean="0">
                <a:solidFill>
                  <a:srgbClr val="000000"/>
                </a:solidFill>
                <a:effectLst/>
              </a:rPr>
              <a:t>4 </a:t>
            </a:r>
            <a:r>
              <a:rPr lang="zh-CN" altLang="en-US" sz="3200" noProof="1" smtClean="0">
                <a:solidFill>
                  <a:srgbClr val="000000"/>
                </a:solidFill>
                <a:effectLst/>
              </a:rPr>
              <a:t>实体</a:t>
            </a:r>
            <a:r>
              <a:rPr lang="zh-CN" altLang="zh-CN" sz="3200" noProof="1" smtClean="0">
                <a:solidFill>
                  <a:srgbClr val="000000"/>
                </a:solidFill>
                <a:effectLst/>
              </a:rPr>
              <a:t>-</a:t>
            </a:r>
            <a:r>
              <a:rPr lang="zh-CN" altLang="en-US" sz="3200" noProof="1" smtClean="0">
                <a:solidFill>
                  <a:srgbClr val="000000"/>
                </a:solidFill>
                <a:effectLst/>
              </a:rPr>
              <a:t>联系图 </a:t>
            </a:r>
            <a:r>
              <a:rPr lang="en-US" altLang="zh-CN" sz="3200" noProof="1" smtClean="0">
                <a:solidFill>
                  <a:srgbClr val="000000"/>
                </a:solidFill>
                <a:effectLst/>
              </a:rPr>
              <a:t>(Entity-Relationship Diagram)</a:t>
            </a:r>
            <a:r>
              <a:rPr lang="en-US" altLang="en-US" sz="3200" noProof="1" smtClean="0">
                <a:solidFill>
                  <a:srgbClr val="000000"/>
                </a:solidFill>
                <a:effectLst/>
              </a:rPr>
              <a:t> </a:t>
            </a:r>
            <a:endParaRPr lang="en-US" altLang="en-US" sz="3200" noProof="1" smtClean="0">
              <a:solidFill>
                <a:srgbClr val="000000"/>
              </a:solidFill>
              <a:effectLst/>
            </a:endParaRPr>
          </a:p>
        </p:txBody>
      </p:sp>
      <p:sp>
        <p:nvSpPr>
          <p:cNvPr id="17411" name="Rectangle 3"/>
          <p:cNvSpPr>
            <a:spLocks noGrp="1"/>
          </p:cNvSpPr>
          <p:nvPr>
            <p:ph idx="1"/>
          </p:nvPr>
        </p:nvSpPr>
        <p:spPr>
          <a:xfrm>
            <a:off x="698500" y="2320925"/>
            <a:ext cx="7907338" cy="2320925"/>
          </a:xfrm>
        </p:spPr>
        <p:txBody>
          <a:bodyPr/>
          <a:lstStyle/>
          <a:p>
            <a:pPr marL="0" indent="0" algn="just" eaLnBrk="1" hangingPunct="1">
              <a:lnSpc>
                <a:spcPct val="150000"/>
              </a:lnSpc>
              <a:spcBef>
                <a:spcPct val="0"/>
              </a:spcBef>
              <a:buFont typeface="Wingdings" panose="05000000000000000000" pitchFamily="2" charset="2"/>
              <a:buNone/>
              <a:defRPr/>
            </a:pPr>
            <a:r>
              <a:rPr lang="zh-CN" altLang="en-US" sz="2800" noProof="1">
                <a:solidFill>
                  <a:srgbClr val="000000"/>
                </a:solidFill>
              </a:rPr>
              <a:t>    </a:t>
            </a:r>
            <a:r>
              <a:rPr lang="zh-CN" altLang="en-US" sz="2800" noProof="1">
                <a:solidFill>
                  <a:srgbClr val="000000"/>
                </a:solidFill>
                <a:effectLst/>
              </a:rPr>
              <a:t>数据</a:t>
            </a:r>
            <a:r>
              <a:rPr lang="zh-CN" altLang="en-US" sz="2800" noProof="1" smtClean="0">
                <a:solidFill>
                  <a:srgbClr val="000000"/>
                </a:solidFill>
                <a:effectLst/>
              </a:rPr>
              <a:t>对象：一组属性来定义的实体。</a:t>
            </a:r>
            <a:endParaRPr lang="zh-CN" altLang="en-US" sz="2800" noProof="1">
              <a:solidFill>
                <a:srgbClr val="000000"/>
              </a:solidFill>
              <a:effectLst/>
            </a:endParaRPr>
          </a:p>
          <a:p>
            <a:pPr marL="0" indent="0" algn="just" eaLnBrk="1" hangingPunct="1">
              <a:lnSpc>
                <a:spcPct val="150000"/>
              </a:lnSpc>
              <a:spcBef>
                <a:spcPct val="0"/>
              </a:spcBef>
              <a:buFont typeface="Wingdings" panose="05000000000000000000" pitchFamily="2" charset="2"/>
              <a:buNone/>
              <a:defRPr/>
            </a:pPr>
            <a:r>
              <a:rPr lang="zh-CN" altLang="en-US" sz="2800" noProof="1">
                <a:solidFill>
                  <a:srgbClr val="000000"/>
                </a:solidFill>
                <a:effectLst/>
              </a:rPr>
              <a:t>    </a:t>
            </a:r>
            <a:r>
              <a:rPr lang="zh-CN" altLang="en-US" sz="2800" noProof="1" smtClean="0">
                <a:solidFill>
                  <a:srgbClr val="000000"/>
                </a:solidFill>
                <a:effectLst/>
              </a:rPr>
              <a:t>表示符号：</a:t>
            </a:r>
            <a:r>
              <a:rPr lang="zh-CN" altLang="en-US" sz="2800" noProof="1">
                <a:solidFill>
                  <a:srgbClr val="000000"/>
                </a:solidFill>
                <a:effectLst/>
              </a:rPr>
              <a:t>矩形框</a:t>
            </a:r>
            <a:endParaRPr lang="zh-CN" altLang="en-US" sz="2800" noProof="1">
              <a:solidFill>
                <a:srgbClr val="000000"/>
              </a:solidFill>
              <a:effectLst/>
            </a:endParaRPr>
          </a:p>
        </p:txBody>
      </p:sp>
      <p:grpSp>
        <p:nvGrpSpPr>
          <p:cNvPr id="24580" name="Group 7"/>
          <p:cNvGrpSpPr/>
          <p:nvPr/>
        </p:nvGrpSpPr>
        <p:grpSpPr bwMode="auto">
          <a:xfrm>
            <a:off x="3133725" y="3860800"/>
            <a:ext cx="4581525" cy="993775"/>
            <a:chOff x="2276" y="2984"/>
            <a:chExt cx="1833" cy="516"/>
          </a:xfrm>
        </p:grpSpPr>
        <p:sp>
          <p:nvSpPr>
            <p:cNvPr id="24586" name="Text Box 5"/>
            <p:cNvSpPr txBox="1">
              <a:spLocks noChangeArrowheads="1"/>
            </p:cNvSpPr>
            <p:nvPr/>
          </p:nvSpPr>
          <p:spPr bwMode="auto">
            <a:xfrm>
              <a:off x="3533" y="2984"/>
              <a:ext cx="57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50000"/>
                </a:spcBef>
                <a:buClrTx/>
                <a:buSzTx/>
                <a:buFont typeface="Arial" panose="020B0604020202020204" pitchFamily="34" charset="0"/>
                <a:buNone/>
              </a:pPr>
              <a:endParaRPr lang="zh-CN" altLang="en-US" sz="2400" b="1">
                <a:solidFill>
                  <a:srgbClr val="000000"/>
                </a:solidFill>
                <a:latin typeface="Times New Roman" panose="02020603050405020304" pitchFamily="18" charset="0"/>
                <a:ea typeface="宋体" panose="02010600030101010101" pitchFamily="2" charset="-122"/>
              </a:endParaRPr>
            </a:p>
          </p:txBody>
        </p:sp>
        <p:sp>
          <p:nvSpPr>
            <p:cNvPr id="24587" name="Rectangle 6"/>
            <p:cNvSpPr>
              <a:spLocks noChangeArrowheads="1"/>
            </p:cNvSpPr>
            <p:nvPr/>
          </p:nvSpPr>
          <p:spPr bwMode="auto">
            <a:xfrm>
              <a:off x="2276" y="3109"/>
              <a:ext cx="992" cy="391"/>
            </a:xfrm>
            <a:prstGeom prst="rect">
              <a:avLst/>
            </a:prstGeom>
            <a:noFill/>
            <a:ln w="34925"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endParaRPr lang="zh-CN" altLang="en-US" sz="1800">
                <a:solidFill>
                  <a:srgbClr val="000000"/>
                </a:solidFill>
                <a:ea typeface="宋体" panose="02010600030101010101" pitchFamily="2" charset="-122"/>
              </a:endParaRPr>
            </a:p>
          </p:txBody>
        </p:sp>
      </p:grpSp>
      <p:sp>
        <p:nvSpPr>
          <p:cNvPr id="24581" name="Rectangle 8"/>
          <p:cNvSpPr>
            <a:spLocks noChangeArrowheads="1"/>
          </p:cNvSpPr>
          <p:nvPr/>
        </p:nvSpPr>
        <p:spPr bwMode="auto">
          <a:xfrm>
            <a:off x="468313" y="1912938"/>
            <a:ext cx="43481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buClr>
                <a:schemeClr val="tx2"/>
              </a:buClr>
              <a:buSzPct val="75000"/>
              <a:buFont typeface="Wingdings" panose="05000000000000000000" pitchFamily="2" charset="2"/>
              <a:buNone/>
            </a:pPr>
            <a:r>
              <a:rPr lang="zh-CN" altLang="en-US">
                <a:solidFill>
                  <a:srgbClr val="000000"/>
                </a:solidFill>
                <a:latin typeface="Times New Roman" panose="02020603050405020304" pitchFamily="18" charset="0"/>
                <a:ea typeface="宋体" panose="02010600030101010101" pitchFamily="2" charset="-122"/>
              </a:rPr>
              <a:t>3.</a:t>
            </a:r>
            <a:r>
              <a:rPr lang="en-US" altLang="zh-CN">
                <a:solidFill>
                  <a:srgbClr val="000000"/>
                </a:solidFill>
                <a:latin typeface="Times New Roman" panose="02020603050405020304" pitchFamily="18" charset="0"/>
                <a:ea typeface="宋体" panose="02010600030101010101" pitchFamily="2" charset="-122"/>
              </a:rPr>
              <a:t>4.1 </a:t>
            </a:r>
            <a:r>
              <a:rPr lang="zh-CN" altLang="en-US">
                <a:solidFill>
                  <a:srgbClr val="000000"/>
                </a:solidFill>
                <a:latin typeface="Times New Roman" panose="02020603050405020304" pitchFamily="18" charset="0"/>
                <a:ea typeface="宋体" panose="02010600030101010101" pitchFamily="2" charset="-122"/>
              </a:rPr>
              <a:t>数据对象（实体）</a:t>
            </a:r>
            <a:endParaRPr lang="zh-CN" altLang="en-US">
              <a:solidFill>
                <a:srgbClr val="000000"/>
              </a:solidFill>
              <a:latin typeface="Times New Roman" panose="02020603050405020304" pitchFamily="18" charset="0"/>
              <a:ea typeface="宋体" panose="02010600030101010101" pitchFamily="2" charset="-122"/>
            </a:endParaRPr>
          </a:p>
        </p:txBody>
      </p:sp>
      <p:sp>
        <p:nvSpPr>
          <p:cNvPr id="24582" name="文本框 1"/>
          <p:cNvSpPr txBox="1">
            <a:spLocks noChangeArrowheads="1"/>
          </p:cNvSpPr>
          <p:nvPr/>
        </p:nvSpPr>
        <p:spPr bwMode="auto">
          <a:xfrm>
            <a:off x="3713163" y="4294188"/>
            <a:ext cx="11033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50000"/>
              </a:spcBef>
              <a:buClrTx/>
              <a:buSzTx/>
              <a:buFont typeface="Arial" panose="020B0604020202020204" pitchFamily="34" charset="0"/>
              <a:buNone/>
            </a:pPr>
            <a:r>
              <a:rPr lang="zh-CN" altLang="en-US" sz="1800" b="1">
                <a:solidFill>
                  <a:srgbClr val="000000"/>
                </a:solidFill>
                <a:latin typeface="Times New Roman" panose="02020603050405020304" pitchFamily="18" charset="0"/>
                <a:ea typeface="宋体" panose="02010600030101010101" pitchFamily="2" charset="-122"/>
              </a:rPr>
              <a:t>数据对象</a:t>
            </a:r>
            <a:endParaRPr lang="zh-CN" altLang="en-US" sz="1800">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4584"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B3781D3-4631-45FB-AEF0-E2C1B0857B06}"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24585" name="Rectangle 8"/>
          <p:cNvSpPr>
            <a:spLocks noChangeArrowheads="1"/>
          </p:cNvSpPr>
          <p:nvPr/>
        </p:nvSpPr>
        <p:spPr bwMode="auto">
          <a:xfrm>
            <a:off x="452438" y="1322388"/>
            <a:ext cx="273367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buClr>
                <a:schemeClr val="tx2"/>
              </a:buClr>
              <a:buSzPct val="75000"/>
              <a:buFont typeface="Wingdings" panose="05000000000000000000" pitchFamily="2" charset="2"/>
              <a:buNone/>
            </a:pPr>
            <a:r>
              <a:rPr lang="zh-CN" altLang="en-US">
                <a:solidFill>
                  <a:srgbClr val="000000"/>
                </a:solidFill>
                <a:latin typeface="Times New Roman" panose="02020603050405020304" pitchFamily="18" charset="0"/>
                <a:ea typeface="宋体" panose="02010600030101010101" pitchFamily="2" charset="-122"/>
              </a:rPr>
              <a:t>简称：</a:t>
            </a:r>
            <a:r>
              <a:rPr lang="en-US" altLang="zh-CN">
                <a:solidFill>
                  <a:srgbClr val="FF0000"/>
                </a:solidFill>
                <a:latin typeface="Times New Roman" panose="02020603050405020304" pitchFamily="18" charset="0"/>
                <a:ea typeface="宋体" panose="02010600030101010101" pitchFamily="2" charset="-122"/>
              </a:rPr>
              <a:t>ER</a:t>
            </a:r>
            <a:r>
              <a:rPr lang="zh-CN" altLang="en-US">
                <a:solidFill>
                  <a:srgbClr val="FF0000"/>
                </a:solidFill>
                <a:latin typeface="Times New Roman" panose="02020603050405020304" pitchFamily="18" charset="0"/>
                <a:ea typeface="宋体" panose="02010600030101010101" pitchFamily="2" charset="-122"/>
              </a:rPr>
              <a:t>图</a:t>
            </a:r>
            <a:r>
              <a:rPr lang="zh-CN" altLang="en-US">
                <a:solidFill>
                  <a:srgbClr val="000000"/>
                </a:solidFill>
                <a:latin typeface="Times New Roman" panose="02020603050405020304" pitchFamily="18" charset="0"/>
                <a:ea typeface="宋体" panose="02010600030101010101" pitchFamily="2" charset="-122"/>
              </a:rPr>
              <a:t>。</a:t>
            </a:r>
            <a:endParaRPr lang="zh-CN" altLang="en-US">
              <a:solidFill>
                <a:srgbClr val="00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3"/>
          <p:cNvSpPr>
            <a:spLocks noGrp="1"/>
          </p:cNvSpPr>
          <p:nvPr>
            <p:ph idx="1"/>
          </p:nvPr>
        </p:nvSpPr>
        <p:spPr>
          <a:xfrm>
            <a:off x="755650" y="1062038"/>
            <a:ext cx="7772400" cy="1790700"/>
          </a:xfrm>
        </p:spPr>
        <p:txBody>
          <a:bodyPr/>
          <a:lstStyle/>
          <a:p>
            <a:pPr eaLnBrk="1" hangingPunct="1">
              <a:lnSpc>
                <a:spcPct val="150000"/>
              </a:lnSpc>
              <a:spcBef>
                <a:spcPct val="0"/>
              </a:spcBef>
              <a:buFont typeface="Wingdings" panose="05000000000000000000" pitchFamily="2" charset="2"/>
              <a:buNone/>
            </a:pPr>
            <a:r>
              <a:rPr lang="zh-CN" altLang="zh-CN" noProof="1" smtClean="0">
                <a:solidFill>
                  <a:srgbClr val="000000"/>
                </a:solidFill>
                <a:effectLst/>
              </a:rPr>
              <a:t>3.4.2 </a:t>
            </a:r>
            <a:r>
              <a:rPr lang="zh-CN" altLang="en-US" noProof="1" smtClean="0">
                <a:solidFill>
                  <a:srgbClr val="000000"/>
                </a:solidFill>
                <a:effectLst/>
              </a:rPr>
              <a:t>属性</a:t>
            </a:r>
            <a:endParaRPr lang="zh-CN" altLang="en-US" noProof="1" smtClean="0">
              <a:solidFill>
                <a:srgbClr val="000000"/>
              </a:solidFill>
              <a:effectLst/>
            </a:endParaRPr>
          </a:p>
          <a:p>
            <a:pPr eaLnBrk="1" hangingPunct="1">
              <a:lnSpc>
                <a:spcPct val="150000"/>
              </a:lnSpc>
              <a:spcBef>
                <a:spcPct val="0"/>
              </a:spcBef>
              <a:buFont typeface="Wingdings" panose="05000000000000000000" pitchFamily="2" charset="2"/>
              <a:buNone/>
            </a:pPr>
            <a:r>
              <a:rPr lang="zh-CN" altLang="en-US" sz="2800" noProof="1" smtClean="0">
                <a:solidFill>
                  <a:srgbClr val="000000"/>
                </a:solidFill>
                <a:effectLst/>
              </a:rPr>
              <a:t>    属性定义了数据对象的性质。</a:t>
            </a:r>
            <a:endParaRPr lang="zh-CN" altLang="en-US" sz="2800" noProof="1" smtClean="0">
              <a:solidFill>
                <a:srgbClr val="000000"/>
              </a:solidFill>
              <a:effectLst/>
            </a:endParaRPr>
          </a:p>
          <a:p>
            <a:pPr eaLnBrk="1" hangingPunct="1">
              <a:lnSpc>
                <a:spcPct val="150000"/>
              </a:lnSpc>
              <a:spcBef>
                <a:spcPct val="0"/>
              </a:spcBef>
              <a:buFont typeface="Wingdings" panose="05000000000000000000" pitchFamily="2" charset="2"/>
              <a:buNone/>
            </a:pPr>
            <a:r>
              <a:rPr lang="zh-CN" altLang="en-US" sz="2800" noProof="1" smtClean="0">
                <a:solidFill>
                  <a:srgbClr val="000000"/>
                </a:solidFill>
                <a:effectLst/>
              </a:rPr>
              <a:t>    表示：圆角矩形框</a:t>
            </a:r>
            <a:endParaRPr lang="zh-CN" altLang="en-US" sz="2800" noProof="1" smtClean="0">
              <a:solidFill>
                <a:srgbClr val="000000"/>
              </a:solidFill>
              <a:effectLst/>
            </a:endParaRPr>
          </a:p>
        </p:txBody>
      </p:sp>
      <p:sp>
        <p:nvSpPr>
          <p:cNvPr id="25603" name="AutoShape 4"/>
          <p:cNvSpPr>
            <a:spLocks noChangeArrowheads="1"/>
          </p:cNvSpPr>
          <p:nvPr/>
        </p:nvSpPr>
        <p:spPr bwMode="auto">
          <a:xfrm>
            <a:off x="3060700" y="3214688"/>
            <a:ext cx="2735263" cy="1150937"/>
          </a:xfrm>
          <a:prstGeom prst="flowChartAlternateProcess">
            <a:avLst/>
          </a:prstGeom>
          <a:noFill/>
          <a:ln w="25400" cap="sq">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marL="762000" indent="-7620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eaLnBrk="1" hangingPunct="1">
              <a:lnSpc>
                <a:spcPct val="150000"/>
              </a:lnSpc>
              <a:spcBef>
                <a:spcPct val="0"/>
              </a:spcBef>
              <a:buClr>
                <a:schemeClr val="tx2"/>
              </a:buClr>
              <a:buSzPct val="75000"/>
              <a:buFont typeface="Wingdings" panose="05000000000000000000" pitchFamily="2" charset="2"/>
              <a:buNone/>
            </a:pPr>
            <a:r>
              <a:rPr lang="zh-CN" altLang="en-US" sz="2800">
                <a:solidFill>
                  <a:srgbClr val="000000"/>
                </a:solidFill>
                <a:latin typeface="Times New Roman" panose="02020603050405020304" pitchFamily="18" charset="0"/>
                <a:ea typeface="宋体" panose="02010600030101010101" pitchFamily="2" charset="-122"/>
              </a:rPr>
              <a:t>属性</a:t>
            </a:r>
            <a:endParaRPr lang="zh-CN" altLang="en-US" sz="2800">
              <a:solidFill>
                <a:srgbClr val="000000"/>
              </a:solidFill>
              <a:latin typeface="Times New Roman" panose="02020603050405020304" pitchFamily="18" charset="0"/>
              <a:ea typeface="宋体" panose="02010600030101010101" pitchFamily="2" charset="-122"/>
            </a:endParaRPr>
          </a:p>
        </p:txBody>
      </p:sp>
      <p:sp>
        <p:nvSpPr>
          <p:cNvPr id="73732" name="Rectangle 3"/>
          <p:cNvSpPr>
            <a:spLocks noGrp="1" noChangeArrowheads="1"/>
          </p:cNvSpPr>
          <p:nvPr/>
        </p:nvSpPr>
        <p:spPr bwMode="auto">
          <a:xfrm>
            <a:off x="811213" y="4633913"/>
            <a:ext cx="7772400" cy="150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lnSpc>
                <a:spcPct val="150000"/>
              </a:lnSpc>
              <a:spcBef>
                <a:spcPct val="0"/>
              </a:spcBef>
              <a:buFont typeface="Wingdings" panose="05000000000000000000" pitchFamily="2" charset="2"/>
              <a:buNone/>
            </a:pPr>
            <a:r>
              <a:rPr lang="zh-CN" altLang="en-US" sz="2400">
                <a:solidFill>
                  <a:srgbClr val="FF0000"/>
                </a:solidFill>
                <a:latin typeface="宋体" panose="02010600030101010101" pitchFamily="2" charset="-122"/>
                <a:ea typeface="宋体" panose="02010600030101010101" pitchFamily="2" charset="-122"/>
              </a:rPr>
              <a:t>比如：作为一个人，有哪些属性？</a:t>
            </a:r>
            <a:endParaRPr lang="zh-CN" altLang="en-US" sz="2400">
              <a:solidFill>
                <a:srgbClr val="FF0000"/>
              </a:solidFill>
              <a:latin typeface="宋体" panose="02010600030101010101" pitchFamily="2" charset="-122"/>
              <a:ea typeface="宋体" panose="02010600030101010101" pitchFamily="2" charset="-122"/>
            </a:endParaRPr>
          </a:p>
          <a:p>
            <a:pPr eaLnBrk="1" hangingPunct="1">
              <a:lnSpc>
                <a:spcPct val="150000"/>
              </a:lnSpc>
              <a:spcBef>
                <a:spcPct val="0"/>
              </a:spcBef>
              <a:buFont typeface="Wingdings" panose="05000000000000000000" pitchFamily="2" charset="2"/>
              <a:buNone/>
            </a:pPr>
            <a:r>
              <a:rPr lang="zh-CN" altLang="en-US" sz="2400">
                <a:solidFill>
                  <a:srgbClr val="FF0000"/>
                </a:solidFill>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     </a:t>
            </a:r>
            <a:r>
              <a:rPr lang="zh-CN" altLang="en-US" sz="2400">
                <a:solidFill>
                  <a:srgbClr val="FF0000"/>
                </a:solidFill>
                <a:latin typeface="宋体" panose="02010600030101010101" pitchFamily="2" charset="-122"/>
                <a:ea typeface="宋体" panose="02010600030101010101" pitchFamily="2" charset="-122"/>
              </a:rPr>
              <a:t>作为一个学生，有哪些属性？</a:t>
            </a:r>
            <a:endParaRPr lang="zh-CN" altLang="en-US" sz="2400">
              <a:solidFill>
                <a:srgbClr val="FF0000"/>
              </a:solidFill>
              <a:latin typeface="宋体" panose="02010600030101010101" pitchFamily="2" charset="-122"/>
              <a:ea typeface="宋体" panose="02010600030101010101" pitchFamily="2" charset="-122"/>
            </a:endParaRPr>
          </a:p>
          <a:p>
            <a:pPr eaLnBrk="1" hangingPunct="1">
              <a:lnSpc>
                <a:spcPct val="150000"/>
              </a:lnSpc>
              <a:spcBef>
                <a:spcPct val="0"/>
              </a:spcBef>
              <a:buFont typeface="Wingdings" panose="05000000000000000000" pitchFamily="2" charset="2"/>
              <a:buNone/>
            </a:pPr>
            <a:r>
              <a:rPr lang="zh-CN" altLang="en-US" sz="2400">
                <a:solidFill>
                  <a:srgbClr val="FF0000"/>
                </a:solidFill>
                <a:latin typeface="宋体" panose="02010600030101010101" pitchFamily="2" charset="-122"/>
                <a:ea typeface="宋体" panose="02010600030101010101" pitchFamily="2" charset="-122"/>
              </a:rPr>
              <a:t> </a:t>
            </a:r>
            <a:r>
              <a:rPr lang="en-US" altLang="zh-CN" sz="2400">
                <a:solidFill>
                  <a:srgbClr val="FF0000"/>
                </a:solidFill>
                <a:latin typeface="宋体" panose="02010600030101010101" pitchFamily="2" charset="-122"/>
                <a:ea typeface="宋体" panose="02010600030101010101" pitchFamily="2" charset="-122"/>
              </a:rPr>
              <a:t>     </a:t>
            </a:r>
            <a:r>
              <a:rPr lang="zh-CN" altLang="en-US" sz="2400">
                <a:solidFill>
                  <a:srgbClr val="FF0000"/>
                </a:solidFill>
                <a:latin typeface="宋体" panose="02010600030101010101" pitchFamily="2" charset="-122"/>
                <a:ea typeface="宋体" panose="02010600030101010101" pitchFamily="2" charset="-122"/>
              </a:rPr>
              <a:t>作为一个大学生，有哪些属性？</a:t>
            </a:r>
            <a:endParaRPr lang="zh-CN" altLang="en-US" sz="2400">
              <a:solidFill>
                <a:srgbClr val="FF0000"/>
              </a:solidFill>
              <a:latin typeface="宋体" panose="02010600030101010101" pitchFamily="2" charset="-122"/>
              <a:ea typeface="宋体" panose="02010600030101010101" pitchFamily="2" charset="-122"/>
            </a:endParaRPr>
          </a:p>
          <a:p>
            <a:pPr eaLnBrk="1" hangingPunct="1">
              <a:lnSpc>
                <a:spcPct val="150000"/>
              </a:lnSpc>
              <a:spcBef>
                <a:spcPct val="0"/>
              </a:spcBef>
              <a:buFont typeface="Wingdings" panose="05000000000000000000" pitchFamily="2" charset="2"/>
              <a:buNone/>
            </a:pPr>
            <a:endParaRPr lang="zh-CN" altLang="en-US" sz="2400">
              <a:solidFill>
                <a:srgbClr val="FF0000"/>
              </a:solidFill>
              <a:latin typeface="宋体" panose="02010600030101010101" pitchFamily="2" charset="-122"/>
              <a:ea typeface="宋体" panose="02010600030101010101" pitchFamily="2" charset="-122"/>
            </a:endParaRPr>
          </a:p>
          <a:p>
            <a:pPr eaLnBrk="1" hangingPunct="1">
              <a:lnSpc>
                <a:spcPct val="150000"/>
              </a:lnSpc>
              <a:spcBef>
                <a:spcPct val="0"/>
              </a:spcBef>
              <a:buFont typeface="Wingdings" panose="05000000000000000000" pitchFamily="2" charset="2"/>
              <a:buNone/>
            </a:pPr>
            <a:endParaRPr lang="zh-CN" altLang="en-US" sz="2400">
              <a:solidFill>
                <a:srgbClr val="FF0000"/>
              </a:solidFill>
              <a:latin typeface="宋体" panose="02010600030101010101" pitchFamily="2" charset="-122"/>
              <a:ea typeface="宋体" panose="02010600030101010101" pitchFamily="2" charset="-122"/>
            </a:endParaRPr>
          </a:p>
          <a:p>
            <a:pPr eaLnBrk="1" hangingPunct="1">
              <a:lnSpc>
                <a:spcPct val="150000"/>
              </a:lnSpc>
              <a:spcBef>
                <a:spcPct val="0"/>
              </a:spcBef>
              <a:buFont typeface="Wingdings" panose="05000000000000000000" pitchFamily="2" charset="2"/>
              <a:buNone/>
            </a:pPr>
            <a:endParaRPr lang="zh-CN" altLang="en-US" sz="2400">
              <a:solidFill>
                <a:srgbClr val="FF0000"/>
              </a:solidFill>
              <a:latin typeface="宋体" panose="02010600030101010101" pitchFamily="2" charset="-122"/>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5606"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C1A47BE3-A347-4E4E-99F1-46A597EEB117}"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linds(horizontal)">
                                      <p:cBhvr>
                                        <p:cTn id="7"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3"/>
          <p:cNvSpPr>
            <a:spLocks noGrp="1"/>
          </p:cNvSpPr>
          <p:nvPr>
            <p:ph idx="1"/>
          </p:nvPr>
        </p:nvSpPr>
        <p:spPr>
          <a:xfrm>
            <a:off x="1066800" y="787400"/>
            <a:ext cx="6477000" cy="3505200"/>
          </a:xfrm>
        </p:spPr>
        <p:txBody>
          <a:bodyPr/>
          <a:lstStyle/>
          <a:p>
            <a:pPr algn="just" eaLnBrk="1" hangingPunct="1">
              <a:lnSpc>
                <a:spcPct val="150000"/>
              </a:lnSpc>
              <a:spcBef>
                <a:spcPct val="0"/>
              </a:spcBef>
              <a:buFont typeface="Wingdings" panose="05000000000000000000" pitchFamily="2" charset="2"/>
              <a:buNone/>
            </a:pPr>
            <a:r>
              <a:rPr lang="zh-CN" altLang="zh-CN" noProof="1" smtClean="0">
                <a:solidFill>
                  <a:srgbClr val="000000"/>
                </a:solidFill>
                <a:effectLst/>
              </a:rPr>
              <a:t>3.4.3 </a:t>
            </a:r>
            <a:r>
              <a:rPr lang="zh-CN" altLang="en-US" noProof="1" smtClean="0">
                <a:solidFill>
                  <a:srgbClr val="000000"/>
                </a:solidFill>
                <a:effectLst/>
              </a:rPr>
              <a:t>联系 （或关系）</a:t>
            </a:r>
            <a:endParaRPr lang="zh-CN" altLang="en-US" noProof="1" smtClean="0">
              <a:solidFill>
                <a:srgbClr val="000000"/>
              </a:solidFill>
              <a:effectLst/>
            </a:endParaRPr>
          </a:p>
          <a:p>
            <a:pPr algn="just" eaLnBrk="1" hangingPunct="1">
              <a:lnSpc>
                <a:spcPct val="150000"/>
              </a:lnSpc>
              <a:spcBef>
                <a:spcPct val="0"/>
              </a:spcBef>
              <a:buFont typeface="Wingdings" panose="05000000000000000000" pitchFamily="2" charset="2"/>
              <a:buNone/>
            </a:pPr>
            <a:r>
              <a:rPr lang="zh-CN" altLang="en-US" sz="2800" noProof="1" smtClean="0">
                <a:solidFill>
                  <a:srgbClr val="000000"/>
                </a:solidFill>
                <a:effectLst/>
              </a:rPr>
              <a:t>（</a:t>
            </a:r>
            <a:r>
              <a:rPr lang="zh-CN" altLang="zh-CN" sz="2800" noProof="1" smtClean="0">
                <a:solidFill>
                  <a:srgbClr val="000000"/>
                </a:solidFill>
                <a:effectLst/>
              </a:rPr>
              <a:t>1</a:t>
            </a:r>
            <a:r>
              <a:rPr lang="zh-CN" altLang="en-US" sz="2800" noProof="1" smtClean="0">
                <a:solidFill>
                  <a:srgbClr val="000000"/>
                </a:solidFill>
                <a:effectLst/>
              </a:rPr>
              <a:t>）一对一联系（1：1）</a:t>
            </a:r>
            <a:endParaRPr lang="zh-CN" altLang="en-US" sz="2800" noProof="1" smtClean="0">
              <a:solidFill>
                <a:srgbClr val="000000"/>
              </a:solidFill>
              <a:effectLst/>
            </a:endParaRPr>
          </a:p>
          <a:p>
            <a:pPr algn="just" eaLnBrk="1" hangingPunct="1">
              <a:lnSpc>
                <a:spcPct val="150000"/>
              </a:lnSpc>
              <a:spcBef>
                <a:spcPct val="0"/>
              </a:spcBef>
              <a:buFont typeface="Wingdings" panose="05000000000000000000" pitchFamily="2" charset="2"/>
              <a:buNone/>
            </a:pPr>
            <a:r>
              <a:rPr lang="zh-CN" altLang="en-US" sz="2800" noProof="1" smtClean="0">
                <a:solidFill>
                  <a:srgbClr val="000000"/>
                </a:solidFill>
                <a:effectLst/>
              </a:rPr>
              <a:t>（</a:t>
            </a:r>
            <a:r>
              <a:rPr lang="zh-CN" altLang="zh-CN" sz="2800" noProof="1" smtClean="0">
                <a:solidFill>
                  <a:srgbClr val="000000"/>
                </a:solidFill>
                <a:effectLst/>
              </a:rPr>
              <a:t>2</a:t>
            </a:r>
            <a:r>
              <a:rPr lang="zh-CN" altLang="en-US" sz="2800" noProof="1" smtClean="0">
                <a:solidFill>
                  <a:srgbClr val="000000"/>
                </a:solidFill>
                <a:effectLst/>
              </a:rPr>
              <a:t>）一对多联系（1：</a:t>
            </a:r>
            <a:r>
              <a:rPr lang="en-US" altLang="zh-CN" sz="2800" noProof="1" smtClean="0">
                <a:solidFill>
                  <a:srgbClr val="000000"/>
                </a:solidFill>
                <a:effectLst/>
              </a:rPr>
              <a:t>N）</a:t>
            </a:r>
            <a:endParaRPr lang="en-US" altLang="zh-CN" sz="2800" noProof="1" smtClean="0">
              <a:solidFill>
                <a:srgbClr val="000000"/>
              </a:solidFill>
              <a:effectLst/>
            </a:endParaRPr>
          </a:p>
          <a:p>
            <a:pPr algn="just" eaLnBrk="1" hangingPunct="1">
              <a:lnSpc>
                <a:spcPct val="150000"/>
              </a:lnSpc>
              <a:spcBef>
                <a:spcPct val="0"/>
              </a:spcBef>
              <a:buFont typeface="Wingdings" panose="05000000000000000000" pitchFamily="2" charset="2"/>
              <a:buNone/>
            </a:pPr>
            <a:r>
              <a:rPr lang="en-US" altLang="en-US" sz="2800" noProof="1" smtClean="0">
                <a:solidFill>
                  <a:srgbClr val="000000"/>
                </a:solidFill>
                <a:effectLst/>
              </a:rPr>
              <a:t>（</a:t>
            </a:r>
            <a:r>
              <a:rPr lang="en-US" altLang="zh-CN" sz="2800" noProof="1" smtClean="0">
                <a:solidFill>
                  <a:srgbClr val="000000"/>
                </a:solidFill>
                <a:effectLst/>
              </a:rPr>
              <a:t>3</a:t>
            </a:r>
            <a:r>
              <a:rPr lang="zh-CN" altLang="en-US" sz="2800" noProof="1" smtClean="0">
                <a:solidFill>
                  <a:srgbClr val="000000"/>
                </a:solidFill>
                <a:effectLst/>
              </a:rPr>
              <a:t>）多对多联系（</a:t>
            </a:r>
            <a:r>
              <a:rPr lang="en-US" altLang="zh-CN" sz="2800" noProof="1" smtClean="0">
                <a:solidFill>
                  <a:srgbClr val="000000"/>
                </a:solidFill>
                <a:effectLst/>
              </a:rPr>
              <a:t>M：N）</a:t>
            </a:r>
            <a:endParaRPr lang="en-US" altLang="zh-CN" sz="2800" noProof="1" smtClean="0">
              <a:solidFill>
                <a:srgbClr val="000000"/>
              </a:solidFill>
              <a:effectLst/>
            </a:endParaRPr>
          </a:p>
          <a:p>
            <a:pPr eaLnBrk="1" hangingPunct="1">
              <a:lnSpc>
                <a:spcPct val="150000"/>
              </a:lnSpc>
              <a:spcBef>
                <a:spcPct val="0"/>
              </a:spcBef>
              <a:buFont typeface="Wingdings" panose="05000000000000000000" pitchFamily="2" charset="2"/>
              <a:buNone/>
            </a:pPr>
            <a:r>
              <a:rPr lang="en-US" altLang="en-US" sz="2800" noProof="1" smtClean="0">
                <a:solidFill>
                  <a:srgbClr val="000000"/>
                </a:solidFill>
                <a:effectLst/>
                <a:latin typeface="宋体" panose="02010600030101010101" pitchFamily="2" charset="-122"/>
              </a:rPr>
              <a:t>  </a:t>
            </a:r>
            <a:r>
              <a:rPr lang="zh-CN" altLang="en-US" sz="2800" noProof="1" smtClean="0">
                <a:solidFill>
                  <a:srgbClr val="000000"/>
                </a:solidFill>
                <a:effectLst/>
                <a:latin typeface="宋体" panose="02010600030101010101" pitchFamily="2" charset="-122"/>
              </a:rPr>
              <a:t>在</a:t>
            </a:r>
            <a:r>
              <a:rPr lang="en-US" altLang="zh-CN" sz="2800" noProof="1" smtClean="0">
                <a:solidFill>
                  <a:srgbClr val="000000"/>
                </a:solidFill>
                <a:effectLst/>
              </a:rPr>
              <a:t>ER</a:t>
            </a:r>
            <a:r>
              <a:rPr lang="zh-CN" altLang="en-US" sz="2800" noProof="1" smtClean="0">
                <a:solidFill>
                  <a:srgbClr val="000000"/>
                </a:solidFill>
                <a:effectLst/>
                <a:latin typeface="宋体" panose="02010600030101010101" pitchFamily="2" charset="-122"/>
              </a:rPr>
              <a:t>图中，用菱形框表示联系。</a:t>
            </a:r>
            <a:r>
              <a:rPr lang="zh-CN" altLang="en-US" sz="2800" noProof="1" smtClean="0">
                <a:solidFill>
                  <a:srgbClr val="000000"/>
                </a:solidFill>
                <a:effectLst/>
              </a:rPr>
              <a:t> </a:t>
            </a:r>
            <a:endParaRPr lang="zh-CN" altLang="en-US" sz="2800" noProof="1" smtClean="0">
              <a:solidFill>
                <a:srgbClr val="000000"/>
              </a:solidFill>
              <a:effectLst/>
            </a:endParaRPr>
          </a:p>
        </p:txBody>
      </p:sp>
      <p:sp>
        <p:nvSpPr>
          <p:cNvPr id="26627" name="AutoShape 4"/>
          <p:cNvSpPr>
            <a:spLocks noChangeArrowheads="1"/>
          </p:cNvSpPr>
          <p:nvPr/>
        </p:nvSpPr>
        <p:spPr bwMode="auto">
          <a:xfrm>
            <a:off x="3200400" y="4495800"/>
            <a:ext cx="2590800" cy="1066800"/>
          </a:xfrm>
          <a:prstGeom prst="flowChartDecision">
            <a:avLst/>
          </a:prstGeom>
          <a:noFill/>
          <a:ln w="34925"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algn="ctr" eaLnBrk="1" hangingPunct="1">
              <a:spcBef>
                <a:spcPct val="0"/>
              </a:spcBef>
              <a:buClrTx/>
              <a:buSzTx/>
              <a:buFont typeface="Arial" panose="020B0604020202020204" pitchFamily="34" charset="0"/>
              <a:buNone/>
            </a:pPr>
            <a:r>
              <a:rPr lang="zh-CN" altLang="en-US" sz="2400">
                <a:solidFill>
                  <a:srgbClr val="000000"/>
                </a:solidFill>
                <a:latin typeface="Times New Roman" panose="02020603050405020304" pitchFamily="18" charset="0"/>
                <a:ea typeface="宋体" panose="02010600030101010101" pitchFamily="2" charset="-122"/>
              </a:rPr>
              <a:t>联系</a:t>
            </a:r>
            <a:endParaRPr lang="zh-CN" altLang="en-US" sz="2400">
              <a:solidFill>
                <a:srgbClr val="000000"/>
              </a:solidFill>
              <a:latin typeface="Times New Roman" panose="02020603050405020304" pitchFamily="18" charset="0"/>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6629"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CD2067E-3E6A-499E-80D4-C08602EEAD70}"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文本框 1"/>
          <p:cNvSpPr txBox="1">
            <a:spLocks noChangeArrowheads="1"/>
          </p:cNvSpPr>
          <p:nvPr/>
        </p:nvSpPr>
        <p:spPr bwMode="auto">
          <a:xfrm>
            <a:off x="3028950" y="5592763"/>
            <a:ext cx="3486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en-US" altLang="zh-CN" sz="2400" b="1">
                <a:solidFill>
                  <a:srgbClr val="FF0000"/>
                </a:solidFill>
                <a:ea typeface="宋体" panose="02010600030101010101" pitchFamily="2" charset="-122"/>
              </a:rPr>
              <a:t>“</a:t>
            </a:r>
            <a:r>
              <a:rPr lang="zh-CN" altLang="en-US" sz="2400" b="1">
                <a:solidFill>
                  <a:srgbClr val="FF0000"/>
                </a:solidFill>
                <a:ea typeface="宋体" panose="02010600030101010101" pitchFamily="2" charset="-122"/>
              </a:rPr>
              <a:t>成绩</a:t>
            </a:r>
            <a:r>
              <a:rPr lang="en-US" altLang="zh-CN" sz="2400" b="1">
                <a:solidFill>
                  <a:srgbClr val="FF0000"/>
                </a:solidFill>
                <a:ea typeface="宋体" panose="02010600030101010101" pitchFamily="2" charset="-122"/>
              </a:rPr>
              <a:t>”</a:t>
            </a:r>
            <a:r>
              <a:rPr lang="zh-CN" altLang="en-US" sz="2400" b="1">
                <a:solidFill>
                  <a:srgbClr val="FF0000"/>
                </a:solidFill>
                <a:ea typeface="宋体" panose="02010600030101010101" pitchFamily="2" charset="-122"/>
              </a:rPr>
              <a:t>是谁的属性？</a:t>
            </a:r>
            <a:endParaRPr lang="zh-CN" altLang="en-US" sz="2400" b="1">
              <a:solidFill>
                <a:srgbClr val="FF0000"/>
              </a:solidFill>
              <a:ea typeface="宋体" panose="02010600030101010101" pitchFamily="2" charset="-122"/>
            </a:endParaRPr>
          </a:p>
        </p:txBody>
      </p:sp>
      <p:graphicFrame>
        <p:nvGraphicFramePr>
          <p:cNvPr id="27651" name="对象 1"/>
          <p:cNvGraphicFramePr/>
          <p:nvPr/>
        </p:nvGraphicFramePr>
        <p:xfrm>
          <a:off x="1714500" y="1006475"/>
          <a:ext cx="5457825" cy="3978275"/>
        </p:xfrm>
        <a:graphic>
          <a:graphicData uri="http://schemas.openxmlformats.org/presentationml/2006/ole">
            <mc:AlternateContent xmlns:mc="http://schemas.openxmlformats.org/markup-compatibility/2006">
              <mc:Choice xmlns:v="urn:schemas-microsoft-com:vml" Requires="v">
                <p:oleObj spid="_x0000_s27673" name="" r:id="rId1" imgW="6400800" imgH="4429125" progId="Paint.Picture">
                  <p:embed/>
                </p:oleObj>
              </mc:Choice>
              <mc:Fallback>
                <p:oleObj name="" r:id="rId1" imgW="6400800" imgH="4429125" progId="Paint.Picture">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1006475"/>
                        <a:ext cx="545782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52" name="文本框 3"/>
          <p:cNvSpPr txBox="1">
            <a:spLocks noChangeArrowheads="1"/>
          </p:cNvSpPr>
          <p:nvPr/>
        </p:nvSpPr>
        <p:spPr bwMode="auto">
          <a:xfrm>
            <a:off x="3575050" y="5162550"/>
            <a:ext cx="23955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教学管理</a:t>
            </a:r>
            <a:r>
              <a:rPr lang="en-US" altLang="zh-CN" sz="1800">
                <a:solidFill>
                  <a:srgbClr val="000000"/>
                </a:solidFill>
                <a:ea typeface="宋体" panose="02010600030101010101" pitchFamily="2" charset="-122"/>
              </a:rPr>
              <a:t>ER</a:t>
            </a:r>
            <a:r>
              <a:rPr lang="zh-CN" altLang="en-US" sz="1800">
                <a:solidFill>
                  <a:srgbClr val="000000"/>
                </a:solidFill>
                <a:ea typeface="宋体" panose="02010600030101010101" pitchFamily="2" charset="-122"/>
              </a:rPr>
              <a:t>图</a:t>
            </a:r>
            <a:endParaRPr lang="zh-CN" altLang="en-US" sz="1800">
              <a:solidFill>
                <a:srgbClr val="00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7654"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722DBA4B-4423-4F52-B296-ECC6ADCE4321}"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6115320" y="2577960"/>
              <a:ext cx="1308240" cy="1073520"/>
            </p14:xfrm>
          </p:contentPart>
        </mc:Choice>
        <mc:Fallback xmlns="">
          <p:pic>
            <p:nvPicPr>
              <p:cNvPr id="3" name="墨迹 2"/>
            </p:nvPicPr>
            <p:blipFill>
              <a:blip r:embed="rId4"/>
            </p:blipFill>
            <p:spPr>
              <a:xfrm>
                <a:off x="6115320" y="2577960"/>
                <a:ext cx="1308240" cy="1073520"/>
              </a:xfrm>
              <a:prstGeom prst="rect"/>
            </p:spPr>
          </p:pic>
        </mc:Fallback>
      </mc:AlternateContent>
    </p:spTree>
  </p:cSld>
  <p:clrMapOvr>
    <a:masterClrMapping/>
  </p:clrMapOvr>
  <p:transition>
    <p:dissolv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0" name="Rectangle 3"/>
          <p:cNvSpPr>
            <a:spLocks noGrp="1"/>
          </p:cNvSpPr>
          <p:nvPr>
            <p:ph idx="1"/>
          </p:nvPr>
        </p:nvSpPr>
        <p:spPr>
          <a:xfrm>
            <a:off x="439738" y="1271588"/>
            <a:ext cx="8418512" cy="2644775"/>
          </a:xfrm>
        </p:spPr>
        <p:txBody>
          <a:bodyPr lIns="0" rIns="0"/>
          <a:lstStyle/>
          <a:p>
            <a:pPr marL="577850" indent="-577850" algn="just" eaLnBrk="1" hangingPunct="1">
              <a:lnSpc>
                <a:spcPct val="140000"/>
              </a:lnSpc>
              <a:spcBef>
                <a:spcPct val="0"/>
              </a:spcBef>
              <a:buFont typeface="Wingdings" panose="05000000000000000000" pitchFamily="2" charset="2"/>
              <a:buNone/>
              <a:defRPr/>
            </a:pPr>
            <a:r>
              <a:rPr lang="zh-CN" altLang="en-US" sz="2400" noProof="1">
                <a:solidFill>
                  <a:srgbClr val="0000FF"/>
                </a:solidFill>
                <a:effectLst/>
                <a:latin typeface="宋体" panose="02010600030101010101" pitchFamily="2" charset="-122"/>
                <a:ea typeface="宋体" panose="02010600030101010101" pitchFamily="2" charset="-122"/>
              </a:rPr>
              <a:t>规范化的目的</a:t>
            </a:r>
            <a:r>
              <a:rPr lang="zh-CN" altLang="en-US" sz="2400" noProof="1">
                <a:solidFill>
                  <a:srgbClr val="000000"/>
                </a:solidFill>
                <a:effectLst/>
                <a:latin typeface="宋体" panose="02010600030101010101" pitchFamily="2" charset="-122"/>
                <a:ea typeface="宋体" panose="02010600030101010101" pitchFamily="2" charset="-122"/>
              </a:rPr>
              <a:t>包括：</a:t>
            </a: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r>
              <a:rPr lang="en-US" altLang="zh-CN" sz="2400" noProof="1">
                <a:solidFill>
                  <a:srgbClr val="000000"/>
                </a:solidFill>
                <a:effectLst/>
                <a:latin typeface="宋体" panose="02010600030101010101" pitchFamily="2" charset="-122"/>
                <a:ea typeface="宋体" panose="02010600030101010101" pitchFamily="2" charset="-122"/>
              </a:rPr>
              <a:t>1</a:t>
            </a:r>
            <a:r>
              <a:rPr lang="zh-CN" altLang="en-US" sz="2400" noProof="1">
                <a:solidFill>
                  <a:srgbClr val="000000"/>
                </a:solidFill>
                <a:effectLst/>
                <a:latin typeface="宋体" panose="02010600030101010101" pitchFamily="2" charset="-122"/>
                <a:ea typeface="宋体" panose="02010600030101010101" pitchFamily="2" charset="-122"/>
              </a:rPr>
              <a:t>）消除数据冗余；</a:t>
            </a: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r>
              <a:rPr lang="en-US" altLang="zh-CN" sz="2400" noProof="1">
                <a:solidFill>
                  <a:srgbClr val="000000"/>
                </a:solidFill>
                <a:effectLst/>
                <a:latin typeface="宋体" panose="02010600030101010101" pitchFamily="2" charset="-122"/>
                <a:ea typeface="宋体" panose="02010600030101010101" pitchFamily="2" charset="-122"/>
              </a:rPr>
              <a:t>2) </a:t>
            </a:r>
            <a:r>
              <a:rPr lang="zh-CN" altLang="en-US" sz="2400" noProof="1">
                <a:solidFill>
                  <a:srgbClr val="000000"/>
                </a:solidFill>
                <a:effectLst/>
                <a:latin typeface="宋体" panose="02010600030101010101" pitchFamily="2" charset="-122"/>
                <a:ea typeface="宋体" panose="02010600030101010101" pitchFamily="2" charset="-122"/>
              </a:rPr>
              <a:t>消除多义性；</a:t>
            </a: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r>
              <a:rPr lang="en-US" altLang="zh-CN" sz="2400" noProof="1">
                <a:solidFill>
                  <a:srgbClr val="000000"/>
                </a:solidFill>
                <a:effectLst/>
                <a:latin typeface="宋体" panose="02010600030101010101" pitchFamily="2" charset="-122"/>
                <a:ea typeface="宋体" panose="02010600030101010101" pitchFamily="2" charset="-122"/>
              </a:rPr>
              <a:t>3</a:t>
            </a:r>
            <a:r>
              <a:rPr lang="zh-CN" altLang="en-US" sz="2400" noProof="1">
                <a:solidFill>
                  <a:srgbClr val="000000"/>
                </a:solidFill>
                <a:effectLst/>
                <a:latin typeface="宋体" panose="02010600030101010101" pitchFamily="2" charset="-122"/>
                <a:ea typeface="宋体" panose="02010600030101010101" pitchFamily="2" charset="-122"/>
              </a:rPr>
              <a:t>）便于</a:t>
            </a:r>
            <a:r>
              <a:rPr lang="zh-CN" altLang="en-US" sz="2400" noProof="1" smtClean="0">
                <a:solidFill>
                  <a:srgbClr val="000000"/>
                </a:solidFill>
                <a:effectLst/>
                <a:latin typeface="宋体" panose="02010600030101010101" pitchFamily="2" charset="-122"/>
                <a:ea typeface="宋体" panose="02010600030101010101" pitchFamily="2" charset="-122"/>
              </a:rPr>
              <a:t>操作、提高效率。</a:t>
            </a: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r>
              <a:rPr lang="zh-CN" altLang="en-US" sz="2400" noProof="1">
                <a:solidFill>
                  <a:srgbClr val="0000FF"/>
                </a:solidFill>
                <a:effectLst/>
                <a:latin typeface="宋体" panose="02010600030101010101" pitchFamily="2" charset="-122"/>
                <a:ea typeface="宋体" panose="02010600030101010101" pitchFamily="2" charset="-122"/>
              </a:rPr>
              <a:t>如何规范化？</a:t>
            </a:r>
            <a:r>
              <a:rPr lang="zh-CN" altLang="en-US" sz="2400" noProof="1">
                <a:solidFill>
                  <a:srgbClr val="000000"/>
                </a:solidFill>
                <a:effectLst/>
                <a:latin typeface="宋体" panose="02010600030101010101" pitchFamily="2" charset="-122"/>
                <a:ea typeface="宋体" panose="02010600030101010101" pitchFamily="2" charset="-122"/>
              </a:rPr>
              <a:t>将数据的逻辑结构归结为满足一定条件的</a:t>
            </a:r>
            <a:r>
              <a:rPr lang="zh-CN" altLang="en-US" sz="2400" noProof="1">
                <a:solidFill>
                  <a:srgbClr val="0000FF"/>
                </a:solidFill>
                <a:effectLst/>
                <a:latin typeface="宋体" panose="02010600030101010101" pitchFamily="2" charset="-122"/>
                <a:ea typeface="宋体" panose="02010600030101010101" pitchFamily="2" charset="-122"/>
              </a:rPr>
              <a:t>二维表</a:t>
            </a:r>
            <a:r>
              <a:rPr lang="zh-CN" altLang="en-US" sz="2400" noProof="1">
                <a:solidFill>
                  <a:srgbClr val="000000"/>
                </a:solidFill>
                <a:effectLst/>
                <a:latin typeface="宋体" panose="02010600030101010101" pitchFamily="2" charset="-122"/>
                <a:ea typeface="宋体" panose="02010600030101010101" pitchFamily="2" charset="-122"/>
              </a:rPr>
              <a:t>。</a:t>
            </a:r>
            <a:endParaRPr lang="zh-CN" altLang="en-US" sz="2400" noProof="1">
              <a:solidFill>
                <a:srgbClr val="000000"/>
              </a:solidFill>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endParaRPr lang="zh-CN" altLang="en-US" sz="2400" noProof="1">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defRPr/>
            </a:pPr>
            <a:endParaRPr lang="zh-CN" altLang="en-US" sz="2000" noProof="1">
              <a:solidFill>
                <a:srgbClr val="000000"/>
              </a:solidFill>
              <a:effectLst/>
              <a:latin typeface="宋体" panose="02010600030101010101" pitchFamily="2" charset="-122"/>
              <a:ea typeface="宋体" panose="02010600030101010101" pitchFamily="2" charset="-122"/>
            </a:endParaRPr>
          </a:p>
          <a:p>
            <a:pPr marL="577850" indent="-577850" eaLnBrk="1" hangingPunct="1">
              <a:lnSpc>
                <a:spcPct val="140000"/>
              </a:lnSpc>
              <a:spcBef>
                <a:spcPct val="0"/>
              </a:spcBef>
              <a:buFont typeface="Wingdings" panose="05000000000000000000" pitchFamily="2" charset="2"/>
              <a:buNone/>
              <a:defRPr/>
            </a:pPr>
            <a:r>
              <a:rPr lang="zh-CN" altLang="en-US" sz="2000" noProof="1">
                <a:solidFill>
                  <a:srgbClr val="000000"/>
                </a:solidFill>
                <a:latin typeface="宋体" panose="02010600030101010101" pitchFamily="2" charset="-122"/>
                <a:ea typeface="宋体" panose="02010600030101010101" pitchFamily="2" charset="-122"/>
              </a:rPr>
              <a:t>   </a:t>
            </a:r>
            <a:endParaRPr lang="zh-CN" altLang="en-US" sz="2000" noProof="1">
              <a:solidFill>
                <a:srgbClr val="000000"/>
              </a:solidFill>
              <a:latin typeface="宋体" panose="02010600030101010101" pitchFamily="2" charset="-122"/>
              <a:ea typeface="宋体" panose="02010600030101010101" pitchFamily="2" charset="-122"/>
            </a:endParaRPr>
          </a:p>
          <a:p>
            <a:pPr marL="577850" indent="-577850" eaLnBrk="1" hangingPunct="1">
              <a:lnSpc>
                <a:spcPct val="140000"/>
              </a:lnSpc>
              <a:spcBef>
                <a:spcPct val="0"/>
              </a:spcBef>
              <a:buFont typeface="Wingdings" panose="05000000000000000000" pitchFamily="2" charset="2"/>
              <a:buNone/>
              <a:defRPr/>
            </a:pPr>
            <a:r>
              <a:rPr lang="zh-CN" altLang="en-US" sz="2400" noProof="1">
                <a:solidFill>
                  <a:srgbClr val="000000"/>
                </a:solidFill>
                <a:latin typeface="宋体" panose="02010600030101010101" pitchFamily="2" charset="-122"/>
                <a:ea typeface="宋体" panose="02010600030101010101" pitchFamily="2" charset="-122"/>
              </a:rPr>
              <a:t>   </a:t>
            </a:r>
            <a:endParaRPr lang="zh-CN" altLang="en-US" sz="2400" noProof="1">
              <a:solidFill>
                <a:srgbClr val="000000"/>
              </a:solidFill>
              <a:latin typeface="宋体" panose="02010600030101010101" pitchFamily="2" charset="-122"/>
              <a:ea typeface="宋体" panose="02010600030101010101" pitchFamily="2" charset="-122"/>
            </a:endParaRPr>
          </a:p>
        </p:txBody>
      </p:sp>
      <p:sp>
        <p:nvSpPr>
          <p:cNvPr id="28675" name="Rectangle 4"/>
          <p:cNvSpPr>
            <a:spLocks noChangeArrowheads="1"/>
          </p:cNvSpPr>
          <p:nvPr/>
        </p:nvSpPr>
        <p:spPr bwMode="auto">
          <a:xfrm>
            <a:off x="373063" y="630238"/>
            <a:ext cx="327025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buClr>
                <a:schemeClr val="tx2"/>
              </a:buClr>
              <a:buSzPct val="75000"/>
              <a:buFont typeface="Wingdings" panose="05000000000000000000" pitchFamily="2" charset="2"/>
              <a:buNone/>
            </a:pPr>
            <a:r>
              <a:rPr lang="zh-CN" altLang="en-US" sz="3600">
                <a:solidFill>
                  <a:srgbClr val="000000"/>
                </a:solidFill>
                <a:latin typeface="Times New Roman" panose="02020603050405020304" pitchFamily="18" charset="0"/>
                <a:ea typeface="宋体" panose="02010600030101010101" pitchFamily="2" charset="-122"/>
              </a:rPr>
              <a:t>3.</a:t>
            </a:r>
            <a:r>
              <a:rPr lang="en-US" altLang="zh-CN" sz="3600">
                <a:solidFill>
                  <a:srgbClr val="000000"/>
                </a:solidFill>
                <a:latin typeface="Times New Roman" panose="02020603050405020304" pitchFamily="18" charset="0"/>
                <a:ea typeface="宋体" panose="02010600030101010101" pitchFamily="2" charset="-122"/>
              </a:rPr>
              <a:t>5  </a:t>
            </a:r>
            <a:r>
              <a:rPr lang="zh-CN" altLang="en-US" sz="3600">
                <a:solidFill>
                  <a:srgbClr val="000000"/>
                </a:solidFill>
                <a:latin typeface="Times New Roman" panose="02020603050405020304" pitchFamily="18" charset="0"/>
                <a:ea typeface="宋体" panose="02010600030101010101" pitchFamily="2" charset="-122"/>
              </a:rPr>
              <a:t>数据规范化</a:t>
            </a:r>
            <a:endParaRPr lang="zh-CN" altLang="en-US" sz="3600">
              <a:solidFill>
                <a:srgbClr val="000000"/>
              </a:solidFill>
              <a:latin typeface="Times New Roman" panose="02020603050405020304" pitchFamily="18" charset="0"/>
              <a:ea typeface="宋体" panose="02010600030101010101" pitchFamily="2" charset="-122"/>
            </a:endParaRPr>
          </a:p>
        </p:txBody>
      </p:sp>
      <p:graphicFrame>
        <p:nvGraphicFramePr>
          <p:cNvPr id="28676" name="对象 1"/>
          <p:cNvGraphicFramePr/>
          <p:nvPr/>
        </p:nvGraphicFramePr>
        <p:xfrm>
          <a:off x="636588" y="4168775"/>
          <a:ext cx="8286750" cy="1243013"/>
        </p:xfrm>
        <a:graphic>
          <a:graphicData uri="http://schemas.openxmlformats.org/presentationml/2006/ole">
            <mc:AlternateContent xmlns:mc="http://schemas.openxmlformats.org/markup-compatibility/2006">
              <mc:Choice xmlns:v="urn:schemas-microsoft-com:vml" Requires="v">
                <p:oleObj spid="_x0000_s28696" name="" r:id="rId1" imgW="8839200" imgH="1381125" progId="Paint.Picture">
                  <p:embed/>
                </p:oleObj>
              </mc:Choice>
              <mc:Fallback>
                <p:oleObj name="" r:id="rId1" imgW="8839200" imgH="1381125" progId="Paint.Picture">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4168775"/>
                        <a:ext cx="8286750" cy="124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8678"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5AE02067-1180-47A7-9CCA-B9CC4740E24C}"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2095500" y="2317750"/>
              <a:ext cx="831850" cy="31750"/>
            </p14:xfrm>
          </p:contentPart>
        </mc:Choice>
        <mc:Fallback xmlns="">
          <p:pic>
            <p:nvPicPr>
              <p:cNvPr id="3" name="墨迹 2"/>
            </p:nvPicPr>
            <p:blipFill>
              <a:blip r:embed="rId4"/>
            </p:blipFill>
            <p:spPr>
              <a:xfrm>
                <a:off x="2095500" y="2317750"/>
                <a:ext cx="831850" cy="317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517650" y="2832100"/>
              <a:ext cx="990600" cy="12700"/>
            </p14:xfrm>
          </p:contentPart>
        </mc:Choice>
        <mc:Fallback xmlns="">
          <p:pic>
            <p:nvPicPr>
              <p:cNvPr id="4" name="墨迹 3"/>
            </p:nvPicPr>
            <p:blipFill>
              <a:blip r:embed="rId6"/>
            </p:blipFill>
            <p:spPr>
              <a:xfrm>
                <a:off x="1517650" y="2832100"/>
                <a:ext cx="990600" cy="127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200400" y="2959100"/>
              <a:ext cx="1752600" cy="1054100"/>
            </p14:xfrm>
          </p:contentPart>
        </mc:Choice>
        <mc:Fallback xmlns="">
          <p:pic>
            <p:nvPicPr>
              <p:cNvPr id="5" name="墨迹 4"/>
            </p:nvPicPr>
            <p:blipFill>
              <a:blip r:embed="rId8"/>
            </p:blipFill>
            <p:spPr>
              <a:xfrm>
                <a:off x="3200400" y="2959100"/>
                <a:ext cx="1752600" cy="1054100"/>
              </a:xfrm>
              <a:prstGeom prst="rect"/>
            </p:spPr>
          </p:pic>
        </mc:Fallback>
      </mc:AlternateContent>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noChangeArrowheads="1"/>
          </p:cNvSpPr>
          <p:nvPr>
            <p:ph idx="1"/>
          </p:nvPr>
        </p:nvSpPr>
        <p:spPr>
          <a:xfrm>
            <a:off x="457200" y="882650"/>
            <a:ext cx="8385175" cy="5711190"/>
          </a:xfrm>
        </p:spPr>
        <p:txBody>
          <a:bodyPr/>
          <a:lstStyle/>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latin typeface="宋体" panose="02010600030101010101" pitchFamily="2" charset="-122"/>
                <a:ea typeface="宋体" panose="02010600030101010101" pitchFamily="2" charset="-122"/>
              </a:rPr>
              <a:t>通常用</a:t>
            </a:r>
            <a:r>
              <a:rPr lang="zh-CN" altLang="en-US" sz="2000" b="1" noProof="1" smtClean="0">
                <a:solidFill>
                  <a:srgbClr val="000000"/>
                </a:solidFill>
                <a:effectLst/>
                <a:latin typeface="宋体" panose="02010600030101010101" pitchFamily="2" charset="-122"/>
                <a:ea typeface="宋体" panose="02010600030101010101" pitchFamily="2" charset="-122"/>
              </a:rPr>
              <a:t>范式</a:t>
            </a:r>
            <a:r>
              <a:rPr lang="zh-CN" altLang="en-US" sz="2000" noProof="1" smtClean="0">
                <a:solidFill>
                  <a:srgbClr val="000000"/>
                </a:solidFill>
                <a:effectLst/>
                <a:latin typeface="宋体" panose="02010600030101010101" pitchFamily="2" charset="-122"/>
                <a:ea typeface="宋体" panose="02010600030101010101" pitchFamily="2" charset="-122"/>
              </a:rPr>
              <a:t>定义</a:t>
            </a:r>
            <a:r>
              <a:rPr lang="zh-CN" altLang="en-US" sz="2000" noProof="1" smtClean="0">
                <a:solidFill>
                  <a:srgbClr val="0000FF"/>
                </a:solidFill>
                <a:effectLst/>
                <a:latin typeface="宋体" panose="02010600030101010101" pitchFamily="2" charset="-122"/>
                <a:ea typeface="宋体" panose="02010600030101010101" pitchFamily="2" charset="-122"/>
              </a:rPr>
              <a:t>消除数据冗余的程度</a:t>
            </a:r>
            <a:r>
              <a:rPr lang="zh-CN" altLang="en-US" sz="2000" noProof="1" smtClean="0">
                <a:solidFill>
                  <a:srgbClr val="000000"/>
                </a:solidFill>
                <a:effectLst/>
                <a:latin typeface="宋体" panose="02010600030101010101" pitchFamily="2" charset="-122"/>
                <a:ea typeface="宋体" panose="02010600030101010101" pitchFamily="2" charset="-122"/>
              </a:rPr>
              <a:t>。</a:t>
            </a:r>
            <a:endParaRPr lang="zh-CN" altLang="en-US" sz="2000" noProof="1" smtClean="0">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latin typeface="宋体" panose="02010600030101010101" pitchFamily="2" charset="-122"/>
                <a:ea typeface="宋体" panose="02010600030101010101" pitchFamily="2" charset="-122"/>
              </a:rPr>
              <a:t>范式级别越高，冗余程度越低。</a:t>
            </a:r>
            <a:endParaRPr lang="zh-CN" altLang="en-US" sz="2000" noProof="1" smtClean="0">
              <a:solidFill>
                <a:srgbClr val="000000"/>
              </a:solidFill>
              <a:effectLst/>
              <a:latin typeface="宋体" panose="02010600030101010101" pitchFamily="2" charset="-122"/>
              <a:ea typeface="宋体" panose="02010600030101010101" pitchFamily="2" charset="-122"/>
            </a:endParaRPr>
          </a:p>
          <a:p>
            <a:pPr marL="577850" indent="-577850" algn="just" eaLnBrk="1" hangingPunct="1">
              <a:lnSpc>
                <a:spcPct val="140000"/>
              </a:lnSpc>
              <a:spcBef>
                <a:spcPct val="0"/>
              </a:spcBef>
              <a:buFont typeface="Wingdings" panose="05000000000000000000" pitchFamily="2" charset="2"/>
              <a:buNone/>
            </a:pP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1）第一范式：每个属性只表示一项信息（</a:t>
            </a:r>
            <a:r>
              <a:rPr lang="zh-CN" altLang="en-US" sz="2000" noProof="1" smtClean="0">
                <a:solidFill>
                  <a:srgbClr val="0000FF"/>
                </a:solidFill>
                <a:effectLst/>
              </a:rPr>
              <a:t>原子值</a:t>
            </a:r>
            <a:r>
              <a:rPr lang="zh-CN" altLang="en-US" sz="2000" noProof="1" smtClean="0">
                <a:solidFill>
                  <a:srgbClr val="000000"/>
                </a:solidFill>
                <a:effectLst/>
              </a:rPr>
              <a:t>）</a:t>
            </a: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     工号（</a:t>
            </a:r>
            <a:r>
              <a:rPr lang="zh-CN" altLang="zh-CN" sz="2000" noProof="1" smtClean="0">
                <a:solidFill>
                  <a:srgbClr val="000000"/>
                </a:solidFill>
                <a:effectLst/>
              </a:rPr>
              <a:t>501609</a:t>
            </a:r>
            <a:r>
              <a:rPr lang="zh-CN" altLang="en-US" sz="2000" noProof="1" smtClean="0">
                <a:solidFill>
                  <a:srgbClr val="000000"/>
                </a:solidFill>
                <a:effectLst/>
              </a:rPr>
              <a:t>），姓名（吕国华），所在学校（齐鲁工业大学）</a:t>
            </a: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2）第二范式：符合第一范式，</a:t>
            </a:r>
            <a:r>
              <a:rPr lang="zh-CN" altLang="en-US" sz="2000" noProof="1" smtClean="0">
                <a:solidFill>
                  <a:srgbClr val="000000"/>
                </a:solidFill>
                <a:effectLst/>
                <a:highlight>
                  <a:srgbClr val="FFFF00"/>
                </a:highlight>
              </a:rPr>
              <a:t>且非关键字属性仅由一个关键字决定</a:t>
            </a: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     工号，姓名，所在学校，所在学院，学历，学位</a:t>
            </a: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endParaRPr lang="zh-CN" altLang="en-US" sz="2000" noProof="1" smtClean="0">
              <a:solidFill>
                <a:srgbClr val="000000"/>
              </a:solidFill>
              <a:effectLst/>
            </a:endParaRPr>
          </a:p>
          <a:p>
            <a:pPr marL="577850" indent="-577850" algn="just"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3）第三范式：符合第二范式，且一</a:t>
            </a:r>
            <a:r>
              <a:rPr lang="zh-CN" altLang="en-US" sz="2000" noProof="1" smtClean="0">
                <a:solidFill>
                  <a:srgbClr val="FF0000"/>
                </a:solidFill>
                <a:effectLst/>
              </a:rPr>
              <a:t>个非关键字属性不能是对另一个非关键字属性的进一步描述</a:t>
            </a:r>
            <a:endParaRPr lang="zh-CN" altLang="en-US" sz="2000" noProof="1" smtClean="0">
              <a:solidFill>
                <a:srgbClr val="FF0000"/>
              </a:solidFill>
              <a:effectLst/>
            </a:endParaRPr>
          </a:p>
          <a:p>
            <a:pPr marL="577850" indent="-577850" eaLnBrk="1" hangingPunct="1">
              <a:lnSpc>
                <a:spcPct val="140000"/>
              </a:lnSpc>
              <a:spcBef>
                <a:spcPct val="0"/>
              </a:spcBef>
              <a:buFont typeface="Wingdings" panose="05000000000000000000" pitchFamily="2" charset="2"/>
              <a:buNone/>
            </a:pPr>
            <a:r>
              <a:rPr lang="zh-CN" altLang="en-US" sz="2000" noProof="1" smtClean="0">
                <a:solidFill>
                  <a:srgbClr val="000000"/>
                </a:solidFill>
                <a:effectLst/>
              </a:rPr>
              <a:t>      </a:t>
            </a:r>
            <a:r>
              <a:rPr lang="zh-CN" altLang="en-US" sz="2000" noProof="1" smtClean="0">
                <a:solidFill>
                  <a:srgbClr val="000000"/>
                </a:solidFill>
                <a:effectLst/>
                <a:highlight>
                  <a:srgbClr val="FFFF00"/>
                </a:highlight>
              </a:rPr>
              <a:t>工号，姓名，所在学校，所在学院，学院包含的专业，学院的位置</a:t>
            </a:r>
            <a:endParaRPr lang="zh-CN" altLang="zh-CN" sz="2000" noProof="1" smtClean="0">
              <a:solidFill>
                <a:srgbClr val="000000"/>
              </a:solidFill>
              <a:effectLst/>
            </a:endParaRPr>
          </a:p>
          <a:p>
            <a:pPr marL="577850" indent="-577850" eaLnBrk="1" hangingPunct="1">
              <a:lnSpc>
                <a:spcPct val="140000"/>
              </a:lnSpc>
              <a:spcBef>
                <a:spcPct val="0"/>
              </a:spcBef>
              <a:buFont typeface="Wingdings" panose="05000000000000000000" pitchFamily="2" charset="2"/>
              <a:buNone/>
            </a:pPr>
            <a:r>
              <a:rPr lang="zh-CN" altLang="zh-CN" sz="2000" noProof="1" smtClean="0">
                <a:solidFill>
                  <a:srgbClr val="FF0000"/>
                </a:solidFill>
                <a:effectLst/>
              </a:rPr>
              <a:t>       </a:t>
            </a:r>
            <a:r>
              <a:rPr lang="zh-CN" altLang="en-US" sz="2000" noProof="1" smtClean="0">
                <a:solidFill>
                  <a:srgbClr val="FF0000"/>
                </a:solidFill>
                <a:effectLst/>
              </a:rPr>
              <a:t>是第三范式吗？是第二范式吗？</a:t>
            </a:r>
            <a:endParaRPr lang="zh-CN" altLang="en-US" sz="2000" noProof="1" smtClean="0">
              <a:solidFill>
                <a:srgbClr val="FF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29700"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D48566E2-4713-46EC-B71E-8EB0D61BD912}"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965200" y="1771650"/>
              <a:ext cx="1073150" cy="12700"/>
            </p14:xfrm>
          </p:contentPart>
        </mc:Choice>
        <mc:Fallback xmlns="">
          <p:pic>
            <p:nvPicPr>
              <p:cNvPr id="3" name="墨迹 2"/>
            </p:nvPicPr>
            <p:blipFill>
              <a:blip r:embed="rId2"/>
            </p:blipFill>
            <p:spPr>
              <a:xfrm>
                <a:off x="965200" y="1771650"/>
                <a:ext cx="1073150" cy="127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2622550" y="1790700"/>
              <a:ext cx="1657350" cy="31750"/>
            </p14:xfrm>
          </p:contentPart>
        </mc:Choice>
        <mc:Fallback xmlns="">
          <p:pic>
            <p:nvPicPr>
              <p:cNvPr id="4" name="墨迹 3"/>
            </p:nvPicPr>
            <p:blipFill>
              <a:blip r:embed="rId4"/>
            </p:blipFill>
            <p:spPr>
              <a:xfrm>
                <a:off x="2622550" y="1790700"/>
                <a:ext cx="1657350" cy="317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8">
                                            <p:txEl>
                                              <p:pRg st="3" end="3"/>
                                            </p:txEl>
                                          </p:spTgt>
                                        </p:tgtEl>
                                        <p:attrNameLst>
                                          <p:attrName>style.visibility</p:attrName>
                                        </p:attrNameLst>
                                      </p:cBhvr>
                                      <p:to>
                                        <p:strVal val="visible"/>
                                      </p:to>
                                    </p:set>
                                    <p:anim calcmode="lin" valueType="num">
                                      <p:cBhvr additive="base">
                                        <p:cTn id="7" dur="5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8">
                                            <p:txEl>
                                              <p:pRg st="4" end="4"/>
                                            </p:txEl>
                                          </p:spTgt>
                                        </p:tgtEl>
                                        <p:attrNameLst>
                                          <p:attrName>style.visibility</p:attrName>
                                        </p:attrNameLst>
                                      </p:cBhvr>
                                      <p:to>
                                        <p:strVal val="visible"/>
                                      </p:to>
                                    </p:set>
                                    <p:anim calcmode="lin" valueType="num">
                                      <p:cBhvr additive="base">
                                        <p:cTn id="11" dur="5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698">
                                            <p:txEl>
                                              <p:pRg st="6" end="6"/>
                                            </p:txEl>
                                          </p:spTgt>
                                        </p:tgtEl>
                                        <p:attrNameLst>
                                          <p:attrName>style.visibility</p:attrName>
                                        </p:attrNameLst>
                                      </p:cBhvr>
                                      <p:to>
                                        <p:strVal val="visible"/>
                                      </p:to>
                                    </p:set>
                                    <p:animEffect transition="in" filter="blinds(horizontal)">
                                      <p:cBhvr>
                                        <p:cTn id="17" dur="500"/>
                                        <p:tgtEl>
                                          <p:spTgt spid="29698">
                                            <p:txEl>
                                              <p:pRg st="6" end="6"/>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29698">
                                            <p:txEl>
                                              <p:pRg st="7" end="7"/>
                                            </p:txEl>
                                          </p:spTgt>
                                        </p:tgtEl>
                                        <p:attrNameLst>
                                          <p:attrName>style.visibility</p:attrName>
                                        </p:attrNameLst>
                                      </p:cBhvr>
                                      <p:to>
                                        <p:strVal val="visible"/>
                                      </p:to>
                                    </p:set>
                                    <p:animEffect transition="in" filter="blinds(horizontal)">
                                      <p:cBhvr>
                                        <p:cTn id="20" dur="500"/>
                                        <p:tgtEl>
                                          <p:spTgt spid="29698">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29698">
                                            <p:txEl>
                                              <p:pRg st="9" end="9"/>
                                            </p:txEl>
                                          </p:spTgt>
                                        </p:tgtEl>
                                        <p:attrNameLst>
                                          <p:attrName>style.visibility</p:attrName>
                                        </p:attrNameLst>
                                      </p:cBhvr>
                                      <p:to>
                                        <p:strVal val="visible"/>
                                      </p:to>
                                    </p:set>
                                    <p:animEffect transition="in" filter="barn(inVertical)">
                                      <p:cBhvr>
                                        <p:cTn id="25" dur="500"/>
                                        <p:tgtEl>
                                          <p:spTgt spid="29698">
                                            <p:txEl>
                                              <p:pRg st="9" end="9"/>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29698">
                                            <p:txEl>
                                              <p:pRg st="10" end="10"/>
                                            </p:txEl>
                                          </p:spTgt>
                                        </p:tgtEl>
                                        <p:attrNameLst>
                                          <p:attrName>style.visibility</p:attrName>
                                        </p:attrNameLst>
                                      </p:cBhvr>
                                      <p:to>
                                        <p:strVal val="visible"/>
                                      </p:to>
                                    </p:set>
                                    <p:animEffect transition="in" filter="barn(inVertical)">
                                      <p:cBhvr>
                                        <p:cTn id="28" dur="500"/>
                                        <p:tgtEl>
                                          <p:spTgt spid="29698">
                                            <p:txEl>
                                              <p:pRg st="10" end="10"/>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29698">
                                            <p:txEl>
                                              <p:pRg st="11" end="11"/>
                                            </p:txEl>
                                          </p:spTgt>
                                        </p:tgtEl>
                                        <p:attrNameLst>
                                          <p:attrName>style.visibility</p:attrName>
                                        </p:attrNameLst>
                                      </p:cBhvr>
                                      <p:to>
                                        <p:strVal val="visible"/>
                                      </p:to>
                                    </p:set>
                                    <p:animEffect transition="in" filter="barn(inVertical)">
                                      <p:cBhvr>
                                        <p:cTn id="31" dur="500"/>
                                        <p:tgtEl>
                                          <p:spTgt spid="2969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800">
                <a:solidFill>
                  <a:srgbClr val="FF0000"/>
                </a:solidFill>
                <a:effectLst/>
              </a:rPr>
              <a:t>随堂练习</a:t>
            </a:r>
            <a:endParaRPr lang="zh-CN" altLang="en-US" sz="4800">
              <a:solidFill>
                <a:srgbClr val="FF0000"/>
              </a:solidFill>
              <a:effectLst/>
            </a:endParaRPr>
          </a:p>
        </p:txBody>
      </p:sp>
      <p:sp>
        <p:nvSpPr>
          <p:cNvPr id="3" name="内容占位符 2"/>
          <p:cNvSpPr>
            <a:spLocks noGrp="1"/>
          </p:cNvSpPr>
          <p:nvPr>
            <p:ph idx="1"/>
          </p:nvPr>
        </p:nvSpPr>
        <p:spPr/>
        <p:txBody>
          <a:bodyPr/>
          <a:p>
            <a:r>
              <a:rPr lang="zh-CN" altLang="en-US">
                <a:solidFill>
                  <a:srgbClr val="000000"/>
                </a:solidFill>
                <a:effectLst/>
              </a:rPr>
              <a:t>1.设计一个软件的开发成本为70000元，寿命为3年。这3年的每年收益预计分别为44000元、48400元、53240元。假定银行年利率为10%。</a:t>
            </a:r>
            <a:endParaRPr lang="zh-CN" altLang="en-US">
              <a:solidFill>
                <a:srgbClr val="000000"/>
              </a:solidFill>
              <a:effectLst/>
            </a:endParaRPr>
          </a:p>
          <a:p>
            <a:r>
              <a:rPr lang="zh-CN" altLang="en-US">
                <a:solidFill>
                  <a:srgbClr val="000000"/>
                </a:solidFill>
                <a:effectLst/>
              </a:rPr>
              <a:t>要求：对该项目进行成本/效益分析，计算投资回收期与纯收入。</a:t>
            </a:r>
            <a:endParaRPr lang="zh-CN" altLang="en-US">
              <a:solidFill>
                <a:srgbClr val="00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4800">
                <a:solidFill>
                  <a:srgbClr val="FF0000"/>
                </a:solidFill>
                <a:effectLst/>
              </a:rPr>
              <a:t>参考答案</a:t>
            </a:r>
            <a:endParaRPr lang="zh-CN" altLang="en-US" sz="4800">
              <a:solidFill>
                <a:srgbClr val="FF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nvPicPr>
        <p:blipFill>
          <a:blip r:embed="rId1"/>
          <a:stretch>
            <a:fillRect/>
          </a:stretch>
        </p:blipFill>
        <p:spPr>
          <a:xfrm>
            <a:off x="755650" y="1988820"/>
            <a:ext cx="7896225" cy="31337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chemeClr val="bg2">
                    <a:lumMod val="10000"/>
                  </a:schemeClr>
                </a:solidFill>
                <a:effectLst/>
              </a:rPr>
              <a:t>上次课内容回顾</a:t>
            </a:r>
            <a:endParaRPr lang="zh-CN" altLang="en-US">
              <a:solidFill>
                <a:schemeClr val="bg2">
                  <a:lumMod val="10000"/>
                </a:schemeClr>
              </a:solidFill>
              <a:effectLst/>
            </a:endParaRPr>
          </a:p>
        </p:txBody>
      </p:sp>
      <p:sp>
        <p:nvSpPr>
          <p:cNvPr id="3" name="内容占位符 2"/>
          <p:cNvSpPr>
            <a:spLocks noGrp="1"/>
          </p:cNvSpPr>
          <p:nvPr>
            <p:ph idx="1"/>
          </p:nvPr>
        </p:nvSpPr>
        <p:spPr/>
        <p:txBody>
          <a:bodyPr/>
          <a:p>
            <a:pPr marL="0" indent="0">
              <a:buNone/>
            </a:pPr>
            <a:r>
              <a:rPr lang="en-US" altLang="zh-CN">
                <a:solidFill>
                  <a:schemeClr val="bg2">
                    <a:lumMod val="10000"/>
                  </a:schemeClr>
                </a:solidFill>
                <a:effectLst/>
              </a:rPr>
              <a:t>Q1</a:t>
            </a:r>
            <a:r>
              <a:rPr lang="zh-CN" altLang="en-US">
                <a:solidFill>
                  <a:schemeClr val="bg2">
                    <a:lumMod val="10000"/>
                  </a:schemeClr>
                </a:solidFill>
                <a:effectLst/>
              </a:rPr>
              <a:t>：什么是</a:t>
            </a:r>
            <a:r>
              <a:rPr lang="en-US" altLang="zh-CN">
                <a:solidFill>
                  <a:schemeClr val="bg2">
                    <a:lumMod val="10000"/>
                  </a:schemeClr>
                </a:solidFill>
                <a:effectLst/>
              </a:rPr>
              <a:t>ER</a:t>
            </a:r>
            <a:r>
              <a:rPr lang="zh-CN" altLang="en-US">
                <a:solidFill>
                  <a:schemeClr val="bg2">
                    <a:lumMod val="10000"/>
                  </a:schemeClr>
                </a:solidFill>
                <a:effectLst/>
              </a:rPr>
              <a:t>图？并讲出</a:t>
            </a:r>
            <a:r>
              <a:rPr lang="en-US" altLang="zh-CN">
                <a:solidFill>
                  <a:schemeClr val="bg2">
                    <a:lumMod val="10000"/>
                  </a:schemeClr>
                </a:solidFill>
                <a:effectLst/>
              </a:rPr>
              <a:t>ER</a:t>
            </a:r>
            <a:r>
              <a:rPr lang="zh-CN" altLang="en-US">
                <a:solidFill>
                  <a:schemeClr val="bg2">
                    <a:lumMod val="10000"/>
                  </a:schemeClr>
                </a:solidFill>
                <a:effectLst/>
              </a:rPr>
              <a:t>图的表示符号及对应的含义？</a:t>
            </a:r>
            <a:endParaRPr lang="zh-CN" altLang="en-US">
              <a:solidFill>
                <a:schemeClr val="bg2">
                  <a:lumMod val="10000"/>
                </a:schemeClr>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graphicFrame>
        <p:nvGraphicFramePr>
          <p:cNvPr id="27651" name="对象 1"/>
          <p:cNvGraphicFramePr/>
          <p:nvPr>
            <p:custDataLst>
              <p:tags r:id="rId1"/>
            </p:custDataLst>
          </p:nvPr>
        </p:nvGraphicFramePr>
        <p:xfrm>
          <a:off x="1644650" y="1125855"/>
          <a:ext cx="5457825" cy="3978275"/>
        </p:xfrm>
        <a:graphic>
          <a:graphicData uri="http://schemas.openxmlformats.org/presentationml/2006/ole">
            <mc:AlternateContent xmlns:mc="http://schemas.openxmlformats.org/markup-compatibility/2006">
              <mc:Choice xmlns:v="urn:schemas-microsoft-com:vml" Requires="v">
                <p:oleObj spid="_x0000_s27673" name="" r:id="rId2" imgW="6400800" imgH="4429125" progId="Paint.Picture">
                  <p:embed/>
                </p:oleObj>
              </mc:Choice>
              <mc:Fallback>
                <p:oleObj name="" r:id="rId2" imgW="6400800" imgH="4429125" progId="Paint.Picture">
                  <p:embed/>
                  <p:pic>
                    <p:nvPicPr>
                      <p:cNvPr id="0" name="对象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650" y="1125855"/>
                        <a:ext cx="545782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r:id="rId4" p14:bwMode="auto">
            <p14:nvContentPartPr>
              <p14:cNvPr id="2" name="墨迹 1"/>
              <p14:cNvContentPartPr/>
              <p14:nvPr/>
            </p14:nvContentPartPr>
            <p14:xfrm>
              <a:off x="4946650" y="2971800"/>
              <a:ext cx="1035050" cy="596900"/>
            </p14:xfrm>
          </p:contentPart>
        </mc:Choice>
        <mc:Fallback xmlns="">
          <p:pic>
            <p:nvPicPr>
              <p:cNvPr id="2" name="墨迹 1"/>
            </p:nvPicPr>
            <p:blipFill>
              <a:blip r:embed="rId5"/>
            </p:blipFill>
            <p:spPr>
              <a:xfrm>
                <a:off x="4946650" y="2971800"/>
                <a:ext cx="1035050" cy="596900"/>
              </a:xfrm>
              <a:prstGeom prst="rect"/>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0" indent="0">
              <a:buNone/>
            </a:pPr>
            <a:r>
              <a:rPr lang="en-US" altLang="zh-CN">
                <a:solidFill>
                  <a:srgbClr val="000000"/>
                </a:solidFill>
                <a:effectLst/>
              </a:rPr>
              <a:t>Q2</a:t>
            </a:r>
            <a:r>
              <a:rPr lang="zh-CN" altLang="en-US">
                <a:solidFill>
                  <a:srgbClr val="000000"/>
                </a:solidFill>
                <a:effectLst/>
              </a:rPr>
              <a:t>：数据规范化里的第一、第二、第三范式分别如何定义的？</a:t>
            </a:r>
            <a:endParaRPr lang="zh-CN" altLang="en-US">
              <a:solidFill>
                <a:srgbClr val="00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2" name="图片 1"/>
          <p:cNvPicPr>
            <a:picLocks noChangeAspect="1"/>
          </p:cNvPicPr>
          <p:nvPr>
            <p:custDataLst>
              <p:tags r:id="rId1"/>
            </p:custDataLst>
          </p:nvPr>
        </p:nvPicPr>
        <p:blipFill>
          <a:blip r:embed="rId2"/>
          <a:stretch>
            <a:fillRect/>
          </a:stretch>
        </p:blipFill>
        <p:spPr>
          <a:xfrm>
            <a:off x="1115695" y="692785"/>
            <a:ext cx="7397750" cy="497713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en-US" altLang="zh-CN">
                <a:solidFill>
                  <a:schemeClr val="bg2">
                    <a:lumMod val="10000"/>
                  </a:schemeClr>
                </a:solidFill>
                <a:effectLst/>
              </a:rPr>
              <a:t>Q3</a:t>
            </a:r>
            <a:r>
              <a:rPr lang="zh-CN" altLang="en-US">
                <a:solidFill>
                  <a:schemeClr val="bg2">
                    <a:lumMod val="10000"/>
                  </a:schemeClr>
                </a:solidFill>
                <a:effectLst/>
              </a:rPr>
              <a:t>：设想一个软件系统，并介绍其主要模块</a:t>
            </a:r>
            <a:r>
              <a:rPr lang="en-US" altLang="zh-CN">
                <a:solidFill>
                  <a:schemeClr val="bg2">
                    <a:lumMod val="10000"/>
                  </a:schemeClr>
                </a:solidFill>
                <a:effectLst/>
              </a:rPr>
              <a:t>/</a:t>
            </a:r>
            <a:r>
              <a:rPr lang="zh-CN" altLang="en-US">
                <a:solidFill>
                  <a:schemeClr val="bg2">
                    <a:lumMod val="10000"/>
                  </a:schemeClr>
                </a:solidFill>
                <a:effectLst/>
              </a:rPr>
              <a:t>功能？</a:t>
            </a:r>
            <a:endParaRPr lang="zh-CN" altLang="en-US">
              <a:solidFill>
                <a:schemeClr val="bg2">
                  <a:lumMod val="10000"/>
                </a:schemeClr>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
        <p:nvSpPr>
          <p:cNvPr id="10243" name="内容占位符 2"/>
          <p:cNvSpPr>
            <a:spLocks noGrp="1"/>
          </p:cNvSpPr>
          <p:nvPr>
            <p:ph idx="1"/>
          </p:nvPr>
        </p:nvSpPr>
        <p:spPr>
          <a:xfrm>
            <a:off x="457200" y="1165860"/>
            <a:ext cx="8229600" cy="4525963"/>
          </a:xfrm>
        </p:spPr>
        <p:txBody>
          <a:bodyPr/>
          <a:p>
            <a:pPr>
              <a:buFont typeface="Wingdings" panose="05000000000000000000" pitchFamily="2" charset="2"/>
              <a:buNone/>
            </a:pPr>
            <a:r>
              <a:rPr lang="zh-CN" altLang="zh-CN" sz="2800" noProof="1" smtClean="0">
                <a:solidFill>
                  <a:srgbClr val="000000"/>
                </a:solidFill>
                <a:effectLst/>
              </a:rPr>
              <a:t>3.1 需求分析的任务</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3.2 </a:t>
            </a:r>
            <a:r>
              <a:rPr lang="zh-CN" altLang="en-US" sz="2800" noProof="1" smtClean="0">
                <a:solidFill>
                  <a:srgbClr val="000000"/>
                </a:solidFill>
                <a:effectLst/>
              </a:rPr>
              <a:t>与用户沟通获取需求的方法</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3.3 </a:t>
            </a:r>
            <a:r>
              <a:rPr lang="zh-CN" altLang="en-US" sz="2800" noProof="1" smtClean="0">
                <a:solidFill>
                  <a:srgbClr val="000000"/>
                </a:solidFill>
                <a:effectLst/>
              </a:rPr>
              <a:t>分析建模与规格说明</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FF"/>
                </a:solidFill>
                <a:effectLst/>
              </a:rPr>
              <a:t>3.4 </a:t>
            </a:r>
            <a:r>
              <a:rPr lang="zh-CN" altLang="en-US" sz="2800" noProof="1" smtClean="0">
                <a:solidFill>
                  <a:srgbClr val="0000FF"/>
                </a:solidFill>
                <a:effectLst/>
              </a:rPr>
              <a:t>实体</a:t>
            </a:r>
            <a:r>
              <a:rPr lang="zh-CN" altLang="zh-CN" sz="2800" noProof="1" smtClean="0">
                <a:solidFill>
                  <a:srgbClr val="0000FF"/>
                </a:solidFill>
                <a:effectLst/>
              </a:rPr>
              <a:t>-</a:t>
            </a:r>
            <a:r>
              <a:rPr lang="zh-CN" altLang="en-US" sz="2800" noProof="1" smtClean="0">
                <a:solidFill>
                  <a:srgbClr val="0000FF"/>
                </a:solidFill>
                <a:effectLst/>
              </a:rPr>
              <a:t>联系图</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00"/>
                </a:solidFill>
                <a:effectLst/>
              </a:rPr>
              <a:t>3.5 </a:t>
            </a:r>
            <a:r>
              <a:rPr lang="zh-CN" altLang="en-US" sz="2800" noProof="1" smtClean="0">
                <a:solidFill>
                  <a:srgbClr val="000000"/>
                </a:solidFill>
                <a:effectLst/>
              </a:rPr>
              <a:t>数据规范化</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FF"/>
                </a:solidFill>
                <a:effectLst/>
              </a:rPr>
              <a:t>3.6 </a:t>
            </a:r>
            <a:r>
              <a:rPr lang="zh-CN" altLang="en-US" sz="2800" noProof="1" smtClean="0">
                <a:solidFill>
                  <a:srgbClr val="0000FF"/>
                </a:solidFill>
                <a:effectLst/>
              </a:rPr>
              <a:t>状态转换图</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FF"/>
                </a:solidFill>
                <a:effectLst/>
              </a:rPr>
              <a:t>3.7 </a:t>
            </a:r>
            <a:r>
              <a:rPr lang="zh-CN" altLang="en-US" sz="2800" noProof="1" smtClean="0">
                <a:solidFill>
                  <a:srgbClr val="0000FF"/>
                </a:solidFill>
                <a:effectLst/>
              </a:rPr>
              <a:t>其它图形工具</a:t>
            </a:r>
            <a:endParaRPr lang="zh-CN" altLang="en-US" sz="2800" noProof="1" smtClean="0">
              <a:solidFill>
                <a:srgbClr val="0000FF"/>
              </a:solidFill>
              <a:effectLst/>
            </a:endParaRPr>
          </a:p>
          <a:p>
            <a:pPr>
              <a:buFont typeface="Wingdings" panose="05000000000000000000" pitchFamily="2" charset="2"/>
              <a:buNone/>
            </a:pPr>
            <a:r>
              <a:rPr lang="zh-CN" altLang="zh-CN" sz="2800" noProof="1" smtClean="0">
                <a:solidFill>
                  <a:srgbClr val="000000"/>
                </a:solidFill>
                <a:effectLst/>
              </a:rPr>
              <a:t>3.8 </a:t>
            </a:r>
            <a:r>
              <a:rPr lang="zh-CN" altLang="en-US" sz="2800" noProof="1" smtClean="0">
                <a:solidFill>
                  <a:srgbClr val="000000"/>
                </a:solidFill>
                <a:effectLst/>
              </a:rPr>
              <a:t>验证软件需求</a:t>
            </a:r>
            <a:endParaRPr lang="zh-CN" altLang="en-US" sz="2800" noProof="1" smtClean="0">
              <a:solidFill>
                <a:srgbClr val="000000"/>
              </a:solidFill>
              <a:effectLst/>
            </a:endParaRPr>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35560" y="3716655"/>
              <a:ext cx="7181850" cy="107950"/>
            </p14:xfrm>
          </p:contentPart>
        </mc:Choice>
        <mc:Fallback xmlns="">
          <p:pic>
            <p:nvPicPr>
              <p:cNvPr id="6" name="墨迹 5"/>
            </p:nvPicPr>
            <p:blipFill>
              <a:blip r:embed="rId2"/>
            </p:blipFill>
            <p:spPr>
              <a:xfrm>
                <a:off x="35560" y="3716655"/>
                <a:ext cx="7181850" cy="107950"/>
              </a:xfrm>
              <a:prstGeom prst="rect"/>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a:xfrm>
            <a:off x="-179388" y="130175"/>
            <a:ext cx="3827463" cy="854075"/>
          </a:xfrm>
        </p:spPr>
        <p:txBody>
          <a:bodyPr/>
          <a:lstStyle/>
          <a:p>
            <a:pPr algn="l" eaLnBrk="1" hangingPunct="1"/>
            <a:r>
              <a:rPr lang="zh-CN" altLang="en-US" sz="3200" noProof="1" smtClean="0">
                <a:solidFill>
                  <a:srgbClr val="000000"/>
                </a:solidFill>
                <a:effectLst/>
              </a:rPr>
              <a:t>3.</a:t>
            </a:r>
            <a:r>
              <a:rPr lang="zh-CN" altLang="zh-CN" sz="3200" noProof="1" smtClean="0">
                <a:solidFill>
                  <a:srgbClr val="000000"/>
                </a:solidFill>
                <a:effectLst/>
              </a:rPr>
              <a:t>6  </a:t>
            </a:r>
            <a:r>
              <a:rPr lang="zh-CN" altLang="en-US" sz="3200" noProof="1" smtClean="0">
                <a:solidFill>
                  <a:srgbClr val="000000"/>
                </a:solidFill>
                <a:effectLst/>
              </a:rPr>
              <a:t>状态转换图</a:t>
            </a:r>
            <a:endParaRPr lang="zh-CN" altLang="en-US" sz="3200" noProof="1" smtClean="0">
              <a:solidFill>
                <a:srgbClr val="000000"/>
              </a:solidFill>
              <a:effectLst/>
            </a:endParaRPr>
          </a:p>
        </p:txBody>
      </p:sp>
      <p:sp>
        <p:nvSpPr>
          <p:cNvPr id="3" name="Rectangle 1027"/>
          <p:cNvSpPr>
            <a:spLocks noGrp="1" noChangeArrowheads="1"/>
          </p:cNvSpPr>
          <p:nvPr>
            <p:ph idx="1"/>
          </p:nvPr>
        </p:nvSpPr>
        <p:spPr>
          <a:xfrm>
            <a:off x="352425" y="714375"/>
            <a:ext cx="8656638" cy="6000750"/>
          </a:xfrm>
        </p:spPr>
        <p:txBody>
          <a:bodyPr/>
          <a:lstStyle/>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定义：状态转换图即</a:t>
            </a:r>
            <a:r>
              <a:rPr lang="zh-CN" altLang="en-US" sz="2400" noProof="1" smtClean="0">
                <a:solidFill>
                  <a:srgbClr val="0000FF"/>
                </a:solidFill>
                <a:effectLst/>
                <a:latin typeface="宋体" panose="02010600030101010101" pitchFamily="2" charset="-122"/>
                <a:ea typeface="宋体" panose="02010600030101010101" pitchFamily="2" charset="-122"/>
              </a:rPr>
              <a:t>系统的行为建模</a:t>
            </a:r>
            <a:r>
              <a:rPr lang="zh-CN" altLang="en-US" sz="2400" noProof="1" smtClean="0">
                <a:solidFill>
                  <a:srgbClr val="000000"/>
                </a:solidFill>
                <a:effectLst/>
                <a:latin typeface="宋体" panose="02010600030101010101" pitchFamily="2" charset="-122"/>
                <a:ea typeface="宋体" panose="02010600030101010101" pitchFamily="2" charset="-122"/>
              </a:rPr>
              <a:t>，就是通过</a:t>
            </a:r>
            <a:r>
              <a:rPr lang="zh-CN" altLang="en-US" sz="2400" u="sng" noProof="1" smtClean="0">
                <a:solidFill>
                  <a:srgbClr val="000000"/>
                </a:solidFill>
                <a:effectLst/>
                <a:latin typeface="宋体" panose="02010600030101010101" pitchFamily="2" charset="-122"/>
                <a:ea typeface="宋体" panose="02010600030101010101" pitchFamily="2" charset="-122"/>
              </a:rPr>
              <a:t>描述系统的</a:t>
            </a:r>
            <a:r>
              <a:rPr lang="zh-CN" altLang="en-US" sz="2400" u="sng" noProof="1" smtClean="0">
                <a:solidFill>
                  <a:srgbClr val="0000FF"/>
                </a:solidFill>
                <a:effectLst/>
                <a:latin typeface="宋体" panose="02010600030101010101" pitchFamily="2" charset="-122"/>
                <a:ea typeface="宋体" panose="02010600030101010101" pitchFamily="2" charset="-122"/>
              </a:rPr>
              <a:t>状态</a:t>
            </a:r>
            <a:r>
              <a:rPr lang="zh-CN" altLang="en-US" sz="2400" u="sng" noProof="1" smtClean="0">
                <a:solidFill>
                  <a:srgbClr val="000000"/>
                </a:solidFill>
                <a:effectLst/>
                <a:latin typeface="宋体" panose="02010600030101010101" pitchFamily="2" charset="-122"/>
                <a:ea typeface="宋体" panose="02010600030101010101" pitchFamily="2" charset="-122"/>
              </a:rPr>
              <a:t>以及引起状态变化的</a:t>
            </a:r>
            <a:r>
              <a:rPr lang="zh-CN" altLang="en-US" sz="2400" u="sng" noProof="1" smtClean="0">
                <a:solidFill>
                  <a:srgbClr val="0000FF"/>
                </a:solidFill>
                <a:effectLst/>
                <a:latin typeface="宋体" panose="02010600030101010101" pitchFamily="2" charset="-122"/>
                <a:ea typeface="宋体" panose="02010600030101010101" pitchFamily="2" charset="-122"/>
              </a:rPr>
              <a:t>事件</a:t>
            </a:r>
            <a:r>
              <a:rPr lang="zh-CN" altLang="en-US" sz="2400" noProof="1" smtClean="0">
                <a:solidFill>
                  <a:srgbClr val="000000"/>
                </a:solidFill>
                <a:effectLst/>
                <a:latin typeface="宋体" panose="02010600030101010101" pitchFamily="2" charset="-122"/>
                <a:ea typeface="宋体" panose="02010600030101010101" pitchFamily="2" charset="-122"/>
              </a:rPr>
              <a:t>来表示系统的行为，将系统运行时详细的状态变化呈现给用户。</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3.</a:t>
            </a:r>
            <a:r>
              <a:rPr lang="zh-CN" altLang="zh-CN" sz="2400" noProof="1" smtClean="0">
                <a:solidFill>
                  <a:srgbClr val="000000"/>
                </a:solidFill>
                <a:effectLst/>
                <a:latin typeface="宋体" panose="02010600030101010101" pitchFamily="2" charset="-122"/>
                <a:ea typeface="宋体" panose="02010600030101010101" pitchFamily="2" charset="-122"/>
              </a:rPr>
              <a:t>6.1  </a:t>
            </a:r>
            <a:r>
              <a:rPr lang="zh-CN" altLang="en-US" sz="2400" noProof="1" smtClean="0">
                <a:solidFill>
                  <a:srgbClr val="000000"/>
                </a:solidFill>
                <a:effectLst/>
                <a:latin typeface="宋体" panose="02010600030101010101" pitchFamily="2" charset="-122"/>
                <a:ea typeface="宋体" panose="02010600030101010101" pitchFamily="2" charset="-122"/>
              </a:rPr>
              <a:t>状态</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    状态是任何可以被观察到的系统</a:t>
            </a:r>
            <a:r>
              <a:rPr lang="zh-CN" altLang="en-US" sz="2400" noProof="1" smtClean="0">
                <a:solidFill>
                  <a:srgbClr val="0000FF"/>
                </a:solidFill>
                <a:effectLst/>
                <a:latin typeface="宋体" panose="02010600030101010101" pitchFamily="2" charset="-122"/>
                <a:ea typeface="宋体" panose="02010600030101010101" pitchFamily="2" charset="-122"/>
              </a:rPr>
              <a:t>行为模式</a:t>
            </a:r>
            <a:r>
              <a:rPr lang="zh-CN" altLang="en-US" sz="2400" noProof="1" smtClean="0">
                <a:solidFill>
                  <a:srgbClr val="000000"/>
                </a:solidFill>
                <a:effectLst/>
                <a:latin typeface="宋体" panose="02010600030101010101" pitchFamily="2" charset="-122"/>
                <a:ea typeface="宋体" panose="02010600030101010101" pitchFamily="2" charset="-122"/>
              </a:rPr>
              <a:t>，一个状态代表系统的一种行为模式。</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    状态图中的三种状态：初态、终态和中间状态</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FF"/>
                </a:solidFill>
                <a:effectLst/>
                <a:latin typeface="宋体" panose="02010600030101010101" pitchFamily="2" charset="-122"/>
                <a:ea typeface="宋体" panose="02010600030101010101" pitchFamily="2" charset="-122"/>
              </a:rPr>
              <a:t>    比如：上课、课间休息为两种状态</a:t>
            </a:r>
            <a:endParaRPr lang="zh-CN" altLang="en-US" sz="2400" noProof="1" smtClean="0">
              <a:solidFill>
                <a:srgbClr val="0000FF"/>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3.</a:t>
            </a:r>
            <a:r>
              <a:rPr lang="zh-CN" altLang="zh-CN" sz="2400" noProof="1" smtClean="0">
                <a:solidFill>
                  <a:srgbClr val="000000"/>
                </a:solidFill>
                <a:effectLst/>
                <a:latin typeface="宋体" panose="02010600030101010101" pitchFamily="2" charset="-122"/>
                <a:ea typeface="宋体" panose="02010600030101010101" pitchFamily="2" charset="-122"/>
              </a:rPr>
              <a:t>6.2  </a:t>
            </a:r>
            <a:r>
              <a:rPr lang="zh-CN" altLang="en-US" sz="2400" noProof="1" smtClean="0">
                <a:solidFill>
                  <a:srgbClr val="000000"/>
                </a:solidFill>
                <a:effectLst/>
                <a:latin typeface="宋体" panose="02010600030101010101" pitchFamily="2" charset="-122"/>
                <a:ea typeface="宋体" panose="02010600030101010101" pitchFamily="2" charset="-122"/>
              </a:rPr>
              <a:t>事件</a:t>
            </a:r>
            <a:endParaRPr lang="zh-CN" altLang="en-US"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en-US" sz="2400" noProof="1" smtClean="0">
                <a:solidFill>
                  <a:srgbClr val="000000"/>
                </a:solidFill>
                <a:effectLst/>
                <a:latin typeface="宋体" panose="02010600030101010101" pitchFamily="2" charset="-122"/>
                <a:ea typeface="宋体" panose="02010600030101010101" pitchFamily="2" charset="-122"/>
              </a:rPr>
              <a:t>    事件是引起系统做动作或状态转换的控制信息。</a:t>
            </a:r>
            <a:endParaRPr lang="zh-CN" altLang="zh-CN" sz="2400" noProof="1" smtClean="0">
              <a:solidFill>
                <a:srgbClr val="000000"/>
              </a:solidFill>
              <a:effectLst/>
              <a:latin typeface="宋体" panose="02010600030101010101" pitchFamily="2" charset="-122"/>
              <a:ea typeface="宋体" panose="02010600030101010101" pitchFamily="2" charset="-122"/>
            </a:endParaRPr>
          </a:p>
          <a:p>
            <a:pPr marL="0" indent="0" eaLnBrk="1" hangingPunct="1">
              <a:lnSpc>
                <a:spcPct val="150000"/>
              </a:lnSpc>
              <a:spcBef>
                <a:spcPct val="0"/>
              </a:spcBef>
              <a:buFont typeface="Wingdings" panose="05000000000000000000" pitchFamily="2" charset="2"/>
              <a:buNone/>
            </a:pPr>
            <a:r>
              <a:rPr lang="zh-CN" altLang="zh-CN" sz="2400" noProof="1" smtClean="0">
                <a:solidFill>
                  <a:srgbClr val="000000"/>
                </a:solidFill>
                <a:effectLst/>
                <a:latin typeface="宋体" panose="02010600030101010101" pitchFamily="2" charset="-122"/>
                <a:ea typeface="宋体" panose="02010600030101010101" pitchFamily="2" charset="-122"/>
              </a:rPr>
              <a:t>    </a:t>
            </a:r>
            <a:r>
              <a:rPr lang="zh-CN" altLang="en-US" sz="2400" noProof="1" smtClean="0">
                <a:solidFill>
                  <a:srgbClr val="000000"/>
                </a:solidFill>
                <a:effectLst/>
                <a:latin typeface="宋体" panose="02010600030101010101" pitchFamily="2" charset="-122"/>
                <a:ea typeface="宋体" panose="02010600030101010101" pitchFamily="2" charset="-122"/>
              </a:rPr>
              <a:t>（</a:t>
            </a:r>
            <a:r>
              <a:rPr lang="zh-CN" altLang="en-US" sz="2400" noProof="1" smtClean="0">
                <a:solidFill>
                  <a:srgbClr val="0000FF"/>
                </a:solidFill>
                <a:effectLst/>
                <a:latin typeface="宋体" panose="02010600030101010101" pitchFamily="2" charset="-122"/>
                <a:ea typeface="宋体" panose="02010600030101010101" pitchFamily="2" charset="-122"/>
              </a:rPr>
              <a:t>上课 到 课间休息</a:t>
            </a:r>
            <a:r>
              <a:rPr lang="zh-CN" altLang="en-US" sz="2400" noProof="1" smtClean="0">
                <a:solidFill>
                  <a:srgbClr val="000000"/>
                </a:solidFill>
                <a:effectLst/>
                <a:latin typeface="宋体" panose="02010600030101010101" pitchFamily="2" charset="-122"/>
                <a:ea typeface="宋体" panose="02010600030101010101" pitchFamily="2" charset="-122"/>
              </a:rPr>
              <a:t>）</a:t>
            </a:r>
            <a:r>
              <a:rPr lang="zh-CN" altLang="zh-CN" sz="2400" noProof="1" smtClean="0">
                <a:solidFill>
                  <a:srgbClr val="000000"/>
                </a:solidFill>
                <a:effectLst/>
                <a:latin typeface="宋体" panose="02010600030101010101" pitchFamily="2" charset="-122"/>
                <a:ea typeface="宋体" panose="02010600030101010101" pitchFamily="2" charset="-122"/>
              </a:rPr>
              <a:t> </a:t>
            </a:r>
            <a:endParaRPr lang="zh-CN" altLang="en-US" sz="2400" noProof="1" smtClean="0">
              <a:solidFill>
                <a:srgbClr val="000000"/>
              </a:solidFill>
              <a:effectLst/>
              <a:latin typeface="宋体" panose="02010600030101010101" pitchFamily="2" charset="-122"/>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0725"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28E0C20-87F4-4882-B382-A95CADD7B194}"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355600" y="2990850"/>
              <a:ext cx="8509000" cy="1073150"/>
            </p14:xfrm>
          </p:contentPart>
        </mc:Choice>
        <mc:Fallback xmlns="">
          <p:pic>
            <p:nvPicPr>
              <p:cNvPr id="4" name="墨迹 3"/>
            </p:nvPicPr>
            <p:blipFill>
              <a:blip r:embed="rId2"/>
            </p:blipFill>
            <p:spPr>
              <a:xfrm>
                <a:off x="355600" y="2990850"/>
                <a:ext cx="8509000" cy="10731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022350" y="5740400"/>
              <a:ext cx="6356350" cy="571500"/>
            </p14:xfrm>
          </p:contentPart>
        </mc:Choice>
        <mc:Fallback xmlns="">
          <p:pic>
            <p:nvPicPr>
              <p:cNvPr id="5" name="墨迹 4"/>
            </p:nvPicPr>
            <p:blipFill>
              <a:blip r:embed="rId4"/>
            </p:blipFill>
            <p:spPr>
              <a:xfrm>
                <a:off x="1022350" y="5740400"/>
                <a:ext cx="6356350" cy="5715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5873750" y="4064000"/>
              <a:ext cx="1435100" cy="711200"/>
            </p14:xfrm>
          </p:contentPart>
        </mc:Choice>
        <mc:Fallback xmlns="">
          <p:pic>
            <p:nvPicPr>
              <p:cNvPr id="6" name="墨迹 5"/>
            </p:nvPicPr>
            <p:blipFill>
              <a:blip r:embed="rId6"/>
            </p:blipFill>
            <p:spPr>
              <a:xfrm>
                <a:off x="5873750" y="4064000"/>
                <a:ext cx="1435100" cy="7112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4229100" y="4629150"/>
              <a:ext cx="539750" cy="360"/>
            </p14:xfrm>
          </p:contentPart>
        </mc:Choice>
        <mc:Fallback xmlns="">
          <p:pic>
            <p:nvPicPr>
              <p:cNvPr id="7" name="墨迹 6"/>
            </p:nvPicPr>
            <p:blipFill>
              <a:blip r:embed="rId8"/>
            </p:blipFill>
            <p:spPr>
              <a:xfrm>
                <a:off x="4229100" y="4629150"/>
                <a:ext cx="53975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5118100" y="4565650"/>
              <a:ext cx="749300" cy="69850"/>
            </p14:xfrm>
          </p:contentPart>
        </mc:Choice>
        <mc:Fallback xmlns="">
          <p:pic>
            <p:nvPicPr>
              <p:cNvPr id="8" name="墨迹 7"/>
            </p:nvPicPr>
            <p:blipFill>
              <a:blip r:embed="rId10"/>
            </p:blipFill>
            <p:spPr>
              <a:xfrm>
                <a:off x="5118100" y="4565650"/>
                <a:ext cx="749300" cy="69850"/>
              </a:xfrm>
              <a:prstGeom prst="rect"/>
            </p:spPr>
          </p:pic>
        </mc:Fallback>
      </mc:AlternateContent>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457200" y="417513"/>
            <a:ext cx="8229600" cy="1139825"/>
          </a:xfrm>
        </p:spPr>
        <p:txBody>
          <a:bodyPr/>
          <a:lstStyle/>
          <a:p>
            <a:r>
              <a:rPr lang="zh-CN" altLang="zh-CN" noProof="1" smtClean="0">
                <a:solidFill>
                  <a:srgbClr val="000000"/>
                </a:solidFill>
                <a:effectLst/>
                <a:latin typeface="黑体" panose="02010609060101010101" pitchFamily="49" charset="-122"/>
              </a:rPr>
              <a:t>3.6.3 </a:t>
            </a:r>
            <a:r>
              <a:rPr lang="zh-CN" altLang="en-US" noProof="1" smtClean="0">
                <a:solidFill>
                  <a:srgbClr val="000000"/>
                </a:solidFill>
                <a:effectLst/>
                <a:latin typeface="黑体" panose="02010609060101010101" pitchFamily="49" charset="-122"/>
              </a:rPr>
              <a:t>状态转换图中的符号</a:t>
            </a:r>
            <a:endParaRPr lang="zh-CN" altLang="en-US" noProof="1" smtClean="0">
              <a:solidFill>
                <a:srgbClr val="000000"/>
              </a:solidFill>
              <a:effectLst/>
              <a:latin typeface="黑体" panose="02010609060101010101" pitchFamily="49" charset="-122"/>
            </a:endParaRPr>
          </a:p>
        </p:txBody>
      </p:sp>
      <p:sp>
        <p:nvSpPr>
          <p:cNvPr id="31747" name="文本框 1"/>
          <p:cNvSpPr txBox="1">
            <a:spLocks noChangeArrowheads="1"/>
          </p:cNvSpPr>
          <p:nvPr/>
        </p:nvSpPr>
        <p:spPr bwMode="auto">
          <a:xfrm>
            <a:off x="1338263" y="3429000"/>
            <a:ext cx="73374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描述状态：状态、状态变量</a:t>
            </a:r>
            <a:r>
              <a:rPr lang="zh-CN" altLang="en-US" sz="1800">
                <a:solidFill>
                  <a:srgbClr val="000000"/>
                </a:solidFill>
                <a:latin typeface="Times New Roman" panose="02020603050405020304" pitchFamily="18" charset="0"/>
                <a:ea typeface="宋体" panose="02010600030101010101" pitchFamily="2" charset="-122"/>
              </a:rPr>
              <a:t>（</a:t>
            </a:r>
            <a:r>
              <a:rPr lang="en-US" altLang="zh-CN" sz="1800">
                <a:solidFill>
                  <a:srgbClr val="FF0000"/>
                </a:solidFill>
                <a:latin typeface="Times New Roman" panose="02020603050405020304" pitchFamily="18" charset="0"/>
                <a:ea typeface="宋体" panose="02010600030101010101" pitchFamily="2" charset="-122"/>
              </a:rPr>
              <a:t>optional</a:t>
            </a:r>
            <a:r>
              <a:rPr lang="zh-CN" altLang="en-US" sz="1800">
                <a:solidFill>
                  <a:srgbClr val="000000"/>
                </a:solidFill>
                <a:latin typeface="Times New Roman" panose="02020603050405020304" pitchFamily="18" charset="0"/>
                <a:ea typeface="宋体" panose="02010600030101010101" pitchFamily="2" charset="-122"/>
              </a:rPr>
              <a:t>）</a:t>
            </a:r>
            <a:r>
              <a:rPr lang="zh-CN" altLang="en-US" sz="1800">
                <a:solidFill>
                  <a:srgbClr val="000000"/>
                </a:solidFill>
                <a:ea typeface="宋体" panose="02010600030101010101" pitchFamily="2" charset="-122"/>
              </a:rPr>
              <a:t>、活动表</a:t>
            </a:r>
            <a:r>
              <a:rPr lang="zh-CN" altLang="en-US" sz="1800">
                <a:solidFill>
                  <a:srgbClr val="000000"/>
                </a:solidFill>
                <a:latin typeface="Times New Roman" panose="02020603050405020304" pitchFamily="18" charset="0"/>
                <a:ea typeface="宋体" panose="02010600030101010101" pitchFamily="2" charset="-122"/>
              </a:rPr>
              <a:t>（</a:t>
            </a:r>
            <a:r>
              <a:rPr lang="en-US" altLang="zh-CN" sz="1800">
                <a:solidFill>
                  <a:srgbClr val="FF0000"/>
                </a:solidFill>
                <a:latin typeface="Times New Roman" panose="02020603050405020304" pitchFamily="18" charset="0"/>
                <a:ea typeface="宋体" panose="02010600030101010101" pitchFamily="2" charset="-122"/>
              </a:rPr>
              <a:t>optional</a:t>
            </a:r>
            <a:r>
              <a:rPr lang="zh-CN" altLang="en-US" sz="1800">
                <a:solidFill>
                  <a:srgbClr val="000000"/>
                </a:solidFill>
                <a:latin typeface="Times New Roman" panose="02020603050405020304" pitchFamily="18" charset="0"/>
                <a:ea typeface="宋体" panose="02010600030101010101" pitchFamily="2" charset="-122"/>
              </a:rPr>
              <a:t>）</a:t>
            </a:r>
            <a:endParaRPr lang="zh-CN" altLang="en-US" sz="1800">
              <a:solidFill>
                <a:srgbClr val="000000"/>
              </a:solidFill>
              <a:latin typeface="Times New Roman" panose="02020603050405020304" pitchFamily="18" charset="0"/>
              <a:ea typeface="宋体" panose="02010600030101010101" pitchFamily="2" charset="-122"/>
            </a:endParaRPr>
          </a:p>
          <a:p>
            <a:pPr eaLnBrk="1" hangingPunct="1">
              <a:spcBef>
                <a:spcPct val="0"/>
              </a:spcBef>
              <a:buClrTx/>
              <a:buSzTx/>
              <a:buFont typeface="Arial" panose="020B0604020202020204" pitchFamily="34" charset="0"/>
              <a:buNone/>
            </a:pP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活动：在一个特定状态下的一系列动作。</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a:t>
            </a:r>
            <a:r>
              <a:rPr lang="en-US" altLang="zh-CN" sz="1800">
                <a:solidFill>
                  <a:srgbClr val="0000FF"/>
                </a:solidFill>
                <a:ea typeface="宋体" panose="02010600030101010101" pitchFamily="2" charset="-122"/>
              </a:rPr>
              <a:t>“</a:t>
            </a:r>
            <a:r>
              <a:rPr lang="zh-CN" altLang="en-US" sz="1800">
                <a:solidFill>
                  <a:srgbClr val="0000FF"/>
                </a:solidFill>
                <a:ea typeface="宋体" panose="02010600030101010101" pitchFamily="2" charset="-122"/>
              </a:rPr>
              <a:t>上课</a:t>
            </a:r>
            <a:r>
              <a:rPr lang="en-US" altLang="zh-CN" sz="1800">
                <a:solidFill>
                  <a:srgbClr val="0000FF"/>
                </a:solidFill>
                <a:ea typeface="宋体" panose="02010600030101010101" pitchFamily="2" charset="-122"/>
              </a:rPr>
              <a:t>”</a:t>
            </a:r>
            <a:r>
              <a:rPr lang="zh-CN" altLang="en-US" sz="1800">
                <a:solidFill>
                  <a:srgbClr val="0000FF"/>
                </a:solidFill>
                <a:ea typeface="宋体" panose="02010600030101010101" pitchFamily="2" charset="-122"/>
              </a:rPr>
              <a:t>、</a:t>
            </a:r>
            <a:r>
              <a:rPr lang="en-US" altLang="zh-CN" sz="1800">
                <a:solidFill>
                  <a:srgbClr val="0000FF"/>
                </a:solidFill>
                <a:ea typeface="宋体" panose="02010600030101010101" pitchFamily="2" charset="-122"/>
              </a:rPr>
              <a:t>“</a:t>
            </a:r>
            <a:r>
              <a:rPr lang="zh-CN" altLang="en-US" sz="1800">
                <a:solidFill>
                  <a:srgbClr val="0000FF"/>
                </a:solidFill>
                <a:ea typeface="宋体" panose="02010600030101010101" pitchFamily="2" charset="-122"/>
              </a:rPr>
              <a:t>课间休息</a:t>
            </a:r>
            <a:r>
              <a:rPr lang="en-US" altLang="zh-CN" sz="1800">
                <a:solidFill>
                  <a:srgbClr val="0000FF"/>
                </a:solidFill>
                <a:ea typeface="宋体" panose="02010600030101010101" pitchFamily="2" charset="-122"/>
              </a:rPr>
              <a:t>”</a:t>
            </a:r>
            <a:r>
              <a:rPr lang="zh-CN" altLang="en-US" sz="1800">
                <a:solidFill>
                  <a:srgbClr val="0000FF"/>
                </a:solidFill>
                <a:ea typeface="宋体" panose="02010600030101010101" pitchFamily="2" charset="-122"/>
              </a:rPr>
              <a:t>两个状态下有什么动作？</a:t>
            </a:r>
            <a:r>
              <a:rPr lang="zh-CN" altLang="en-US" sz="1800">
                <a:solidFill>
                  <a:srgbClr val="000000"/>
                </a:solidFill>
                <a:ea typeface="宋体" panose="02010600030101010101" pitchFamily="2" charset="-122"/>
              </a:rPr>
              <a:t>）</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活动表的格式：事件名</a:t>
            </a:r>
            <a:r>
              <a:rPr lang="en-US" altLang="zh-CN" sz="1800">
                <a:solidFill>
                  <a:srgbClr val="000000"/>
                </a:solidFill>
                <a:ea typeface="宋体" panose="02010600030101010101" pitchFamily="2" charset="-122"/>
              </a:rPr>
              <a:t>/</a:t>
            </a:r>
            <a:r>
              <a:rPr lang="zh-CN" altLang="en-US" sz="1800">
                <a:solidFill>
                  <a:srgbClr val="000000"/>
                </a:solidFill>
                <a:ea typeface="宋体" panose="02010600030101010101" pitchFamily="2" charset="-122"/>
              </a:rPr>
              <a:t>动作表达式</a:t>
            </a: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活动表中的</a:t>
            </a:r>
            <a:r>
              <a:rPr lang="en-US" altLang="zh-CN" sz="1800">
                <a:solidFill>
                  <a:srgbClr val="000000"/>
                </a:solidFill>
                <a:ea typeface="宋体" panose="02010600030101010101" pitchFamily="2" charset="-122"/>
              </a:rPr>
              <a:t>3</a:t>
            </a:r>
            <a:r>
              <a:rPr lang="zh-CN" altLang="en-US" sz="1800">
                <a:solidFill>
                  <a:srgbClr val="000000"/>
                </a:solidFill>
                <a:ea typeface="宋体" panose="02010600030101010101" pitchFamily="2" charset="-122"/>
              </a:rPr>
              <a:t>种标准事件</a:t>
            </a:r>
            <a:r>
              <a:rPr lang="en-US" altLang="zh-CN" sz="1800">
                <a:solidFill>
                  <a:srgbClr val="000000"/>
                </a:solidFill>
                <a:ea typeface="宋体" panose="02010600030101010101" pitchFamily="2" charset="-122"/>
              </a:rPr>
              <a:t>: entry</a:t>
            </a:r>
            <a:r>
              <a:rPr lang="zh-CN" altLang="en-US" sz="1800">
                <a:solidFill>
                  <a:srgbClr val="000000"/>
                </a:solidFill>
                <a:ea typeface="宋体" panose="02010600030101010101" pitchFamily="2" charset="-122"/>
              </a:rPr>
              <a:t>（进入状态）</a:t>
            </a:r>
            <a:r>
              <a:rPr lang="en-US" altLang="zh-CN" sz="1800">
                <a:solidFill>
                  <a:srgbClr val="000000"/>
                </a:solidFill>
                <a:ea typeface="宋体" panose="02010600030101010101" pitchFamily="2" charset="-122"/>
              </a:rPr>
              <a:t>, </a:t>
            </a:r>
            <a:r>
              <a:rPr lang="en-US" altLang="zh-CN" sz="1800">
                <a:solidFill>
                  <a:srgbClr val="000000"/>
                </a:solidFill>
                <a:highlight>
                  <a:srgbClr val="FFFF00"/>
                </a:highlight>
                <a:ea typeface="宋体" panose="02010600030101010101" pitchFamily="2" charset="-122"/>
              </a:rPr>
              <a:t>do</a:t>
            </a:r>
            <a:r>
              <a:rPr lang="zh-CN" altLang="en-US" sz="1800">
                <a:solidFill>
                  <a:srgbClr val="000000"/>
                </a:solidFill>
                <a:highlight>
                  <a:srgbClr val="FFFF00"/>
                </a:highlight>
                <a:ea typeface="宋体" panose="02010600030101010101" pitchFamily="2" charset="-122"/>
              </a:rPr>
              <a:t>（状态下的动作）</a:t>
            </a:r>
            <a:r>
              <a:rPr lang="zh-CN" altLang="en-US" sz="1800">
                <a:solidFill>
                  <a:srgbClr val="000000"/>
                </a:solidFill>
                <a:ea typeface="宋体" panose="02010600030101010101" pitchFamily="2" charset="-122"/>
              </a:rPr>
              <a:t>与</a:t>
            </a:r>
            <a:r>
              <a:rPr lang="en-US" altLang="zh-CN" sz="1800">
                <a:solidFill>
                  <a:srgbClr val="000000"/>
                </a:solidFill>
                <a:ea typeface="宋体" panose="02010600030101010101" pitchFamily="2" charset="-122"/>
              </a:rPr>
              <a:t>exit </a:t>
            </a:r>
            <a:r>
              <a:rPr lang="zh-CN" altLang="en-US" sz="1800">
                <a:solidFill>
                  <a:srgbClr val="000000"/>
                </a:solidFill>
                <a:ea typeface="宋体" panose="02010600030101010101" pitchFamily="2" charset="-122"/>
              </a:rPr>
              <a:t>（退出状态）</a:t>
            </a: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a:t>
            </a:r>
            <a:endParaRPr lang="en-US" altLang="zh-CN"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事件表达式的格式：事件说明</a:t>
            </a:r>
            <a:r>
              <a:rPr lang="en-US" altLang="zh-CN" sz="1800">
                <a:solidFill>
                  <a:srgbClr val="000000"/>
                </a:solidFill>
                <a:ea typeface="宋体" panose="02010600030101010101" pitchFamily="2" charset="-122"/>
              </a:rPr>
              <a:t>/</a:t>
            </a:r>
            <a:r>
              <a:rPr lang="zh-CN" altLang="en-US" sz="1800">
                <a:solidFill>
                  <a:srgbClr val="000000"/>
                </a:solidFill>
                <a:ea typeface="宋体" panose="02010600030101010101" pitchFamily="2" charset="-122"/>
              </a:rPr>
              <a:t>动作表达式</a:t>
            </a:r>
            <a:endParaRPr lang="zh-CN" altLang="en-US" sz="18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en-US" altLang="zh-CN" sz="1800">
                <a:solidFill>
                  <a:srgbClr val="000000"/>
                </a:solidFill>
                <a:ea typeface="宋体" panose="02010600030101010101" pitchFamily="2" charset="-122"/>
              </a:rPr>
              <a:t>(</a:t>
            </a:r>
            <a:r>
              <a:rPr lang="zh-CN" altLang="en-US" sz="1800">
                <a:solidFill>
                  <a:srgbClr val="FF0000"/>
                </a:solidFill>
                <a:ea typeface="宋体" panose="02010600030101010101" pitchFamily="2" charset="-122"/>
              </a:rPr>
              <a:t>常省略事件说明</a:t>
            </a:r>
            <a:r>
              <a:rPr lang="en-US" altLang="zh-CN" sz="1800">
                <a:solidFill>
                  <a:srgbClr val="000000"/>
                </a:solidFill>
                <a:ea typeface="宋体" panose="02010600030101010101" pitchFamily="2" charset="-122"/>
              </a:rPr>
              <a:t>)</a:t>
            </a:r>
            <a:endParaRPr lang="en-US" altLang="zh-CN" sz="1800">
              <a:solidFill>
                <a:srgbClr val="000000"/>
              </a:solidFill>
              <a:ea typeface="宋体" panose="02010600030101010101" pitchFamily="2" charset="-122"/>
            </a:endParaRPr>
          </a:p>
        </p:txBody>
      </p:sp>
      <p:graphicFrame>
        <p:nvGraphicFramePr>
          <p:cNvPr id="31748" name="内容占位符 2"/>
          <p:cNvGraphicFramePr>
            <a:graphicFrameLocks noGrp="1" noChangeAspect="1"/>
          </p:cNvGraphicFramePr>
          <p:nvPr>
            <p:ph idx="1"/>
          </p:nvPr>
        </p:nvGraphicFramePr>
        <p:xfrm>
          <a:off x="1643063" y="1357313"/>
          <a:ext cx="5119687" cy="2001837"/>
        </p:xfrm>
        <a:graphic>
          <a:graphicData uri="http://schemas.openxmlformats.org/presentationml/2006/ole">
            <mc:AlternateContent xmlns:mc="http://schemas.openxmlformats.org/markup-compatibility/2006">
              <mc:Choice xmlns:v="urn:schemas-microsoft-com:vml" Requires="v">
                <p:oleObj spid="_x0000_s31769" name="" r:id="rId1" imgW="7258050" imgH="2838450" progId="Paint.Picture">
                  <p:embed/>
                </p:oleObj>
              </mc:Choice>
              <mc:Fallback>
                <p:oleObj name="" r:id="rId1" imgW="7258050" imgH="2838450" progId="Paint.Picture">
                  <p:embed/>
                  <p:pic>
                    <p:nvPicPr>
                      <p:cNvPr id="0" name="内容占位符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63" y="1357313"/>
                        <a:ext cx="5119687" cy="200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1750"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851BE85A-411B-4B08-AE14-974DA9C5D8AB}"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762120" y="1276200"/>
              <a:ext cx="7036200" cy="5220360"/>
            </p14:xfrm>
          </p:contentPart>
        </mc:Choice>
        <mc:Fallback xmlns="">
          <p:pic>
            <p:nvPicPr>
              <p:cNvPr id="3" name="墨迹 2"/>
            </p:nvPicPr>
            <p:blipFill>
              <a:blip r:embed="rId4"/>
            </p:blipFill>
            <p:spPr>
              <a:xfrm>
                <a:off x="762120" y="1276200"/>
                <a:ext cx="7036200" cy="5220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1581150" y="2254250"/>
              <a:ext cx="285750" cy="431800"/>
            </p14:xfrm>
          </p:contentPart>
        </mc:Choice>
        <mc:Fallback xmlns="">
          <p:pic>
            <p:nvPicPr>
              <p:cNvPr id="4" name="墨迹 3"/>
            </p:nvPicPr>
            <p:blipFill>
              <a:blip r:embed="rId6"/>
            </p:blipFill>
            <p:spPr>
              <a:xfrm>
                <a:off x="1581150" y="2254250"/>
                <a:ext cx="285750" cy="4318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483350" y="2254250"/>
              <a:ext cx="381000" cy="450850"/>
            </p14:xfrm>
          </p:contentPart>
        </mc:Choice>
        <mc:Fallback xmlns="">
          <p:pic>
            <p:nvPicPr>
              <p:cNvPr id="5" name="墨迹 4"/>
            </p:nvPicPr>
            <p:blipFill>
              <a:blip r:embed="rId8"/>
            </p:blipFill>
            <p:spPr>
              <a:xfrm>
                <a:off x="6483350" y="2254250"/>
                <a:ext cx="381000" cy="4508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1276350" y="3816350"/>
              <a:ext cx="4425950" cy="482600"/>
            </p14:xfrm>
          </p:contentPart>
        </mc:Choice>
        <mc:Fallback xmlns="">
          <p:pic>
            <p:nvPicPr>
              <p:cNvPr id="6" name="墨迹 5"/>
            </p:nvPicPr>
            <p:blipFill>
              <a:blip r:embed="rId10"/>
            </p:blipFill>
            <p:spPr>
              <a:xfrm>
                <a:off x="1276350" y="3816350"/>
                <a:ext cx="4425950" cy="482600"/>
              </a:xfrm>
              <a:prstGeom prst="rect"/>
            </p:spPr>
          </p:pic>
        </mc:Fallback>
      </mc:AlternateContent>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对象 1"/>
          <p:cNvGraphicFramePr/>
          <p:nvPr/>
        </p:nvGraphicFramePr>
        <p:xfrm>
          <a:off x="1476375" y="1557338"/>
          <a:ext cx="6191250" cy="3343275"/>
        </p:xfrm>
        <a:graphic>
          <a:graphicData uri="http://schemas.openxmlformats.org/presentationml/2006/ole">
            <mc:AlternateContent xmlns:mc="http://schemas.openxmlformats.org/markup-compatibility/2006">
              <mc:Choice xmlns:v="urn:schemas-microsoft-com:vml" Requires="v">
                <p:oleObj spid="_x0000_s32792" name="" r:id="rId1" imgW="4514850" imgH="2343150" progId="Paint.Picture">
                  <p:embed/>
                </p:oleObj>
              </mc:Choice>
              <mc:Fallback>
                <p:oleObj name="" r:id="rId1" imgW="4514850" imgH="2343150" progId="Paint.Picture">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557338"/>
                        <a:ext cx="619125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1" name="文本框 3"/>
          <p:cNvSpPr txBox="1">
            <a:spLocks noChangeArrowheads="1"/>
          </p:cNvSpPr>
          <p:nvPr/>
        </p:nvSpPr>
        <p:spPr bwMode="auto">
          <a:xfrm>
            <a:off x="2484438" y="4900613"/>
            <a:ext cx="59039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2000">
                <a:solidFill>
                  <a:srgbClr val="000000"/>
                </a:solidFill>
                <a:ea typeface="宋体" panose="02010600030101010101" pitchFamily="2" charset="-122"/>
              </a:rPr>
              <a:t>    状态转换图表示复印机的使用</a:t>
            </a:r>
            <a:endParaRPr lang="en-US" altLang="zh-CN" sz="20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endParaRPr lang="en-US" altLang="zh-CN" sz="2000">
              <a:solidFill>
                <a:srgbClr val="000000"/>
              </a:solidFill>
              <a:ea typeface="宋体" panose="02010600030101010101" pitchFamily="2" charset="-122"/>
            </a:endParaRPr>
          </a:p>
          <a:p>
            <a:pPr eaLnBrk="1" hangingPunct="1">
              <a:spcBef>
                <a:spcPct val="0"/>
              </a:spcBef>
              <a:buClrTx/>
              <a:buSzTx/>
              <a:buFont typeface="Arial" panose="020B0604020202020204" pitchFamily="34" charset="0"/>
              <a:buNone/>
            </a:pPr>
            <a:r>
              <a:rPr lang="zh-CN" altLang="en-US" sz="2000">
                <a:solidFill>
                  <a:srgbClr val="FF0000"/>
                </a:solidFill>
                <a:ea typeface="宋体" panose="02010600030101010101" pitchFamily="2" charset="-122"/>
              </a:rPr>
              <a:t>请大家课后分析教材上的电话系统状态图</a:t>
            </a:r>
            <a:r>
              <a:rPr lang="en-US" altLang="zh-CN" sz="2000">
                <a:solidFill>
                  <a:srgbClr val="FF0000"/>
                </a:solidFill>
                <a:ea typeface="宋体" panose="02010600030101010101" pitchFamily="2" charset="-122"/>
              </a:rPr>
              <a:t>(P67)</a:t>
            </a:r>
            <a:r>
              <a:rPr lang="zh-CN" altLang="en-US" sz="2000">
                <a:solidFill>
                  <a:srgbClr val="FF0000"/>
                </a:solidFill>
                <a:ea typeface="宋体" panose="02010600030101010101" pitchFamily="2" charset="-122"/>
              </a:rPr>
              <a:t>。</a:t>
            </a:r>
            <a:endParaRPr lang="zh-CN" altLang="en-US" sz="2000">
              <a:solidFill>
                <a:srgbClr val="FF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2773"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D8E475C7-76E4-4BB4-A2AB-08F8E37E5F5A}"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32774" name="标题 1"/>
          <p:cNvSpPr>
            <a:spLocks noGrp="1"/>
          </p:cNvSpPr>
          <p:nvPr>
            <p:ph type="title"/>
          </p:nvPr>
        </p:nvSpPr>
        <p:spPr>
          <a:xfrm>
            <a:off x="323850" y="404813"/>
            <a:ext cx="8229600" cy="1139825"/>
          </a:xfrm>
        </p:spPr>
        <p:txBody>
          <a:bodyPr/>
          <a:lstStyle/>
          <a:p>
            <a:r>
              <a:rPr lang="zh-CN" altLang="en-US" smtClean="0">
                <a:solidFill>
                  <a:srgbClr val="000000"/>
                </a:solidFill>
                <a:effectLst/>
              </a:rPr>
              <a:t>状态转换图的例子</a:t>
            </a:r>
            <a:endParaRPr lang="zh-CN" altLang="en-US" noProof="1" smtClean="0">
              <a:solidFill>
                <a:srgbClr val="000000"/>
              </a:solidFill>
              <a:effectLst/>
              <a:latin typeface="黑体" panose="02010609060101010101" pitchFamily="49"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057650" y="3505200"/>
              <a:ext cx="730250" cy="57150"/>
            </p14:xfrm>
          </p:contentPart>
        </mc:Choice>
        <mc:Fallback xmlns="">
          <p:pic>
            <p:nvPicPr>
              <p:cNvPr id="3" name="墨迹 2"/>
            </p:nvPicPr>
            <p:blipFill>
              <a:blip r:embed="rId4"/>
            </p:blipFill>
            <p:spPr>
              <a:xfrm>
                <a:off x="4057650" y="3505200"/>
                <a:ext cx="730250" cy="571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6508750" y="2724150"/>
              <a:ext cx="730250" cy="38100"/>
            </p14:xfrm>
          </p:contentPart>
        </mc:Choice>
        <mc:Fallback xmlns="">
          <p:pic>
            <p:nvPicPr>
              <p:cNvPr id="4" name="墨迹 3"/>
            </p:nvPicPr>
            <p:blipFill>
              <a:blip r:embed="rId6"/>
            </p:blipFill>
            <p:spPr>
              <a:xfrm>
                <a:off x="6508750" y="2724150"/>
                <a:ext cx="730250" cy="381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6673850" y="4527550"/>
              <a:ext cx="914400" cy="19050"/>
            </p14:xfrm>
          </p:contentPart>
        </mc:Choice>
        <mc:Fallback xmlns="">
          <p:pic>
            <p:nvPicPr>
              <p:cNvPr id="5" name="墨迹 4"/>
            </p:nvPicPr>
            <p:blipFill>
              <a:blip r:embed="rId8"/>
            </p:blipFill>
            <p:spPr>
              <a:xfrm>
                <a:off x="6673850" y="4527550"/>
                <a:ext cx="914400" cy="190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7905750" y="2794000"/>
              <a:ext cx="44450" cy="12700"/>
            </p14:xfrm>
          </p:contentPart>
        </mc:Choice>
        <mc:Fallback xmlns="">
          <p:pic>
            <p:nvPicPr>
              <p:cNvPr id="7" name="墨迹 6"/>
            </p:nvPicPr>
            <p:blipFill>
              <a:blip r:embed="rId10"/>
            </p:blipFill>
            <p:spPr>
              <a:xfrm>
                <a:off x="7905750" y="2794000"/>
                <a:ext cx="44450" cy="127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844550" y="3092450"/>
              <a:ext cx="749300" cy="146050"/>
            </p14:xfrm>
          </p:contentPart>
        </mc:Choice>
        <mc:Fallback xmlns="">
          <p:pic>
            <p:nvPicPr>
              <p:cNvPr id="6" name="墨迹 5"/>
            </p:nvPicPr>
            <p:blipFill>
              <a:blip r:embed="rId12"/>
            </p:blipFill>
            <p:spPr>
              <a:xfrm>
                <a:off x="844550" y="3092450"/>
                <a:ext cx="749300" cy="1460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1422400" y="3073400"/>
              <a:ext cx="254000" cy="355600"/>
            </p14:xfrm>
          </p:contentPart>
        </mc:Choice>
        <mc:Fallback xmlns="">
          <p:pic>
            <p:nvPicPr>
              <p:cNvPr id="8" name="墨迹 7"/>
            </p:nvPicPr>
            <p:blipFill>
              <a:blip r:embed="rId14"/>
            </p:blipFill>
            <p:spPr>
              <a:xfrm>
                <a:off x="1422400" y="3073400"/>
                <a:ext cx="254000" cy="355600"/>
              </a:xfrm>
              <a:prstGeom prst="rect"/>
            </p:spPr>
          </p:pic>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457200" y="203200"/>
            <a:ext cx="8229600" cy="1139825"/>
          </a:xfrm>
        </p:spPr>
        <p:txBody>
          <a:bodyPr/>
          <a:lstStyle/>
          <a:p>
            <a:r>
              <a:rPr lang="zh-CN" altLang="zh-CN" noProof="1" smtClean="0">
                <a:solidFill>
                  <a:srgbClr val="000000"/>
                </a:solidFill>
                <a:effectLst/>
              </a:rPr>
              <a:t>3.7 </a:t>
            </a:r>
            <a:r>
              <a:rPr lang="zh-CN" altLang="en-US" noProof="1" smtClean="0">
                <a:solidFill>
                  <a:srgbClr val="000000"/>
                </a:solidFill>
                <a:effectLst/>
              </a:rPr>
              <a:t>其它图形工具</a:t>
            </a:r>
            <a:endParaRPr lang="zh-CN" altLang="en-US" noProof="1" smtClean="0">
              <a:solidFill>
                <a:srgbClr val="000000"/>
              </a:solidFill>
              <a:effectLst/>
            </a:endParaRPr>
          </a:p>
        </p:txBody>
      </p:sp>
      <p:sp>
        <p:nvSpPr>
          <p:cNvPr id="33795" name="内容占位符 2"/>
          <p:cNvSpPr>
            <a:spLocks noGrp="1" noChangeArrowheads="1"/>
          </p:cNvSpPr>
          <p:nvPr>
            <p:ph idx="1"/>
          </p:nvPr>
        </p:nvSpPr>
        <p:spPr>
          <a:xfrm>
            <a:off x="457200" y="1312863"/>
            <a:ext cx="8286750" cy="1330325"/>
          </a:xfrm>
        </p:spPr>
        <p:txBody>
          <a:bodyPr/>
          <a:lstStyle/>
          <a:p>
            <a:pPr>
              <a:buFont typeface="Wingdings" panose="05000000000000000000" pitchFamily="2" charset="2"/>
              <a:buNone/>
            </a:pPr>
            <a:r>
              <a:rPr lang="zh-CN" altLang="zh-CN" noProof="1" smtClean="0">
                <a:solidFill>
                  <a:srgbClr val="000000"/>
                </a:solidFill>
                <a:effectLst/>
              </a:rPr>
              <a:t>3.7.1 </a:t>
            </a:r>
            <a:r>
              <a:rPr lang="zh-CN" altLang="en-US" noProof="1" smtClean="0">
                <a:solidFill>
                  <a:srgbClr val="000000"/>
                </a:solidFill>
                <a:effectLst/>
              </a:rPr>
              <a:t>层次方框图</a:t>
            </a:r>
            <a:endParaRPr lang="zh-CN" altLang="en-US" noProof="1" smtClean="0">
              <a:solidFill>
                <a:srgbClr val="000000"/>
              </a:solidFill>
              <a:effectLst/>
            </a:endParaRPr>
          </a:p>
          <a:p>
            <a:pPr>
              <a:buFont typeface="Wingdings" panose="05000000000000000000" pitchFamily="2" charset="2"/>
              <a:buNone/>
            </a:pPr>
            <a:r>
              <a:rPr lang="zh-CN" altLang="en-US" noProof="1" smtClean="0">
                <a:solidFill>
                  <a:srgbClr val="000000"/>
                </a:solidFill>
                <a:effectLst/>
              </a:rPr>
              <a:t>   由</a:t>
            </a:r>
            <a:r>
              <a:rPr lang="zh-CN" altLang="en-US" noProof="1" smtClean="0">
                <a:solidFill>
                  <a:srgbClr val="0000FF"/>
                </a:solidFill>
                <a:effectLst/>
              </a:rPr>
              <a:t>方框</a:t>
            </a:r>
            <a:r>
              <a:rPr lang="zh-CN" altLang="en-US" noProof="1" smtClean="0">
                <a:solidFill>
                  <a:srgbClr val="000000"/>
                </a:solidFill>
                <a:effectLst/>
              </a:rPr>
              <a:t>构成的多层次</a:t>
            </a:r>
            <a:r>
              <a:rPr lang="zh-CN" altLang="en-US" noProof="1" smtClean="0">
                <a:solidFill>
                  <a:srgbClr val="0000FF"/>
                </a:solidFill>
                <a:effectLst/>
              </a:rPr>
              <a:t>树形结构</a:t>
            </a:r>
            <a:r>
              <a:rPr lang="zh-CN" altLang="en-US" noProof="1" smtClean="0">
                <a:solidFill>
                  <a:srgbClr val="000000"/>
                </a:solidFill>
                <a:effectLst/>
              </a:rPr>
              <a:t>，表示</a:t>
            </a:r>
            <a:r>
              <a:rPr lang="zh-CN" altLang="en-US" noProof="1" smtClean="0">
                <a:solidFill>
                  <a:srgbClr val="0000FF"/>
                </a:solidFill>
                <a:effectLst/>
              </a:rPr>
              <a:t>系统的组成关系</a:t>
            </a:r>
            <a:r>
              <a:rPr lang="zh-CN" altLang="en-US" noProof="1" smtClean="0">
                <a:solidFill>
                  <a:srgbClr val="000000"/>
                </a:solidFill>
                <a:effectLst/>
              </a:rPr>
              <a:t>。</a:t>
            </a:r>
            <a:endParaRPr lang="zh-CN" altLang="en-US" noProof="1" smtClean="0">
              <a:solidFill>
                <a:srgbClr val="000000"/>
              </a:solidFill>
              <a:effectLst/>
            </a:endParaRPr>
          </a:p>
        </p:txBody>
      </p:sp>
      <p:graphicFrame>
        <p:nvGraphicFramePr>
          <p:cNvPr id="33796" name="对象 5"/>
          <p:cNvGraphicFramePr/>
          <p:nvPr/>
        </p:nvGraphicFramePr>
        <p:xfrm>
          <a:off x="1403350" y="3027363"/>
          <a:ext cx="6119813" cy="3106737"/>
        </p:xfrm>
        <a:graphic>
          <a:graphicData uri="http://schemas.openxmlformats.org/presentationml/2006/ole">
            <mc:AlternateContent xmlns:mc="http://schemas.openxmlformats.org/markup-compatibility/2006">
              <mc:Choice xmlns:v="urn:schemas-microsoft-com:vml" Requires="v">
                <p:oleObj spid="_x0000_s33817" name="" r:id="rId1" imgW="6115050" imgH="3105150" progId="Paint.Picture">
                  <p:embed/>
                </p:oleObj>
              </mc:Choice>
              <mc:Fallback>
                <p:oleObj name="" r:id="rId1" imgW="6115050" imgH="3105150" progId="Paint.Picture">
                  <p:embed/>
                  <p:pic>
                    <p:nvPicPr>
                      <p:cNvPr id="0" name="对象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3027363"/>
                        <a:ext cx="6119813" cy="310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TextBox 4"/>
          <p:cNvSpPr txBox="1">
            <a:spLocks noChangeArrowheads="1"/>
          </p:cNvSpPr>
          <p:nvPr/>
        </p:nvSpPr>
        <p:spPr bwMode="auto">
          <a:xfrm>
            <a:off x="2627313" y="6134100"/>
            <a:ext cx="4321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1800">
                <a:solidFill>
                  <a:srgbClr val="FF0000"/>
                </a:solidFill>
                <a:ea typeface="宋体" panose="02010600030101010101" pitchFamily="2" charset="-122"/>
              </a:rPr>
              <a:t>请给出两个层次方框图的例子！</a:t>
            </a:r>
            <a:endParaRPr lang="zh-CN" altLang="en-US" sz="1800">
              <a:solidFill>
                <a:srgbClr val="FF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3799"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A9822788-0796-48FC-A204-3B2CF7CCA7AE}"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990600" y="3638550"/>
              <a:ext cx="482600" cy="584200"/>
            </p14:xfrm>
          </p:contentPart>
        </mc:Choice>
        <mc:Fallback xmlns="">
          <p:pic>
            <p:nvPicPr>
              <p:cNvPr id="3" name="墨迹 2"/>
            </p:nvPicPr>
            <p:blipFill>
              <a:blip r:embed="rId4"/>
            </p:blipFill>
            <p:spPr>
              <a:xfrm>
                <a:off x="990600" y="3638550"/>
                <a:ext cx="482600" cy="5842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520700" y="4654550"/>
              <a:ext cx="565150" cy="1206500"/>
            </p14:xfrm>
          </p:contentPart>
        </mc:Choice>
        <mc:Fallback xmlns="">
          <p:pic>
            <p:nvPicPr>
              <p:cNvPr id="4" name="墨迹 3"/>
            </p:nvPicPr>
            <p:blipFill>
              <a:blip r:embed="rId6"/>
            </p:blipFill>
            <p:spPr>
              <a:xfrm>
                <a:off x="520700" y="4654550"/>
                <a:ext cx="565150" cy="12065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314450" y="4222750"/>
              <a:ext cx="2438400" cy="2057400"/>
            </p14:xfrm>
          </p:contentPart>
        </mc:Choice>
        <mc:Fallback xmlns="">
          <p:pic>
            <p:nvPicPr>
              <p:cNvPr id="6" name="墨迹 5"/>
            </p:nvPicPr>
            <p:blipFill>
              <a:blip r:embed="rId8"/>
            </p:blipFill>
            <p:spPr>
              <a:xfrm>
                <a:off x="1314450" y="4222750"/>
                <a:ext cx="2438400" cy="2057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5930900" y="4229100"/>
              <a:ext cx="800100" cy="101600"/>
            </p14:xfrm>
          </p:contentPart>
        </mc:Choice>
        <mc:Fallback xmlns="">
          <p:pic>
            <p:nvPicPr>
              <p:cNvPr id="7" name="墨迹 6"/>
            </p:nvPicPr>
            <p:blipFill>
              <a:blip r:embed="rId10"/>
            </p:blipFill>
            <p:spPr>
              <a:xfrm>
                <a:off x="5930900" y="4229100"/>
                <a:ext cx="800100" cy="1016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3790950" y="4178300"/>
              <a:ext cx="1193800" cy="107950"/>
            </p14:xfrm>
          </p:contentPart>
        </mc:Choice>
        <mc:Fallback xmlns="">
          <p:pic>
            <p:nvPicPr>
              <p:cNvPr id="8" name="墨迹 7"/>
            </p:nvPicPr>
            <p:blipFill>
              <a:blip r:embed="rId12"/>
            </p:blipFill>
            <p:spPr>
              <a:xfrm>
                <a:off x="3790950" y="4178300"/>
                <a:ext cx="1193800" cy="10795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5390FE9A-D8A4-4BE9-937C-41FC3871BEEA}" type="datetime11">
              <a:rPr lang="zh-CN" altLang="en-US" smtClean="0"/>
            </a:fld>
            <a:endParaRPr lang="en-US" altLang="zh-CN"/>
          </a:p>
        </p:txBody>
      </p:sp>
      <p:sp>
        <p:nvSpPr>
          <p:cNvPr id="34819" name="灯片编号占位符 4"/>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F66F4A3A-46E7-4F3D-951D-B718E3F7EB98}"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p:sp>
        <p:nvSpPr>
          <p:cNvPr id="34821" name="标题 1"/>
          <p:cNvSpPr>
            <a:spLocks noGrp="1"/>
          </p:cNvSpPr>
          <p:nvPr>
            <p:ph type="title"/>
          </p:nvPr>
        </p:nvSpPr>
        <p:spPr>
          <a:xfrm>
            <a:off x="457200" y="203200"/>
            <a:ext cx="8229600" cy="1139825"/>
          </a:xfrm>
        </p:spPr>
        <p:txBody>
          <a:bodyPr/>
          <a:lstStyle/>
          <a:p>
            <a:r>
              <a:rPr lang="zh-CN" altLang="en-US" noProof="1" smtClean="0">
                <a:solidFill>
                  <a:srgbClr val="000000"/>
                </a:solidFill>
                <a:effectLst/>
              </a:rPr>
              <a:t>用层次方框图表示我们学校的机构设置</a:t>
            </a:r>
            <a:endParaRPr lang="zh-CN" altLang="en-US" noProof="1" smtClean="0">
              <a:solidFill>
                <a:srgbClr val="000000"/>
              </a:solidFill>
              <a:effectLst/>
            </a:endParaRPr>
          </a:p>
        </p:txBody>
      </p:sp>
      <p:pic>
        <p:nvPicPr>
          <p:cNvPr id="2" name="图片 1"/>
          <p:cNvPicPr>
            <a:picLocks noChangeAspect="1"/>
          </p:cNvPicPr>
          <p:nvPr/>
        </p:nvPicPr>
        <p:blipFill>
          <a:blip r:embed="rId1"/>
          <a:stretch>
            <a:fillRect/>
          </a:stretch>
        </p:blipFill>
        <p:spPr>
          <a:xfrm>
            <a:off x="755650" y="1052830"/>
            <a:ext cx="7617460" cy="5808345"/>
          </a:xfrm>
          <a:prstGeom prst="rect">
            <a:avLst/>
          </a:prstGeom>
        </p:spPr>
      </p:pic>
      <mc:AlternateContent xmlns:mc="http://schemas.openxmlformats.org/markup-compatibility/2006" xmlns:p14="http://schemas.microsoft.com/office/powerpoint/2010/main">
        <mc:Choice Requires="p14">
          <p:contentPart r:id="rId2" p14:bwMode="auto">
            <p14:nvContentPartPr>
              <p14:cNvPr id="3" name="墨迹 2"/>
              <p14:cNvContentPartPr/>
              <p14:nvPr/>
            </p14:nvContentPartPr>
            <p14:xfrm>
              <a:off x="6153150" y="0"/>
              <a:ext cx="2781300" cy="1327150"/>
            </p14:xfrm>
          </p:contentPart>
        </mc:Choice>
        <mc:Fallback xmlns="">
          <p:pic>
            <p:nvPicPr>
              <p:cNvPr id="3" name="墨迹 2"/>
            </p:nvPicPr>
            <p:blipFill>
              <a:blip r:embed="rId3"/>
            </p:blipFill>
            <p:spPr>
              <a:xfrm>
                <a:off x="6153150" y="0"/>
                <a:ext cx="2781300" cy="13271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墨迹 4"/>
              <p14:cNvContentPartPr/>
              <p14:nvPr/>
            </p14:nvContentPartPr>
            <p14:xfrm>
              <a:off x="673100" y="1752600"/>
              <a:ext cx="63500" cy="209550"/>
            </p14:xfrm>
          </p:contentPart>
        </mc:Choice>
        <mc:Fallback xmlns="">
          <p:pic>
            <p:nvPicPr>
              <p:cNvPr id="5" name="墨迹 4"/>
            </p:nvPicPr>
            <p:blipFill>
              <a:blip r:embed="rId5"/>
            </p:blipFill>
            <p:spPr>
              <a:xfrm>
                <a:off x="673100" y="1752600"/>
                <a:ext cx="63500" cy="20955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6" name="墨迹 5"/>
              <p14:cNvContentPartPr/>
              <p14:nvPr/>
            </p14:nvContentPartPr>
            <p14:xfrm>
              <a:off x="520700" y="2120900"/>
              <a:ext cx="457200" cy="368300"/>
            </p14:xfrm>
          </p:contentPart>
        </mc:Choice>
        <mc:Fallback xmlns="">
          <p:pic>
            <p:nvPicPr>
              <p:cNvPr id="6" name="墨迹 5"/>
            </p:nvPicPr>
            <p:blipFill>
              <a:blip r:embed="rId7"/>
            </p:blipFill>
            <p:spPr>
              <a:xfrm>
                <a:off x="520700" y="2120900"/>
                <a:ext cx="457200" cy="36830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7" name="墨迹 6"/>
              <p14:cNvContentPartPr/>
              <p14:nvPr/>
            </p14:nvContentPartPr>
            <p14:xfrm>
              <a:off x="387350" y="2571750"/>
              <a:ext cx="501650" cy="571500"/>
            </p14:xfrm>
          </p:contentPart>
        </mc:Choice>
        <mc:Fallback xmlns="">
          <p:pic>
            <p:nvPicPr>
              <p:cNvPr id="7" name="墨迹 6"/>
            </p:nvPicPr>
            <p:blipFill>
              <a:blip r:embed="rId9"/>
            </p:blipFill>
            <p:spPr>
              <a:xfrm>
                <a:off x="387350" y="2571750"/>
                <a:ext cx="501650" cy="57150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8" name="墨迹 7"/>
              <p14:cNvContentPartPr/>
              <p14:nvPr/>
            </p14:nvContentPartPr>
            <p14:xfrm>
              <a:off x="3333750" y="1727200"/>
              <a:ext cx="3930650" cy="546100"/>
            </p14:xfrm>
          </p:contentPart>
        </mc:Choice>
        <mc:Fallback xmlns="">
          <p:pic>
            <p:nvPicPr>
              <p:cNvPr id="8" name="墨迹 7"/>
            </p:nvPicPr>
            <p:blipFill>
              <a:blip r:embed="rId11"/>
            </p:blipFill>
            <p:spPr>
              <a:xfrm>
                <a:off x="3333750" y="1727200"/>
                <a:ext cx="3930650" cy="54610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9" name="墨迹 8"/>
              <p14:cNvContentPartPr/>
              <p14:nvPr/>
            </p14:nvContentPartPr>
            <p14:xfrm>
              <a:off x="3282950" y="4775200"/>
              <a:ext cx="1035050" cy="260350"/>
            </p14:xfrm>
          </p:contentPart>
        </mc:Choice>
        <mc:Fallback xmlns="">
          <p:pic>
            <p:nvPicPr>
              <p:cNvPr id="9" name="墨迹 8"/>
            </p:nvPicPr>
            <p:blipFill>
              <a:blip r:embed="rId13"/>
            </p:blipFill>
            <p:spPr>
              <a:xfrm>
                <a:off x="3282950" y="4775200"/>
                <a:ext cx="1035050" cy="26035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0" name="墨迹 9"/>
              <p14:cNvContentPartPr/>
              <p14:nvPr/>
            </p14:nvContentPartPr>
            <p14:xfrm>
              <a:off x="3803650" y="2343150"/>
              <a:ext cx="666750" cy="2387600"/>
            </p14:xfrm>
          </p:contentPart>
        </mc:Choice>
        <mc:Fallback xmlns="">
          <p:pic>
            <p:nvPicPr>
              <p:cNvPr id="10" name="墨迹 9"/>
            </p:nvPicPr>
            <p:blipFill>
              <a:blip r:embed="rId15"/>
            </p:blipFill>
            <p:spPr>
              <a:xfrm>
                <a:off x="3803650" y="2343150"/>
                <a:ext cx="666750" cy="2387600"/>
              </a:xfrm>
              <a:prstGeom prst="rect"/>
            </p:spPr>
          </p:pic>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457200" y="203200"/>
            <a:ext cx="8229600" cy="1139825"/>
          </a:xfrm>
        </p:spPr>
        <p:txBody>
          <a:bodyPr/>
          <a:lstStyle/>
          <a:p>
            <a:r>
              <a:rPr lang="en-US" altLang="zh-CN" noProof="1" smtClean="0">
                <a:solidFill>
                  <a:srgbClr val="000000"/>
                </a:solidFill>
                <a:effectLst/>
              </a:rPr>
              <a:t>3.7.2 Warnier</a:t>
            </a:r>
            <a:r>
              <a:rPr lang="zh-CN" altLang="en-US" noProof="1" smtClean="0">
                <a:solidFill>
                  <a:srgbClr val="000000"/>
                </a:solidFill>
                <a:effectLst/>
              </a:rPr>
              <a:t>图</a:t>
            </a:r>
            <a:endParaRPr lang="zh-CN" altLang="en-US" noProof="1" smtClean="0">
              <a:solidFill>
                <a:srgbClr val="000000"/>
              </a:solidFill>
              <a:effectLst/>
            </a:endParaRPr>
          </a:p>
        </p:txBody>
      </p:sp>
      <p:sp>
        <p:nvSpPr>
          <p:cNvPr id="35843" name="内容占位符 2"/>
          <p:cNvSpPr>
            <a:spLocks noGrp="1"/>
          </p:cNvSpPr>
          <p:nvPr>
            <p:ph idx="1"/>
          </p:nvPr>
        </p:nvSpPr>
        <p:spPr>
          <a:xfrm>
            <a:off x="457200" y="1312863"/>
            <a:ext cx="8286750" cy="2657475"/>
          </a:xfrm>
        </p:spPr>
        <p:txBody>
          <a:bodyPr/>
          <a:lstStyle/>
          <a:p>
            <a:pPr>
              <a:buFont typeface="Wingdings" panose="05000000000000000000" pitchFamily="2" charset="2"/>
              <a:buNone/>
            </a:pPr>
            <a:r>
              <a:rPr lang="en-US" altLang="zh-CN" sz="2800" noProof="1" smtClean="0">
                <a:solidFill>
                  <a:srgbClr val="000000"/>
                </a:solidFill>
                <a:effectLst/>
              </a:rPr>
              <a:t>   Warnier</a:t>
            </a:r>
            <a:r>
              <a:rPr lang="zh-CN" altLang="en-US" sz="2800" noProof="1" smtClean="0">
                <a:solidFill>
                  <a:srgbClr val="000000"/>
                </a:solidFill>
                <a:effectLst/>
              </a:rPr>
              <a:t>图由法国计算机科学家</a:t>
            </a:r>
            <a:r>
              <a:rPr lang="en-US" altLang="zh-CN" sz="2800" noProof="1" smtClean="0">
                <a:solidFill>
                  <a:srgbClr val="000000"/>
                </a:solidFill>
                <a:effectLst/>
              </a:rPr>
              <a:t>Warnier</a:t>
            </a:r>
            <a:r>
              <a:rPr lang="zh-CN" altLang="en-US" sz="2800" noProof="1" smtClean="0">
                <a:solidFill>
                  <a:srgbClr val="000000"/>
                </a:solidFill>
                <a:effectLst/>
              </a:rPr>
              <a:t>提出，用</a:t>
            </a:r>
            <a:r>
              <a:rPr lang="zh-CN" altLang="en-US" sz="2800" noProof="1" smtClean="0">
                <a:solidFill>
                  <a:srgbClr val="FF0000"/>
                </a:solidFill>
                <a:effectLst/>
              </a:rPr>
              <a:t>树形结构</a:t>
            </a:r>
            <a:r>
              <a:rPr lang="zh-CN" altLang="en-US" sz="2800" noProof="1" smtClean="0">
                <a:solidFill>
                  <a:srgbClr val="000000"/>
                </a:solidFill>
                <a:effectLst/>
              </a:rPr>
              <a:t>描绘信息。</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1. </a:t>
            </a:r>
            <a:r>
              <a:rPr lang="zh-CN" altLang="en-US" sz="2800" noProof="1" smtClean="0">
                <a:solidFill>
                  <a:srgbClr val="000000"/>
                </a:solidFill>
                <a:effectLst/>
              </a:rPr>
              <a:t>花括号：用来区分数据结构的层次。一个花括号包含同一级或同一类的信息；</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2. </a:t>
            </a:r>
            <a:r>
              <a:rPr lang="zh-CN" altLang="en-US" sz="2800" noProof="1" smtClean="0">
                <a:solidFill>
                  <a:srgbClr val="000000"/>
                </a:solidFill>
                <a:effectLst/>
              </a:rPr>
              <a:t>异或符号：两选一；</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 </a:t>
            </a:r>
            <a:r>
              <a:rPr lang="zh-CN" altLang="en-US" sz="2800" noProof="1" smtClean="0">
                <a:solidFill>
                  <a:srgbClr val="000000"/>
                </a:solidFill>
                <a:effectLst/>
              </a:rPr>
              <a:t>元素的重复出现：名字右边括号内的数字。</a:t>
            </a:r>
            <a:endParaRPr lang="zh-CN" altLang="zh-CN" sz="2800" noProof="1" smtClean="0">
              <a:solidFill>
                <a:srgbClr val="000000"/>
              </a:solidFill>
              <a:effectLst/>
            </a:endParaRPr>
          </a:p>
          <a:p>
            <a:pPr>
              <a:buFont typeface="Wingdings" panose="05000000000000000000" pitchFamily="2" charset="2"/>
              <a:buNone/>
            </a:pPr>
            <a:endParaRPr lang="zh-CN" altLang="en-US" noProof="1" smtClean="0">
              <a:solidFill>
                <a:srgbClr val="000000"/>
              </a:solidFill>
              <a:effectLst/>
            </a:endParaRPr>
          </a:p>
          <a:p>
            <a:pPr>
              <a:buFont typeface="Wingdings" panose="05000000000000000000" pitchFamily="2" charset="2"/>
              <a:buNone/>
            </a:pPr>
            <a:endParaRPr lang="zh-CN" altLang="en-US" noProof="1" smtClean="0">
              <a:solidFill>
                <a:srgbClr val="000000"/>
              </a:solidFill>
              <a:effectLst/>
            </a:endParaRPr>
          </a:p>
        </p:txBody>
      </p:sp>
      <p:graphicFrame>
        <p:nvGraphicFramePr>
          <p:cNvPr id="35844" name="对象 5"/>
          <p:cNvGraphicFramePr/>
          <p:nvPr/>
        </p:nvGraphicFramePr>
        <p:xfrm>
          <a:off x="1476375" y="4292600"/>
          <a:ext cx="5392738" cy="2128838"/>
        </p:xfrm>
        <a:graphic>
          <a:graphicData uri="http://schemas.openxmlformats.org/presentationml/2006/ole">
            <mc:AlternateContent xmlns:mc="http://schemas.openxmlformats.org/markup-compatibility/2006">
              <mc:Choice xmlns:v="urn:schemas-microsoft-com:vml" Requires="v">
                <p:oleObj spid="_x0000_s35864" name="" r:id="rId1" imgW="5200650" imgH="2009775" progId="Paint.Picture">
                  <p:embed/>
                </p:oleObj>
              </mc:Choice>
              <mc:Fallback>
                <p:oleObj name="" r:id="rId1" imgW="5200650" imgH="2009775" progId="Paint.Picture">
                  <p:embed/>
                  <p:pic>
                    <p:nvPicPr>
                      <p:cNvPr id="0" name="对象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292600"/>
                        <a:ext cx="5392738"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5846"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A7045B9-700F-4B9F-9BFD-1153A2E44FC4}"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248150" y="2444750"/>
              <a:ext cx="12700" cy="360"/>
            </p14:xfrm>
          </p:contentPart>
        </mc:Choice>
        <mc:Fallback xmlns="">
          <p:pic>
            <p:nvPicPr>
              <p:cNvPr id="3" name="墨迹 2"/>
            </p:nvPicPr>
            <p:blipFill>
              <a:blip r:embed="rId4"/>
            </p:blipFill>
            <p:spPr>
              <a:xfrm>
                <a:off x="4248150" y="2444750"/>
                <a:ext cx="1270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977900" y="2698750"/>
              <a:ext cx="5391150" cy="19050"/>
            </p14:xfrm>
          </p:contentPart>
        </mc:Choice>
        <mc:Fallback xmlns="">
          <p:pic>
            <p:nvPicPr>
              <p:cNvPr id="4" name="墨迹 3"/>
            </p:nvPicPr>
            <p:blipFill>
              <a:blip r:embed="rId6"/>
            </p:blipFill>
            <p:spPr>
              <a:xfrm>
                <a:off x="977900" y="2698750"/>
                <a:ext cx="5391150" cy="190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5397500" y="1860550"/>
              <a:ext cx="1422400" cy="25400"/>
            </p14:xfrm>
          </p:contentPart>
        </mc:Choice>
        <mc:Fallback xmlns="">
          <p:pic>
            <p:nvPicPr>
              <p:cNvPr id="5" name="墨迹 4"/>
            </p:nvPicPr>
            <p:blipFill>
              <a:blip r:embed="rId8"/>
            </p:blipFill>
            <p:spPr>
              <a:xfrm>
                <a:off x="5397500" y="1860550"/>
                <a:ext cx="1422400" cy="25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2444750" y="5003800"/>
              <a:ext cx="133350" cy="1301750"/>
            </p14:xfrm>
          </p:contentPart>
        </mc:Choice>
        <mc:Fallback xmlns="">
          <p:pic>
            <p:nvPicPr>
              <p:cNvPr id="6" name="墨迹 5"/>
            </p:nvPicPr>
            <p:blipFill>
              <a:blip r:embed="rId10"/>
            </p:blipFill>
            <p:spPr>
              <a:xfrm>
                <a:off x="2444750" y="5003800"/>
                <a:ext cx="133350" cy="13017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1098550" y="3663950"/>
              <a:ext cx="374650" cy="31750"/>
            </p14:xfrm>
          </p:contentPart>
        </mc:Choice>
        <mc:Fallback xmlns="">
          <p:pic>
            <p:nvPicPr>
              <p:cNvPr id="7" name="墨迹 6"/>
            </p:nvPicPr>
            <p:blipFill>
              <a:blip r:embed="rId12"/>
            </p:blipFill>
            <p:spPr>
              <a:xfrm>
                <a:off x="1098550" y="3663950"/>
                <a:ext cx="374650" cy="317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2501900" y="5842000"/>
              <a:ext cx="685800" cy="88900"/>
            </p14:xfrm>
          </p:contentPart>
        </mc:Choice>
        <mc:Fallback xmlns="">
          <p:pic>
            <p:nvPicPr>
              <p:cNvPr id="8" name="墨迹 7"/>
            </p:nvPicPr>
            <p:blipFill>
              <a:blip r:embed="rId14"/>
            </p:blipFill>
            <p:spPr>
              <a:xfrm>
                <a:off x="2501900" y="5842000"/>
                <a:ext cx="685800" cy="889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4806950" y="4648200"/>
              <a:ext cx="304800" cy="44450"/>
            </p14:xfrm>
          </p:contentPart>
        </mc:Choice>
        <mc:Fallback xmlns="">
          <p:pic>
            <p:nvPicPr>
              <p:cNvPr id="9" name="墨迹 8"/>
            </p:nvPicPr>
            <p:blipFill>
              <a:blip r:embed="rId16"/>
            </p:blipFill>
            <p:spPr>
              <a:xfrm>
                <a:off x="4806950" y="4648200"/>
                <a:ext cx="304800" cy="444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4800600" y="5010150"/>
              <a:ext cx="463550" cy="63500"/>
            </p14:xfrm>
          </p:contentPart>
        </mc:Choice>
        <mc:Fallback xmlns="">
          <p:pic>
            <p:nvPicPr>
              <p:cNvPr id="10" name="墨迹 9"/>
            </p:nvPicPr>
            <p:blipFill>
              <a:blip r:embed="rId18"/>
            </p:blipFill>
            <p:spPr>
              <a:xfrm>
                <a:off x="4800600" y="5010150"/>
                <a:ext cx="463550" cy="635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6496050" y="6286500"/>
              <a:ext cx="266700" cy="31750"/>
            </p14:xfrm>
          </p:contentPart>
        </mc:Choice>
        <mc:Fallback xmlns="">
          <p:pic>
            <p:nvPicPr>
              <p:cNvPr id="11" name="墨迹 10"/>
            </p:nvPicPr>
            <p:blipFill>
              <a:blip r:embed="rId20"/>
            </p:blipFill>
            <p:spPr>
              <a:xfrm>
                <a:off x="6496050" y="6286500"/>
                <a:ext cx="266700" cy="317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1092200" y="4108450"/>
              <a:ext cx="2495550" cy="254000"/>
            </p14:xfrm>
          </p:contentPart>
        </mc:Choice>
        <mc:Fallback xmlns="">
          <p:pic>
            <p:nvPicPr>
              <p:cNvPr id="12" name="墨迹 11"/>
            </p:nvPicPr>
            <p:blipFill>
              <a:blip r:embed="rId22"/>
            </p:blipFill>
            <p:spPr>
              <a:xfrm>
                <a:off x="1092200" y="4108450"/>
                <a:ext cx="2495550" cy="2540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4762500" y="4635500"/>
              <a:ext cx="444500" cy="76200"/>
            </p14:xfrm>
          </p:contentPart>
        </mc:Choice>
        <mc:Fallback xmlns="">
          <p:pic>
            <p:nvPicPr>
              <p:cNvPr id="13" name="墨迹 12"/>
            </p:nvPicPr>
            <p:blipFill>
              <a:blip r:embed="rId24"/>
            </p:blipFill>
            <p:spPr>
              <a:xfrm>
                <a:off x="4762500" y="4635500"/>
                <a:ext cx="444500" cy="762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1282700" y="3683000"/>
              <a:ext cx="565150" cy="6350"/>
            </p14:xfrm>
          </p:contentPart>
        </mc:Choice>
        <mc:Fallback xmlns="">
          <p:pic>
            <p:nvPicPr>
              <p:cNvPr id="14" name="墨迹 13"/>
            </p:nvPicPr>
            <p:blipFill>
              <a:blip r:embed="rId26"/>
            </p:blipFill>
            <p:spPr>
              <a:xfrm>
                <a:off x="1282700" y="3683000"/>
                <a:ext cx="565150" cy="6350"/>
              </a:xfrm>
              <a:prstGeom prst="rect"/>
            </p:spPr>
          </p:pic>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457200" y="58738"/>
            <a:ext cx="8229600" cy="1139825"/>
          </a:xfrm>
        </p:spPr>
        <p:txBody>
          <a:bodyPr/>
          <a:lstStyle/>
          <a:p>
            <a:r>
              <a:rPr lang="en-US" altLang="zh-CN" noProof="1" smtClean="0">
                <a:solidFill>
                  <a:srgbClr val="000000"/>
                </a:solidFill>
                <a:effectLst/>
              </a:rPr>
              <a:t>3.7.3 IPO</a:t>
            </a:r>
            <a:r>
              <a:rPr lang="zh-CN" altLang="en-US" noProof="1" smtClean="0">
                <a:solidFill>
                  <a:srgbClr val="000000"/>
                </a:solidFill>
                <a:effectLst/>
              </a:rPr>
              <a:t>图</a:t>
            </a:r>
            <a:endParaRPr lang="zh-CN" altLang="en-US" noProof="1" smtClean="0">
              <a:solidFill>
                <a:srgbClr val="000000"/>
              </a:solidFill>
              <a:effectLst/>
            </a:endParaRPr>
          </a:p>
        </p:txBody>
      </p:sp>
      <p:sp>
        <p:nvSpPr>
          <p:cNvPr id="36867" name="内容占位符 2"/>
          <p:cNvSpPr>
            <a:spLocks noGrp="1"/>
          </p:cNvSpPr>
          <p:nvPr>
            <p:ph idx="1"/>
          </p:nvPr>
        </p:nvSpPr>
        <p:spPr>
          <a:xfrm>
            <a:off x="400050" y="1016000"/>
            <a:ext cx="8721725" cy="2439988"/>
          </a:xfrm>
        </p:spPr>
        <p:txBody>
          <a:bodyPr/>
          <a:lstStyle/>
          <a:p>
            <a:pPr>
              <a:buFont typeface="Wingdings" panose="05000000000000000000" pitchFamily="2" charset="2"/>
              <a:buNone/>
            </a:pPr>
            <a:r>
              <a:rPr lang="en-US" altLang="zh-CN" sz="2400" noProof="1" smtClean="0">
                <a:solidFill>
                  <a:srgbClr val="000000"/>
                </a:solidFill>
                <a:effectLst/>
              </a:rPr>
              <a:t>1. IPO: Input, Process and Output</a:t>
            </a:r>
            <a:endParaRPr lang="en-US" altLang="zh-CN" sz="2400" noProof="1" smtClean="0">
              <a:solidFill>
                <a:srgbClr val="000000"/>
              </a:solidFill>
              <a:effectLst/>
            </a:endParaRPr>
          </a:p>
          <a:p>
            <a:pPr>
              <a:buFont typeface="Wingdings" panose="05000000000000000000" pitchFamily="2" charset="2"/>
              <a:buNone/>
            </a:pPr>
            <a:r>
              <a:rPr lang="en-US" altLang="zh-CN" sz="2400" noProof="1" smtClean="0">
                <a:solidFill>
                  <a:srgbClr val="000000"/>
                </a:solidFill>
                <a:effectLst/>
              </a:rPr>
              <a:t>2. IPO</a:t>
            </a:r>
            <a:r>
              <a:rPr lang="zh-CN" altLang="en-US" sz="2400" noProof="1" smtClean="0">
                <a:solidFill>
                  <a:srgbClr val="000000"/>
                </a:solidFill>
                <a:effectLst/>
              </a:rPr>
              <a:t>图清楚地描述了</a:t>
            </a:r>
            <a:r>
              <a:rPr lang="zh-CN" altLang="en-US" sz="2400" noProof="1" smtClean="0">
                <a:solidFill>
                  <a:srgbClr val="0000FF"/>
                </a:solidFill>
                <a:effectLst/>
              </a:rPr>
              <a:t>输入数据</a:t>
            </a:r>
            <a:r>
              <a:rPr lang="zh-CN" altLang="en-US" sz="2400" noProof="1" smtClean="0">
                <a:solidFill>
                  <a:srgbClr val="000000"/>
                </a:solidFill>
                <a:effectLst/>
              </a:rPr>
              <a:t>、</a:t>
            </a:r>
            <a:r>
              <a:rPr lang="zh-CN" altLang="en-US" sz="2400" noProof="1" smtClean="0">
                <a:solidFill>
                  <a:srgbClr val="0000FF"/>
                </a:solidFill>
                <a:effectLst/>
              </a:rPr>
              <a:t>处理数据</a:t>
            </a:r>
            <a:r>
              <a:rPr lang="zh-CN" altLang="en-US" sz="2400" noProof="1" smtClean="0">
                <a:solidFill>
                  <a:srgbClr val="000000"/>
                </a:solidFill>
                <a:effectLst/>
              </a:rPr>
              <a:t>与</a:t>
            </a:r>
            <a:r>
              <a:rPr lang="zh-CN" altLang="en-US" sz="2400" noProof="1" smtClean="0">
                <a:solidFill>
                  <a:srgbClr val="0000FF"/>
                </a:solidFill>
                <a:effectLst/>
              </a:rPr>
              <a:t>输出数据</a:t>
            </a:r>
            <a:r>
              <a:rPr lang="zh-CN" altLang="en-US" sz="2400" noProof="1" smtClean="0">
                <a:solidFill>
                  <a:srgbClr val="000000"/>
                </a:solidFill>
                <a:effectLst/>
              </a:rPr>
              <a:t>之间的关系。（</a:t>
            </a:r>
            <a:r>
              <a:rPr lang="zh-CN" altLang="en-US" sz="2400" noProof="1" smtClean="0">
                <a:solidFill>
                  <a:srgbClr val="0000FF"/>
                </a:solidFill>
                <a:effectLst/>
              </a:rPr>
              <a:t>可称为</a:t>
            </a:r>
            <a:r>
              <a:rPr lang="zh-CN" altLang="zh-CN" sz="2400" noProof="1" smtClean="0">
                <a:solidFill>
                  <a:srgbClr val="0000FF"/>
                </a:solidFill>
                <a:effectLst/>
              </a:rPr>
              <a:t>“</a:t>
            </a:r>
            <a:r>
              <a:rPr lang="zh-CN" altLang="en-US" sz="2400" noProof="1" smtClean="0">
                <a:solidFill>
                  <a:srgbClr val="0000FF"/>
                </a:solidFill>
                <a:effectLst/>
              </a:rPr>
              <a:t>三步曲</a:t>
            </a:r>
            <a:r>
              <a:rPr lang="zh-CN" altLang="zh-CN" sz="2400" noProof="1" smtClean="0">
                <a:solidFill>
                  <a:srgbClr val="0000FF"/>
                </a:solidFill>
                <a:effectLst/>
              </a:rPr>
              <a:t>”</a:t>
            </a:r>
            <a:r>
              <a:rPr lang="zh-CN" altLang="en-US" sz="2400" noProof="1" smtClean="0">
                <a:solidFill>
                  <a:srgbClr val="000000"/>
                </a:solidFill>
                <a:effectLst/>
              </a:rPr>
              <a:t>）</a:t>
            </a:r>
            <a:endParaRPr lang="zh-CN" altLang="en-US" sz="2400" noProof="1" smtClean="0">
              <a:solidFill>
                <a:srgbClr val="000000"/>
              </a:solidFill>
              <a:effectLst/>
            </a:endParaRPr>
          </a:p>
          <a:p>
            <a:pPr>
              <a:buFont typeface="Wingdings" panose="05000000000000000000" pitchFamily="2" charset="2"/>
              <a:buNone/>
            </a:pPr>
            <a:r>
              <a:rPr lang="zh-CN" altLang="zh-CN" sz="2400" noProof="1" smtClean="0">
                <a:solidFill>
                  <a:srgbClr val="000000"/>
                </a:solidFill>
                <a:effectLst/>
              </a:rPr>
              <a:t>3. </a:t>
            </a:r>
            <a:r>
              <a:rPr lang="zh-CN" altLang="en-US" sz="2400" noProof="1" smtClean="0">
                <a:solidFill>
                  <a:srgbClr val="000000"/>
                </a:solidFill>
                <a:effectLst/>
              </a:rPr>
              <a:t>粗箭头清楚地指出数据通信的情况或模块间的联系。</a:t>
            </a:r>
            <a:endParaRPr lang="zh-CN" altLang="en-US" sz="2400" noProof="1" smtClean="0">
              <a:solidFill>
                <a:srgbClr val="000000"/>
              </a:solidFill>
              <a:effectLst/>
            </a:endParaRPr>
          </a:p>
        </p:txBody>
      </p:sp>
      <p:graphicFrame>
        <p:nvGraphicFramePr>
          <p:cNvPr id="36868" name="对象 1"/>
          <p:cNvGraphicFramePr/>
          <p:nvPr/>
        </p:nvGraphicFramePr>
        <p:xfrm>
          <a:off x="2714625" y="2786063"/>
          <a:ext cx="3860800" cy="3048000"/>
        </p:xfrm>
        <a:graphic>
          <a:graphicData uri="http://schemas.openxmlformats.org/presentationml/2006/ole">
            <mc:AlternateContent xmlns:mc="http://schemas.openxmlformats.org/markup-compatibility/2006">
              <mc:Choice xmlns:v="urn:schemas-microsoft-com:vml" Requires="v">
                <p:oleObj spid="_x0000_s36889" name="" r:id="rId1" imgW="4219575" imgH="4572000" progId="Paint.Picture">
                  <p:embed/>
                </p:oleObj>
              </mc:Choice>
              <mc:Fallback>
                <p:oleObj name="" r:id="rId1" imgW="4219575" imgH="4572000" progId="Paint.Picture">
                  <p:embed/>
                  <p:pic>
                    <p:nvPicPr>
                      <p:cNvPr id="0" name="对象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25" y="2786063"/>
                        <a:ext cx="38608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9" name="文本框 3"/>
          <p:cNvSpPr txBox="1">
            <a:spLocks noChangeArrowheads="1"/>
          </p:cNvSpPr>
          <p:nvPr/>
        </p:nvSpPr>
        <p:spPr bwMode="auto">
          <a:xfrm>
            <a:off x="3190875" y="6091238"/>
            <a:ext cx="31400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r>
              <a:rPr lang="zh-CN" altLang="en-US" sz="1800">
                <a:solidFill>
                  <a:srgbClr val="000000"/>
                </a:solidFill>
                <a:ea typeface="宋体" panose="02010600030101010101" pitchFamily="2" charset="-122"/>
              </a:rPr>
              <a:t>学生成绩管理系统的</a:t>
            </a:r>
            <a:r>
              <a:rPr lang="en-US" altLang="zh-CN" sz="1800">
                <a:solidFill>
                  <a:srgbClr val="000000"/>
                </a:solidFill>
                <a:ea typeface="宋体" panose="02010600030101010101" pitchFamily="2" charset="-122"/>
              </a:rPr>
              <a:t>IPO</a:t>
            </a:r>
            <a:r>
              <a:rPr lang="zh-CN" altLang="en-US" sz="1800">
                <a:solidFill>
                  <a:srgbClr val="000000"/>
                </a:solidFill>
                <a:ea typeface="宋体" panose="02010600030101010101" pitchFamily="2" charset="-122"/>
              </a:rPr>
              <a:t>图</a:t>
            </a:r>
            <a:endParaRPr lang="zh-CN" altLang="en-US" sz="1800">
              <a:solidFill>
                <a:srgbClr val="000000"/>
              </a:solidFill>
              <a:ea typeface="宋体" panose="02010600030101010101" pitchFamily="2" charset="-122"/>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687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3C3462A4-72D2-4ADD-AFF6-7BD7E4AC90AE}"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596900" y="831850"/>
              <a:ext cx="4991100" cy="774700"/>
            </p14:xfrm>
          </p:contentPart>
        </mc:Choice>
        <mc:Fallback xmlns="">
          <p:pic>
            <p:nvPicPr>
              <p:cNvPr id="3" name="墨迹 2"/>
            </p:nvPicPr>
            <p:blipFill>
              <a:blip r:embed="rId4"/>
            </p:blipFill>
            <p:spPr>
              <a:xfrm>
                <a:off x="596900" y="831850"/>
                <a:ext cx="4991100" cy="7747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4" name="墨迹 3"/>
              <p14:cNvContentPartPr/>
              <p14:nvPr/>
            </p14:nvContentPartPr>
            <p14:xfrm>
              <a:off x="2851150" y="2197100"/>
              <a:ext cx="1231900" cy="133350"/>
            </p14:xfrm>
          </p:contentPart>
        </mc:Choice>
        <mc:Fallback xmlns="">
          <p:pic>
            <p:nvPicPr>
              <p:cNvPr id="4" name="墨迹 3"/>
            </p:nvPicPr>
            <p:blipFill>
              <a:blip r:embed="rId6"/>
            </p:blipFill>
            <p:spPr>
              <a:xfrm>
                <a:off x="2851150" y="2197100"/>
                <a:ext cx="1231900" cy="1333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5" name="墨迹 4"/>
              <p14:cNvContentPartPr/>
              <p14:nvPr/>
            </p14:nvContentPartPr>
            <p14:xfrm>
              <a:off x="3924300" y="4654550"/>
              <a:ext cx="152400" cy="171450"/>
            </p14:xfrm>
          </p:contentPart>
        </mc:Choice>
        <mc:Fallback xmlns="">
          <p:pic>
            <p:nvPicPr>
              <p:cNvPr id="5" name="墨迹 4"/>
            </p:nvPicPr>
            <p:blipFill>
              <a:blip r:embed="rId8"/>
            </p:blipFill>
            <p:spPr>
              <a:xfrm>
                <a:off x="3924300" y="4654550"/>
                <a:ext cx="152400" cy="1714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6" name="墨迹 5"/>
              <p14:cNvContentPartPr/>
              <p14:nvPr/>
            </p14:nvContentPartPr>
            <p14:xfrm>
              <a:off x="3930650" y="3930650"/>
              <a:ext cx="349250" cy="152400"/>
            </p14:xfrm>
          </p:contentPart>
        </mc:Choice>
        <mc:Fallback xmlns="">
          <p:pic>
            <p:nvPicPr>
              <p:cNvPr id="6" name="墨迹 5"/>
            </p:nvPicPr>
            <p:blipFill>
              <a:blip r:embed="rId10"/>
            </p:blipFill>
            <p:spPr>
              <a:xfrm>
                <a:off x="3930650" y="3930650"/>
                <a:ext cx="349250" cy="1524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7" name="墨迹 6"/>
              <p14:cNvContentPartPr/>
              <p14:nvPr/>
            </p14:nvContentPartPr>
            <p14:xfrm>
              <a:off x="2597150" y="3492500"/>
              <a:ext cx="4699000" cy="400050"/>
            </p14:xfrm>
          </p:contentPart>
        </mc:Choice>
        <mc:Fallback xmlns="">
          <p:pic>
            <p:nvPicPr>
              <p:cNvPr id="7" name="墨迹 6"/>
            </p:nvPicPr>
            <p:blipFill>
              <a:blip r:embed="rId12"/>
            </p:blipFill>
            <p:spPr>
              <a:xfrm>
                <a:off x="2597150" y="3492500"/>
                <a:ext cx="4699000" cy="4000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7429500" y="3175000"/>
              <a:ext cx="12700" cy="360"/>
            </p14:xfrm>
          </p:contentPart>
        </mc:Choice>
        <mc:Fallback xmlns="">
          <p:pic>
            <p:nvPicPr>
              <p:cNvPr id="8" name="墨迹 7"/>
            </p:nvPicPr>
            <p:blipFill>
              <a:blip r:embed="rId14"/>
            </p:blipFill>
            <p:spPr>
              <a:xfrm>
                <a:off x="7429500" y="3175000"/>
                <a:ext cx="12700" cy="36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1873250" y="3295650"/>
              <a:ext cx="819150" cy="590550"/>
            </p14:xfrm>
          </p:contentPart>
        </mc:Choice>
        <mc:Fallback xmlns="">
          <p:pic>
            <p:nvPicPr>
              <p:cNvPr id="9" name="墨迹 8"/>
            </p:nvPicPr>
            <p:blipFill>
              <a:blip r:embed="rId16"/>
            </p:blipFill>
            <p:spPr>
              <a:xfrm>
                <a:off x="1873250" y="3295650"/>
                <a:ext cx="819150" cy="59055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0" name="墨迹 9"/>
              <p14:cNvContentPartPr/>
              <p14:nvPr/>
            </p14:nvContentPartPr>
            <p14:xfrm>
              <a:off x="4343400" y="3124200"/>
              <a:ext cx="1155700" cy="876300"/>
            </p14:xfrm>
          </p:contentPart>
        </mc:Choice>
        <mc:Fallback xmlns="">
          <p:pic>
            <p:nvPicPr>
              <p:cNvPr id="10" name="墨迹 9"/>
            </p:nvPicPr>
            <p:blipFill>
              <a:blip r:embed="rId18"/>
            </p:blipFill>
            <p:spPr>
              <a:xfrm>
                <a:off x="4343400" y="3124200"/>
                <a:ext cx="1155700" cy="8763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1" name="墨迹 10"/>
              <p14:cNvContentPartPr/>
              <p14:nvPr/>
            </p14:nvContentPartPr>
            <p14:xfrm>
              <a:off x="4095750" y="4610100"/>
              <a:ext cx="3403600" cy="31750"/>
            </p14:xfrm>
          </p:contentPart>
        </mc:Choice>
        <mc:Fallback xmlns="">
          <p:pic>
            <p:nvPicPr>
              <p:cNvPr id="11" name="墨迹 10"/>
            </p:nvPicPr>
            <p:blipFill>
              <a:blip r:embed="rId20"/>
            </p:blipFill>
            <p:spPr>
              <a:xfrm>
                <a:off x="4095750" y="4610100"/>
                <a:ext cx="3403600" cy="317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2" name="墨迹 11"/>
              <p14:cNvContentPartPr/>
              <p14:nvPr/>
            </p14:nvContentPartPr>
            <p14:xfrm>
              <a:off x="5168900" y="5308600"/>
              <a:ext cx="425450" cy="234950"/>
            </p14:xfrm>
          </p:contentPart>
        </mc:Choice>
        <mc:Fallback xmlns="">
          <p:pic>
            <p:nvPicPr>
              <p:cNvPr id="12" name="墨迹 11"/>
            </p:nvPicPr>
            <p:blipFill>
              <a:blip r:embed="rId22"/>
            </p:blipFill>
            <p:spPr>
              <a:xfrm>
                <a:off x="5168900" y="5308600"/>
                <a:ext cx="425450" cy="2349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3" name="墨迹 12"/>
              <p14:cNvContentPartPr/>
              <p14:nvPr/>
            </p14:nvContentPartPr>
            <p14:xfrm>
              <a:off x="5111750" y="5461000"/>
              <a:ext cx="482600" cy="260350"/>
            </p14:xfrm>
          </p:contentPart>
        </mc:Choice>
        <mc:Fallback xmlns="">
          <p:pic>
            <p:nvPicPr>
              <p:cNvPr id="13" name="墨迹 12"/>
            </p:nvPicPr>
            <p:blipFill>
              <a:blip r:embed="rId24"/>
            </p:blipFill>
            <p:spPr>
              <a:xfrm>
                <a:off x="5111750" y="5461000"/>
                <a:ext cx="482600" cy="2603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4" name="墨迹 13"/>
              <p14:cNvContentPartPr/>
              <p14:nvPr/>
            </p14:nvContentPartPr>
            <p14:xfrm>
              <a:off x="5334000" y="5359400"/>
              <a:ext cx="361950" cy="546100"/>
            </p14:xfrm>
          </p:contentPart>
        </mc:Choice>
        <mc:Fallback xmlns="">
          <p:pic>
            <p:nvPicPr>
              <p:cNvPr id="14" name="墨迹 13"/>
            </p:nvPicPr>
            <p:blipFill>
              <a:blip r:embed="rId26"/>
            </p:blipFill>
            <p:spPr>
              <a:xfrm>
                <a:off x="5334000" y="5359400"/>
                <a:ext cx="361950" cy="546100"/>
              </a:xfrm>
              <a:prstGeom prst="rect"/>
            </p:spPr>
          </p:pic>
        </mc:Fallback>
      </mc:AlternateContent>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zh-CN" noProof="1" smtClean="0">
                <a:solidFill>
                  <a:srgbClr val="000000"/>
                </a:solidFill>
                <a:effectLst/>
              </a:rPr>
              <a:t>3.8 </a:t>
            </a:r>
            <a:r>
              <a:rPr lang="zh-CN" altLang="en-US" noProof="1" smtClean="0">
                <a:solidFill>
                  <a:srgbClr val="000000"/>
                </a:solidFill>
                <a:effectLst/>
              </a:rPr>
              <a:t>验证软件需求</a:t>
            </a:r>
            <a:endParaRPr lang="zh-CN" altLang="en-US" noProof="1" smtClean="0">
              <a:solidFill>
                <a:srgbClr val="000000"/>
              </a:solidFill>
              <a:effectLst/>
            </a:endParaRPr>
          </a:p>
        </p:txBody>
      </p:sp>
      <p:sp>
        <p:nvSpPr>
          <p:cNvPr id="37891" name="内容占位符 2"/>
          <p:cNvSpPr>
            <a:spLocks noGrp="1"/>
          </p:cNvSpPr>
          <p:nvPr>
            <p:ph idx="1"/>
          </p:nvPr>
        </p:nvSpPr>
        <p:spPr>
          <a:xfrm>
            <a:off x="323850" y="1557338"/>
            <a:ext cx="8712200" cy="4525962"/>
          </a:xfrm>
        </p:spPr>
        <p:txBody>
          <a:bodyPr/>
          <a:lstStyle/>
          <a:p>
            <a:pPr>
              <a:buFont typeface="Wingdings" panose="05000000000000000000" pitchFamily="2" charset="2"/>
              <a:buNone/>
            </a:pPr>
            <a:r>
              <a:rPr lang="zh-CN" altLang="zh-CN" sz="2800" noProof="1" smtClean="0">
                <a:solidFill>
                  <a:srgbClr val="000000"/>
                </a:solidFill>
                <a:effectLst/>
              </a:rPr>
              <a:t>3.8.1 </a:t>
            </a:r>
            <a:r>
              <a:rPr lang="zh-CN" altLang="en-US" sz="2800" noProof="1" smtClean="0">
                <a:solidFill>
                  <a:srgbClr val="000000"/>
                </a:solidFill>
                <a:effectLst/>
              </a:rPr>
              <a:t>验证软件需求的正确性</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1</a:t>
            </a:r>
            <a:r>
              <a:rPr lang="zh-CN" altLang="en-US" sz="2800" noProof="1" smtClean="0">
                <a:solidFill>
                  <a:srgbClr val="000000"/>
                </a:solidFill>
                <a:effectLst/>
              </a:rPr>
              <a:t>）一致性：</a:t>
            </a:r>
            <a:r>
              <a:rPr lang="en-US" altLang="zh-CN" sz="2800" noProof="1" smtClean="0">
                <a:solidFill>
                  <a:srgbClr val="000000"/>
                </a:solidFill>
                <a:effectLst/>
              </a:rPr>
              <a:t>consistent requirements</a:t>
            </a:r>
            <a:endParaRPr lang="en-US" altLang="zh-CN" sz="2800" noProof="1" smtClean="0">
              <a:solidFill>
                <a:srgbClr val="000000"/>
              </a:solidFill>
              <a:effectLst/>
            </a:endParaRPr>
          </a:p>
          <a:p>
            <a:pPr>
              <a:buFont typeface="Wingdings" panose="05000000000000000000" pitchFamily="2" charset="2"/>
              <a:buNone/>
            </a:pPr>
            <a:r>
              <a:rPr lang="en-US" altLang="zh-CN" sz="2800" noProof="1" smtClean="0">
                <a:solidFill>
                  <a:srgbClr val="000000"/>
                </a:solidFill>
                <a:effectLst/>
              </a:rPr>
              <a:t>     </a:t>
            </a:r>
            <a:r>
              <a:rPr lang="zh-CN" altLang="en-US" sz="2800" noProof="1" smtClean="0">
                <a:solidFill>
                  <a:srgbClr val="000000"/>
                </a:solidFill>
                <a:effectLst/>
              </a:rPr>
              <a:t>任何一条需求</a:t>
            </a:r>
            <a:r>
              <a:rPr lang="zh-CN" altLang="en-US" sz="2800" noProof="1" smtClean="0">
                <a:solidFill>
                  <a:srgbClr val="FF0000"/>
                </a:solidFill>
                <a:effectLst/>
              </a:rPr>
              <a:t>不能</a:t>
            </a:r>
            <a:r>
              <a:rPr lang="zh-CN" altLang="en-US" sz="2800" noProof="1" smtClean="0">
                <a:solidFill>
                  <a:srgbClr val="000000"/>
                </a:solidFill>
                <a:effectLst/>
              </a:rPr>
              <a:t>和其他需求</a:t>
            </a:r>
            <a:r>
              <a:rPr lang="zh-CN" altLang="en-US" sz="2800" noProof="1" smtClean="0">
                <a:solidFill>
                  <a:srgbClr val="FF0000"/>
                </a:solidFill>
                <a:effectLst/>
              </a:rPr>
              <a:t>互相矛盾</a:t>
            </a:r>
            <a:r>
              <a:rPr lang="zh-CN" altLang="en-US" sz="2800" noProof="1" smtClean="0">
                <a:solidFill>
                  <a:srgbClr val="000000"/>
                </a:solidFill>
                <a:effectLst/>
              </a:rPr>
              <a:t>。</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2</a:t>
            </a:r>
            <a:r>
              <a:rPr lang="zh-CN" altLang="en-US" sz="2800" noProof="1" smtClean="0">
                <a:solidFill>
                  <a:srgbClr val="000000"/>
                </a:solidFill>
                <a:effectLst/>
              </a:rPr>
              <a:t>）完整性：</a:t>
            </a:r>
            <a:r>
              <a:rPr lang="en-US" altLang="zh-CN" sz="2800" noProof="1" smtClean="0">
                <a:solidFill>
                  <a:srgbClr val="000000"/>
                </a:solidFill>
                <a:effectLst/>
              </a:rPr>
              <a:t>covering users' requirements</a:t>
            </a:r>
            <a:endParaRPr lang="en-US" altLang="zh-CN" sz="2800" noProof="1" smtClean="0">
              <a:solidFill>
                <a:srgbClr val="000000"/>
              </a:solidFill>
              <a:effectLst/>
            </a:endParaRPr>
          </a:p>
          <a:p>
            <a:pPr>
              <a:buFont typeface="Wingdings" panose="05000000000000000000" pitchFamily="2" charset="2"/>
              <a:buNone/>
            </a:pPr>
            <a:r>
              <a:rPr lang="en-US" altLang="zh-CN" sz="2800" noProof="1" smtClean="0">
                <a:solidFill>
                  <a:srgbClr val="000000"/>
                </a:solidFill>
                <a:effectLst/>
              </a:rPr>
              <a:t>     </a:t>
            </a:r>
            <a:r>
              <a:rPr lang="zh-CN" altLang="en-US" sz="2800" noProof="1" smtClean="0">
                <a:solidFill>
                  <a:srgbClr val="000000"/>
                </a:solidFill>
                <a:effectLst/>
              </a:rPr>
              <a:t>软件（需求）规格说明书须包括用户需求的每一条功能与性能。</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a:t>
            </a:r>
            <a:r>
              <a:rPr lang="zh-CN" altLang="en-US" sz="2800" noProof="1" smtClean="0">
                <a:solidFill>
                  <a:srgbClr val="000000"/>
                </a:solidFill>
                <a:effectLst/>
              </a:rPr>
              <a:t>）现实性：</a:t>
            </a:r>
            <a:r>
              <a:rPr lang="en-US" altLang="zh-CN" sz="2800" noProof="1" smtClean="0">
                <a:solidFill>
                  <a:srgbClr val="000000"/>
                </a:solidFill>
                <a:effectLst/>
              </a:rPr>
              <a:t>achievable </a:t>
            </a:r>
            <a:r>
              <a:rPr lang="zh-CN" altLang="en-US" sz="2800" noProof="1" smtClean="0">
                <a:solidFill>
                  <a:srgbClr val="000000"/>
                </a:solidFill>
                <a:effectLst/>
              </a:rPr>
              <a:t>（用现有软硬件技术能实现）</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4</a:t>
            </a:r>
            <a:r>
              <a:rPr lang="zh-CN" altLang="en-US" sz="2800" noProof="1" smtClean="0">
                <a:solidFill>
                  <a:srgbClr val="000000"/>
                </a:solidFill>
                <a:effectLst/>
              </a:rPr>
              <a:t>）有效性：</a:t>
            </a:r>
            <a:r>
              <a:rPr lang="en-US" altLang="zh-CN" sz="2800" noProof="1" smtClean="0">
                <a:solidFill>
                  <a:srgbClr val="000000"/>
                </a:solidFill>
                <a:effectLst/>
              </a:rPr>
              <a:t>effective, able to solve problems raised by users </a:t>
            </a:r>
            <a:endParaRPr lang="en-US" altLang="zh-CN" sz="2800"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7893"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1D07BD6-1EB0-45B7-9D5F-C06F9B97FB43}"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2514600" y="2540000"/>
              <a:ext cx="1593850" cy="19050"/>
            </p14:xfrm>
          </p:contentPart>
        </mc:Choice>
        <mc:Fallback xmlns="">
          <p:pic>
            <p:nvPicPr>
              <p:cNvPr id="3" name="墨迹 2"/>
            </p:nvPicPr>
            <p:blipFill>
              <a:blip r:embed="rId2"/>
            </p:blipFill>
            <p:spPr>
              <a:xfrm>
                <a:off x="2514600" y="2540000"/>
                <a:ext cx="1593850" cy="190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079500" y="4584700"/>
              <a:ext cx="19050" cy="6350"/>
            </p14:xfrm>
          </p:contentPart>
        </mc:Choice>
        <mc:Fallback xmlns="">
          <p:pic>
            <p:nvPicPr>
              <p:cNvPr id="4" name="墨迹 3"/>
            </p:nvPicPr>
            <p:blipFill>
              <a:blip r:embed="rId4"/>
            </p:blipFill>
            <p:spPr>
              <a:xfrm>
                <a:off x="1079500" y="4584700"/>
                <a:ext cx="19050" cy="63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831850" y="4521200"/>
              <a:ext cx="908050" cy="520700"/>
            </p14:xfrm>
          </p:contentPart>
        </mc:Choice>
        <mc:Fallback xmlns="">
          <p:pic>
            <p:nvPicPr>
              <p:cNvPr id="5" name="墨迹 4"/>
            </p:nvPicPr>
            <p:blipFill>
              <a:blip r:embed="rId6"/>
            </p:blipFill>
            <p:spPr>
              <a:xfrm>
                <a:off x="831850" y="4521200"/>
                <a:ext cx="908050" cy="5207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346200" y="4572000"/>
              <a:ext cx="304800" cy="495300"/>
            </p14:xfrm>
          </p:contentPart>
        </mc:Choice>
        <mc:Fallback xmlns="">
          <p:pic>
            <p:nvPicPr>
              <p:cNvPr id="6" name="墨迹 5"/>
            </p:nvPicPr>
            <p:blipFill>
              <a:blip r:embed="rId8"/>
            </p:blipFill>
            <p:spPr>
              <a:xfrm>
                <a:off x="1346200" y="4572000"/>
                <a:ext cx="304800" cy="4953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755650" y="5403850"/>
              <a:ext cx="1860550" cy="793750"/>
            </p14:xfrm>
          </p:contentPart>
        </mc:Choice>
        <mc:Fallback xmlns="">
          <p:pic>
            <p:nvPicPr>
              <p:cNvPr id="7" name="墨迹 6"/>
            </p:nvPicPr>
            <p:blipFill>
              <a:blip r:embed="rId10"/>
            </p:blipFill>
            <p:spPr>
              <a:xfrm>
                <a:off x="755650" y="5403850"/>
                <a:ext cx="1860550" cy="7937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5448300" y="3416300"/>
              <a:ext cx="1600200" cy="1035050"/>
            </p14:xfrm>
          </p:contentPart>
        </mc:Choice>
        <mc:Fallback xmlns="">
          <p:pic>
            <p:nvPicPr>
              <p:cNvPr id="8" name="墨迹 7"/>
            </p:nvPicPr>
            <p:blipFill>
              <a:blip r:embed="rId12"/>
            </p:blipFill>
            <p:spPr>
              <a:xfrm>
                <a:off x="5448300" y="3416300"/>
                <a:ext cx="1600200" cy="1035050"/>
              </a:xfrm>
              <a:prstGeom prst="rect"/>
            </p:spPr>
          </p:pic>
        </mc:Fallback>
      </mc:AlternateContent>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zh-CN" noProof="1" smtClean="0">
                <a:solidFill>
                  <a:srgbClr val="000000"/>
                </a:solidFill>
                <a:effectLst/>
              </a:rPr>
              <a:t>3.8.2 </a:t>
            </a:r>
            <a:r>
              <a:rPr lang="zh-CN" altLang="en-US" noProof="1" smtClean="0">
                <a:solidFill>
                  <a:srgbClr val="000000"/>
                </a:solidFill>
                <a:effectLst/>
              </a:rPr>
              <a:t>验证软件需求的方法</a:t>
            </a:r>
            <a:endParaRPr lang="zh-CN" altLang="en-US" noProof="1" smtClean="0">
              <a:solidFill>
                <a:srgbClr val="000000"/>
              </a:solidFill>
              <a:effectLst/>
            </a:endParaRPr>
          </a:p>
        </p:txBody>
      </p:sp>
      <p:sp>
        <p:nvSpPr>
          <p:cNvPr id="38915" name="内容占位符 2"/>
          <p:cNvSpPr>
            <a:spLocks noGrp="1"/>
          </p:cNvSpPr>
          <p:nvPr>
            <p:ph idx="1"/>
          </p:nvPr>
        </p:nvSpPr>
        <p:spPr>
          <a:xfrm>
            <a:off x="250825" y="1600200"/>
            <a:ext cx="8785225" cy="4525963"/>
          </a:xfrm>
        </p:spPr>
        <p:txBody>
          <a:bodyPr/>
          <a:lstStyle/>
          <a:p>
            <a:pPr>
              <a:buFont typeface="Wingdings" panose="05000000000000000000" pitchFamily="2" charset="2"/>
              <a:buNone/>
            </a:pPr>
            <a:r>
              <a:rPr lang="zh-CN" altLang="zh-CN" sz="2800" noProof="1" smtClean="0">
                <a:solidFill>
                  <a:srgbClr val="000000"/>
                </a:solidFill>
                <a:effectLst/>
              </a:rPr>
              <a:t>1</a:t>
            </a:r>
            <a:r>
              <a:rPr lang="zh-CN" altLang="en-US" sz="2800" noProof="1" smtClean="0">
                <a:solidFill>
                  <a:srgbClr val="000000"/>
                </a:solidFill>
                <a:effectLst/>
              </a:rPr>
              <a:t>）验证需求的一致性</a:t>
            </a:r>
            <a:endParaRPr lang="zh-CN" altLang="en-US" sz="2800" noProof="1" smtClean="0">
              <a:solidFill>
                <a:srgbClr val="000000"/>
              </a:solidFill>
              <a:effectLst/>
            </a:endParaRPr>
          </a:p>
          <a:p>
            <a:pPr>
              <a:buFont typeface="Wingdings" panose="05000000000000000000" pitchFamily="2" charset="2"/>
              <a:buNone/>
            </a:pPr>
            <a:r>
              <a:rPr lang="zh-CN" altLang="en-US" sz="2800" noProof="1" smtClean="0">
                <a:solidFill>
                  <a:srgbClr val="000000"/>
                </a:solidFill>
                <a:effectLst/>
              </a:rPr>
              <a:t>     自然语言（</a:t>
            </a:r>
            <a:r>
              <a:rPr lang="en-US" altLang="zh-CN" sz="2800" noProof="1" smtClean="0">
                <a:solidFill>
                  <a:srgbClr val="000000"/>
                </a:solidFill>
                <a:effectLst/>
              </a:rPr>
              <a:t>+</a:t>
            </a:r>
            <a:r>
              <a:rPr lang="zh-CN" altLang="en-US" sz="2800" noProof="1" smtClean="0">
                <a:solidFill>
                  <a:srgbClr val="000000"/>
                </a:solidFill>
                <a:effectLst/>
              </a:rPr>
              <a:t>半形式化语言）书写：人工审查</a:t>
            </a:r>
            <a:endParaRPr lang="zh-CN" altLang="en-US" sz="2800" noProof="1" smtClean="0">
              <a:solidFill>
                <a:srgbClr val="000000"/>
              </a:solidFill>
              <a:effectLst/>
            </a:endParaRPr>
          </a:p>
          <a:p>
            <a:pPr>
              <a:buFont typeface="Wingdings" panose="05000000000000000000" pitchFamily="2" charset="2"/>
              <a:buNone/>
            </a:pPr>
            <a:r>
              <a:rPr lang="zh-CN" altLang="en-US" sz="2800" noProof="1" smtClean="0">
                <a:solidFill>
                  <a:srgbClr val="000000"/>
                </a:solidFill>
                <a:effectLst/>
              </a:rPr>
              <a:t>     形式化语言书写（第</a:t>
            </a:r>
            <a:r>
              <a:rPr lang="zh-CN" altLang="zh-CN" sz="2800" noProof="1" smtClean="0">
                <a:solidFill>
                  <a:srgbClr val="000000"/>
                </a:solidFill>
                <a:effectLst/>
              </a:rPr>
              <a:t>4</a:t>
            </a:r>
            <a:r>
              <a:rPr lang="zh-CN" altLang="en-US" sz="2800" noProof="1" smtClean="0">
                <a:solidFill>
                  <a:srgbClr val="000000"/>
                </a:solidFill>
                <a:effectLst/>
              </a:rPr>
              <a:t>章内容，</a:t>
            </a:r>
            <a:r>
              <a:rPr lang="zh-CN" altLang="en-US" sz="2800" noProof="1" smtClean="0">
                <a:solidFill>
                  <a:srgbClr val="FF0000"/>
                </a:solidFill>
                <a:effectLst/>
              </a:rPr>
              <a:t>数学表示，不掌握</a:t>
            </a:r>
            <a:r>
              <a:rPr lang="zh-CN" altLang="en-US" sz="2800" noProof="1" smtClean="0">
                <a:solidFill>
                  <a:srgbClr val="000000"/>
                </a:solidFill>
                <a:effectLst/>
              </a:rPr>
              <a:t>）</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2</a:t>
            </a:r>
            <a:r>
              <a:rPr lang="zh-CN" altLang="en-US" sz="2800" noProof="1" smtClean="0">
                <a:solidFill>
                  <a:srgbClr val="000000"/>
                </a:solidFill>
                <a:effectLst/>
              </a:rPr>
              <a:t>）验证需求的现实性</a:t>
            </a:r>
            <a:endParaRPr lang="zh-CN" altLang="en-US" sz="2800" noProof="1" smtClean="0">
              <a:solidFill>
                <a:srgbClr val="000000"/>
              </a:solidFill>
              <a:effectLst/>
            </a:endParaRPr>
          </a:p>
          <a:p>
            <a:pPr>
              <a:buFont typeface="Wingdings" panose="05000000000000000000" pitchFamily="2" charset="2"/>
              <a:buNone/>
            </a:pPr>
            <a:r>
              <a:rPr lang="zh-CN" altLang="en-US" sz="2800" noProof="1" smtClean="0">
                <a:solidFill>
                  <a:srgbClr val="000000"/>
                </a:solidFill>
                <a:effectLst/>
              </a:rPr>
              <a:t>      </a:t>
            </a:r>
            <a:r>
              <a:rPr lang="en-US" altLang="zh-CN" sz="2800" noProof="1" smtClean="0">
                <a:solidFill>
                  <a:srgbClr val="000000"/>
                </a:solidFill>
                <a:effectLst/>
              </a:rPr>
              <a:t>experience (</a:t>
            </a:r>
            <a:r>
              <a:rPr lang="zh-CN" altLang="en-US" sz="2800" noProof="1" smtClean="0">
                <a:solidFill>
                  <a:srgbClr val="000000"/>
                </a:solidFill>
                <a:effectLst/>
              </a:rPr>
              <a:t>经验</a:t>
            </a:r>
            <a:r>
              <a:rPr lang="en-US" altLang="zh-CN" sz="2800" noProof="1" smtClean="0">
                <a:solidFill>
                  <a:srgbClr val="000000"/>
                </a:solidFill>
                <a:effectLst/>
              </a:rPr>
              <a:t>), simulation (</a:t>
            </a:r>
            <a:r>
              <a:rPr lang="zh-CN" altLang="en-US" sz="2800" noProof="1" smtClean="0">
                <a:solidFill>
                  <a:srgbClr val="000000"/>
                </a:solidFill>
                <a:effectLst/>
              </a:rPr>
              <a:t>仿真、模拟</a:t>
            </a:r>
            <a:r>
              <a:rPr lang="zh-CN" altLang="zh-CN" sz="2800" noProof="1" smtClean="0">
                <a:solidFill>
                  <a:srgbClr val="000000"/>
                </a:solidFill>
                <a:effectLst/>
              </a:rPr>
              <a:t>)</a:t>
            </a:r>
            <a:endParaRPr lang="zh-CN" altLang="zh-CN"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a:t>
            </a:r>
            <a:r>
              <a:rPr lang="zh-CN" altLang="en-US" sz="2800" noProof="1" smtClean="0">
                <a:solidFill>
                  <a:srgbClr val="000000"/>
                </a:solidFill>
                <a:effectLst/>
              </a:rPr>
              <a:t>）验证需求的完整性和有效性</a:t>
            </a:r>
            <a:endParaRPr lang="zh-CN" altLang="en-US" sz="2800" noProof="1" smtClean="0">
              <a:solidFill>
                <a:srgbClr val="000000"/>
              </a:solidFill>
              <a:effectLst/>
            </a:endParaRPr>
          </a:p>
          <a:p>
            <a:pPr>
              <a:buFont typeface="Wingdings" panose="05000000000000000000" pitchFamily="2" charset="2"/>
              <a:buNone/>
            </a:pPr>
            <a:r>
              <a:rPr lang="zh-CN" altLang="en-US" sz="2800" noProof="1" smtClean="0">
                <a:solidFill>
                  <a:srgbClr val="000000"/>
                </a:solidFill>
                <a:effectLst/>
              </a:rPr>
              <a:t>      </a:t>
            </a:r>
            <a:r>
              <a:rPr lang="en-US" altLang="zh-CN" sz="2800" noProof="1" smtClean="0">
                <a:solidFill>
                  <a:srgbClr val="000000"/>
                </a:solidFill>
                <a:effectLst/>
              </a:rPr>
              <a:t>a) </a:t>
            </a:r>
            <a:r>
              <a:rPr lang="zh-CN" altLang="en-US" sz="2800" noProof="1" smtClean="0">
                <a:solidFill>
                  <a:srgbClr val="000000"/>
                </a:solidFill>
                <a:effectLst/>
              </a:rPr>
              <a:t>开发人员与用户密切配合</a:t>
            </a:r>
            <a:r>
              <a:rPr lang="zh-CN" altLang="zh-CN" sz="2800" noProof="1" smtClean="0">
                <a:solidFill>
                  <a:srgbClr val="000000"/>
                </a:solidFill>
                <a:effectLst/>
              </a:rPr>
              <a:t> </a:t>
            </a:r>
            <a:endParaRPr lang="zh-CN" altLang="zh-CN" sz="2800" noProof="1" smtClean="0">
              <a:solidFill>
                <a:srgbClr val="000000"/>
              </a:solidFill>
              <a:effectLst/>
            </a:endParaRPr>
          </a:p>
          <a:p>
            <a:pPr>
              <a:buFont typeface="Wingdings" panose="05000000000000000000" pitchFamily="2" charset="2"/>
              <a:buNone/>
            </a:pPr>
            <a:r>
              <a:rPr lang="en-US" altLang="zh-CN" sz="2800" noProof="1" smtClean="0">
                <a:solidFill>
                  <a:srgbClr val="000000"/>
                </a:solidFill>
                <a:effectLst/>
              </a:rPr>
              <a:t>      b) </a:t>
            </a:r>
            <a:r>
              <a:rPr lang="zh-CN" altLang="en-US" sz="2800" noProof="1" smtClean="0">
                <a:solidFill>
                  <a:srgbClr val="000000"/>
                </a:solidFill>
                <a:effectLst/>
              </a:rPr>
              <a:t>原型系统</a:t>
            </a:r>
            <a:endParaRPr lang="zh-CN" altLang="zh-CN" sz="2800"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8917"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4F3DAB4D-3733-4A39-9793-036E1F6C0829}"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2660650" y="2095500"/>
              <a:ext cx="1130300" cy="44450"/>
            </p14:xfrm>
          </p:contentPart>
        </mc:Choice>
        <mc:Fallback xmlns="">
          <p:pic>
            <p:nvPicPr>
              <p:cNvPr id="3" name="墨迹 2"/>
            </p:nvPicPr>
            <p:blipFill>
              <a:blip r:embed="rId2"/>
            </p:blipFill>
            <p:spPr>
              <a:xfrm>
                <a:off x="2660650" y="2095500"/>
                <a:ext cx="1130300" cy="444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092200" y="2590800"/>
              <a:ext cx="1924050" cy="127000"/>
            </p14:xfrm>
          </p:contentPart>
        </mc:Choice>
        <mc:Fallback xmlns="">
          <p:pic>
            <p:nvPicPr>
              <p:cNvPr id="4" name="墨迹 3"/>
            </p:nvPicPr>
            <p:blipFill>
              <a:blip r:embed="rId4"/>
            </p:blipFill>
            <p:spPr>
              <a:xfrm>
                <a:off x="1092200" y="2590800"/>
                <a:ext cx="1924050" cy="1270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3251200" y="2000250"/>
              <a:ext cx="1816100" cy="736600"/>
            </p14:xfrm>
          </p:contentPart>
        </mc:Choice>
        <mc:Fallback xmlns="">
          <p:pic>
            <p:nvPicPr>
              <p:cNvPr id="5" name="墨迹 4"/>
            </p:nvPicPr>
            <p:blipFill>
              <a:blip r:embed="rId6"/>
            </p:blipFill>
            <p:spPr>
              <a:xfrm>
                <a:off x="3251200" y="2000250"/>
                <a:ext cx="1816100" cy="7366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098550" y="3035300"/>
              <a:ext cx="2311400" cy="114300"/>
            </p14:xfrm>
          </p:contentPart>
        </mc:Choice>
        <mc:Fallback xmlns="">
          <p:pic>
            <p:nvPicPr>
              <p:cNvPr id="6" name="墨迹 5"/>
            </p:nvPicPr>
            <p:blipFill>
              <a:blip r:embed="rId8"/>
            </p:blipFill>
            <p:spPr>
              <a:xfrm>
                <a:off x="1098550" y="3035300"/>
                <a:ext cx="2311400" cy="1143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2876550" y="3086100"/>
              <a:ext cx="628650" cy="577850"/>
            </p14:xfrm>
          </p:contentPart>
        </mc:Choice>
        <mc:Fallback xmlns="">
          <p:pic>
            <p:nvPicPr>
              <p:cNvPr id="7" name="墨迹 6"/>
            </p:nvPicPr>
            <p:blipFill>
              <a:blip r:embed="rId10"/>
            </p:blipFill>
            <p:spPr>
              <a:xfrm>
                <a:off x="2876550" y="3086100"/>
                <a:ext cx="628650" cy="5778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3867150" y="4070350"/>
              <a:ext cx="3822700" cy="114300"/>
            </p14:xfrm>
          </p:contentPart>
        </mc:Choice>
        <mc:Fallback xmlns="">
          <p:pic>
            <p:nvPicPr>
              <p:cNvPr id="8" name="墨迹 7"/>
            </p:nvPicPr>
            <p:blipFill>
              <a:blip r:embed="rId12"/>
            </p:blipFill>
            <p:spPr>
              <a:xfrm>
                <a:off x="3867150" y="4070350"/>
                <a:ext cx="3822700" cy="1143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2851150" y="4425950"/>
              <a:ext cx="806450" cy="361950"/>
            </p14:xfrm>
          </p:contentPart>
        </mc:Choice>
        <mc:Fallback xmlns="">
          <p:pic>
            <p:nvPicPr>
              <p:cNvPr id="9" name="墨迹 8"/>
            </p:nvPicPr>
            <p:blipFill>
              <a:blip r:embed="rId14"/>
            </p:blipFill>
            <p:spPr>
              <a:xfrm>
                <a:off x="2851150" y="4425950"/>
                <a:ext cx="806450" cy="3619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0" name="墨迹 9"/>
              <p14:cNvContentPartPr/>
              <p14:nvPr/>
            </p14:nvContentPartPr>
            <p14:xfrm>
              <a:off x="4318000" y="4286250"/>
              <a:ext cx="1346200" cy="444500"/>
            </p14:xfrm>
          </p:contentPart>
        </mc:Choice>
        <mc:Fallback xmlns="">
          <p:pic>
            <p:nvPicPr>
              <p:cNvPr id="10" name="墨迹 9"/>
            </p:nvPicPr>
            <p:blipFill>
              <a:blip r:embed="rId16"/>
            </p:blipFill>
            <p:spPr>
              <a:xfrm>
                <a:off x="4318000" y="4286250"/>
                <a:ext cx="1346200" cy="4445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3232150" y="4940300"/>
              <a:ext cx="1758950" cy="254000"/>
            </p14:xfrm>
          </p:contentPart>
        </mc:Choice>
        <mc:Fallback xmlns="">
          <p:pic>
            <p:nvPicPr>
              <p:cNvPr id="11" name="墨迹 10"/>
            </p:nvPicPr>
            <p:blipFill>
              <a:blip r:embed="rId18"/>
            </p:blipFill>
            <p:spPr>
              <a:xfrm>
                <a:off x="3232150" y="4940300"/>
                <a:ext cx="1758950" cy="2540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825500" y="5092700"/>
              <a:ext cx="2647950" cy="717550"/>
            </p14:xfrm>
          </p:contentPart>
        </mc:Choice>
        <mc:Fallback xmlns="">
          <p:pic>
            <p:nvPicPr>
              <p:cNvPr id="12" name="墨迹 11"/>
            </p:nvPicPr>
            <p:blipFill>
              <a:blip r:embed="rId20"/>
            </p:blipFill>
            <p:spPr>
              <a:xfrm>
                <a:off x="825500" y="5092700"/>
                <a:ext cx="2647950" cy="7175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2679700" y="4578350"/>
              <a:ext cx="1022350" cy="38100"/>
            </p14:xfrm>
          </p:contentPart>
        </mc:Choice>
        <mc:Fallback xmlns="">
          <p:pic>
            <p:nvPicPr>
              <p:cNvPr id="13" name="墨迹 12"/>
            </p:nvPicPr>
            <p:blipFill>
              <a:blip r:embed="rId22"/>
            </p:blipFill>
            <p:spPr>
              <a:xfrm>
                <a:off x="2679700" y="4578350"/>
                <a:ext cx="1022350" cy="381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3479800" y="4527550"/>
              <a:ext cx="463550" cy="95250"/>
            </p14:xfrm>
          </p:contentPart>
        </mc:Choice>
        <mc:Fallback xmlns="">
          <p:pic>
            <p:nvPicPr>
              <p:cNvPr id="14" name="墨迹 13"/>
            </p:nvPicPr>
            <p:blipFill>
              <a:blip r:embed="rId24"/>
            </p:blipFill>
            <p:spPr>
              <a:xfrm>
                <a:off x="3479800" y="4527550"/>
                <a:ext cx="463550" cy="95250"/>
              </a:xfrm>
              <a:prstGeom prst="rect"/>
            </p:spPr>
          </p:pic>
        </mc:Fallback>
      </mc:AlternateContent>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457200" y="633413"/>
            <a:ext cx="8512175" cy="1139825"/>
          </a:xfrm>
        </p:spPr>
        <p:txBody>
          <a:bodyPr/>
          <a:lstStyle/>
          <a:p>
            <a:r>
              <a:rPr lang="zh-CN" altLang="zh-CN" noProof="1" smtClean="0">
                <a:solidFill>
                  <a:srgbClr val="000000"/>
                </a:solidFill>
                <a:effectLst/>
              </a:rPr>
              <a:t>3.8.3 </a:t>
            </a:r>
            <a:r>
              <a:rPr lang="zh-CN" altLang="en-US" noProof="1" smtClean="0">
                <a:solidFill>
                  <a:srgbClr val="000000"/>
                </a:solidFill>
                <a:effectLst/>
              </a:rPr>
              <a:t>用于需求分析的软件工具（</a:t>
            </a:r>
            <a:r>
              <a:rPr lang="zh-CN" altLang="en-US" noProof="1" smtClean="0">
                <a:solidFill>
                  <a:srgbClr val="FF0000"/>
                </a:solidFill>
                <a:effectLst/>
              </a:rPr>
              <a:t>了解</a:t>
            </a:r>
            <a:r>
              <a:rPr lang="zh-CN" altLang="en-US" noProof="1" smtClean="0">
                <a:solidFill>
                  <a:srgbClr val="000000"/>
                </a:solidFill>
                <a:effectLst/>
              </a:rPr>
              <a:t>）</a:t>
            </a:r>
            <a:endParaRPr lang="zh-CN" altLang="en-US" noProof="1" smtClean="0">
              <a:solidFill>
                <a:srgbClr val="000000"/>
              </a:solidFill>
              <a:effectLst/>
            </a:endParaRPr>
          </a:p>
        </p:txBody>
      </p:sp>
      <p:sp>
        <p:nvSpPr>
          <p:cNvPr id="39939" name="内容占位符 2"/>
          <p:cNvSpPr>
            <a:spLocks noGrp="1"/>
          </p:cNvSpPr>
          <p:nvPr>
            <p:ph idx="1"/>
          </p:nvPr>
        </p:nvSpPr>
        <p:spPr>
          <a:xfrm>
            <a:off x="457200" y="1589088"/>
            <a:ext cx="8013700" cy="4525962"/>
          </a:xfrm>
        </p:spPr>
        <p:txBody>
          <a:bodyPr/>
          <a:lstStyle/>
          <a:p>
            <a:pPr>
              <a:buFont typeface="Wingdings" panose="05000000000000000000" pitchFamily="2" charset="2"/>
              <a:buNone/>
            </a:pPr>
            <a:r>
              <a:rPr lang="zh-CN" altLang="en-US" sz="2800" noProof="1" smtClean="0">
                <a:solidFill>
                  <a:srgbClr val="000000"/>
                </a:solidFill>
                <a:effectLst/>
              </a:rPr>
              <a:t>用于需求分析的软件应满足下列要求：</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FF0000"/>
                </a:solidFill>
                <a:effectLst/>
              </a:rPr>
              <a:t>1</a:t>
            </a:r>
            <a:r>
              <a:rPr lang="zh-CN" altLang="en-US" sz="2800" noProof="1" smtClean="0">
                <a:solidFill>
                  <a:srgbClr val="FF0000"/>
                </a:solidFill>
                <a:effectLst/>
              </a:rPr>
              <a:t>）必须有形式化的</a:t>
            </a:r>
            <a:r>
              <a:rPr lang="zh-CN" altLang="en-US" sz="2800" u="sng" noProof="1" smtClean="0">
                <a:solidFill>
                  <a:srgbClr val="FF0000"/>
                </a:solidFill>
                <a:effectLst/>
              </a:rPr>
              <a:t>语法</a:t>
            </a:r>
            <a:r>
              <a:rPr lang="zh-CN" altLang="en-US" sz="2800" noProof="1" smtClean="0">
                <a:solidFill>
                  <a:srgbClr val="FF0000"/>
                </a:solidFill>
                <a:effectLst/>
              </a:rPr>
              <a:t>；</a:t>
            </a:r>
            <a:endParaRPr lang="zh-CN" altLang="en-US" sz="2800" noProof="1" smtClean="0">
              <a:solidFill>
                <a:srgbClr val="FF0000"/>
              </a:solidFill>
              <a:effectLst/>
            </a:endParaRPr>
          </a:p>
          <a:p>
            <a:pPr>
              <a:buFont typeface="Wingdings" panose="05000000000000000000" pitchFamily="2" charset="2"/>
              <a:buNone/>
            </a:pPr>
            <a:r>
              <a:rPr lang="zh-CN" altLang="zh-CN" sz="2800" noProof="1" smtClean="0">
                <a:solidFill>
                  <a:srgbClr val="000000"/>
                </a:solidFill>
                <a:effectLst/>
              </a:rPr>
              <a:t>2</a:t>
            </a:r>
            <a:r>
              <a:rPr lang="zh-CN" altLang="en-US" sz="2800" noProof="1" smtClean="0">
                <a:solidFill>
                  <a:srgbClr val="000000"/>
                </a:solidFill>
                <a:effectLst/>
              </a:rPr>
              <a:t>）能导出</a:t>
            </a:r>
            <a:r>
              <a:rPr lang="zh-CN" altLang="en-US" sz="2800" noProof="1" smtClean="0">
                <a:solidFill>
                  <a:srgbClr val="000000"/>
                </a:solidFill>
                <a:effectLst/>
                <a:highlight>
                  <a:srgbClr val="FFFF00"/>
                </a:highlight>
              </a:rPr>
              <a:t>详细的</a:t>
            </a:r>
            <a:r>
              <a:rPr lang="zh-CN" altLang="en-US" sz="2800" u="sng" noProof="1" smtClean="0">
                <a:solidFill>
                  <a:srgbClr val="000000"/>
                </a:solidFill>
                <a:effectLst/>
                <a:highlight>
                  <a:srgbClr val="FFFF00"/>
                </a:highlight>
              </a:rPr>
              <a:t>文档</a:t>
            </a:r>
            <a:r>
              <a:rPr lang="zh-CN" altLang="en-US" sz="2800" noProof="1" smtClean="0">
                <a:solidFill>
                  <a:srgbClr val="000000"/>
                </a:solidFill>
                <a:effectLst/>
              </a:rPr>
              <a:t>；</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3</a:t>
            </a:r>
            <a:r>
              <a:rPr lang="zh-CN" altLang="en-US" sz="2800" noProof="1" smtClean="0">
                <a:solidFill>
                  <a:srgbClr val="000000"/>
                </a:solidFill>
                <a:effectLst/>
              </a:rPr>
              <a:t>）必须提供分析规格说明书的</a:t>
            </a:r>
            <a:r>
              <a:rPr lang="zh-CN" altLang="en-US" sz="2800" noProof="1" smtClean="0">
                <a:solidFill>
                  <a:srgbClr val="000000"/>
                </a:solidFill>
                <a:effectLst/>
                <a:highlight>
                  <a:srgbClr val="FFFF00"/>
                </a:highlight>
              </a:rPr>
              <a:t>不一致性和冗余性</a:t>
            </a:r>
            <a:r>
              <a:rPr lang="zh-CN" altLang="en-US" sz="2800" noProof="1" smtClean="0">
                <a:solidFill>
                  <a:srgbClr val="000000"/>
                </a:solidFill>
                <a:effectLst/>
              </a:rPr>
              <a:t>的手段，并能够产生完整性分析的报告；</a:t>
            </a:r>
            <a:endParaRPr lang="zh-CN" altLang="en-US" sz="2800" noProof="1" smtClean="0">
              <a:solidFill>
                <a:srgbClr val="000000"/>
              </a:solidFill>
              <a:effectLst/>
            </a:endParaRPr>
          </a:p>
          <a:p>
            <a:pPr>
              <a:buFont typeface="Wingdings" panose="05000000000000000000" pitchFamily="2" charset="2"/>
              <a:buNone/>
            </a:pPr>
            <a:r>
              <a:rPr lang="zh-CN" altLang="zh-CN" sz="2800" noProof="1" smtClean="0">
                <a:solidFill>
                  <a:srgbClr val="000000"/>
                </a:solidFill>
                <a:effectLst/>
              </a:rPr>
              <a:t>4</a:t>
            </a:r>
            <a:r>
              <a:rPr lang="zh-CN" altLang="en-US" sz="2800" noProof="1" smtClean="0">
                <a:solidFill>
                  <a:srgbClr val="000000"/>
                </a:solidFill>
                <a:effectLst/>
              </a:rPr>
              <a:t>）使用这个软件工具后，能够改进</a:t>
            </a:r>
            <a:r>
              <a:rPr lang="zh-CN" altLang="en-US" sz="2800" noProof="1" smtClean="0">
                <a:solidFill>
                  <a:srgbClr val="000000"/>
                </a:solidFill>
                <a:effectLst/>
                <a:highlight>
                  <a:srgbClr val="FFFF00"/>
                </a:highlight>
              </a:rPr>
              <a:t>模块间的通信</a:t>
            </a:r>
            <a:r>
              <a:rPr lang="zh-CN" altLang="en-US" sz="2800" noProof="1" smtClean="0">
                <a:solidFill>
                  <a:srgbClr val="000000"/>
                </a:solidFill>
                <a:effectLst/>
              </a:rPr>
              <a:t>状况。</a:t>
            </a:r>
            <a:endParaRPr lang="zh-CN" altLang="en-US" sz="2800" noProof="1" smtClean="0">
              <a:solidFill>
                <a:srgbClr val="000000"/>
              </a:solidFill>
              <a:effectLst/>
            </a:endParaRPr>
          </a:p>
          <a:p>
            <a:pPr>
              <a:buFont typeface="Wingdings" panose="05000000000000000000" pitchFamily="2" charset="2"/>
              <a:buNone/>
            </a:pPr>
            <a:endParaRPr lang="zh-CN" altLang="en-US"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a:p>
        </p:txBody>
      </p:sp>
      <p:sp>
        <p:nvSpPr>
          <p:cNvPr id="39941"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D62B5825-925E-4316-A56C-4B95668B1F2E}"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355600" y="2051050"/>
              <a:ext cx="673100" cy="514350"/>
            </p14:xfrm>
          </p:contentPart>
        </mc:Choice>
        <mc:Fallback xmlns="">
          <p:pic>
            <p:nvPicPr>
              <p:cNvPr id="3" name="墨迹 2"/>
            </p:nvPicPr>
            <p:blipFill>
              <a:blip r:embed="rId2"/>
            </p:blipFill>
            <p:spPr>
              <a:xfrm>
                <a:off x="355600" y="2051050"/>
                <a:ext cx="673100" cy="5143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209550" y="2628900"/>
              <a:ext cx="1422400" cy="2495550"/>
            </p14:xfrm>
          </p:contentPart>
        </mc:Choice>
        <mc:Fallback xmlns="">
          <p:pic>
            <p:nvPicPr>
              <p:cNvPr id="4" name="墨迹 3"/>
            </p:nvPicPr>
            <p:blipFill>
              <a:blip r:embed="rId4"/>
            </p:blipFill>
            <p:spPr>
              <a:xfrm>
                <a:off x="209550" y="2628900"/>
                <a:ext cx="1422400" cy="24955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4248150" y="4013200"/>
              <a:ext cx="3092450" cy="360"/>
            </p14:xfrm>
          </p:contentPart>
        </mc:Choice>
        <mc:Fallback xmlns="">
          <p:pic>
            <p:nvPicPr>
              <p:cNvPr id="5" name="墨迹 4"/>
            </p:nvPicPr>
            <p:blipFill>
              <a:blip r:embed="rId6"/>
            </p:blipFill>
            <p:spPr>
              <a:xfrm>
                <a:off x="4248150" y="4013200"/>
                <a:ext cx="3092450" cy="360"/>
              </a:xfrm>
              <a:prstGeom prst="rect"/>
            </p:spPr>
          </p:pic>
        </mc:Fallback>
      </mc:AlternateContent>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457200" y="274638"/>
            <a:ext cx="8229600" cy="1139825"/>
          </a:xfrm>
        </p:spPr>
        <p:txBody>
          <a:bodyPr/>
          <a:lstStyle/>
          <a:p>
            <a:r>
              <a:rPr lang="zh-CN" altLang="en-US" noProof="1" smtClean="0">
                <a:solidFill>
                  <a:srgbClr val="000000"/>
                </a:solidFill>
                <a:effectLst/>
              </a:rPr>
              <a:t>第</a:t>
            </a:r>
            <a:r>
              <a:rPr lang="zh-CN" altLang="zh-CN" noProof="1" smtClean="0">
                <a:solidFill>
                  <a:srgbClr val="000000"/>
                </a:solidFill>
                <a:effectLst/>
              </a:rPr>
              <a:t>3</a:t>
            </a:r>
            <a:r>
              <a:rPr lang="zh-CN" altLang="en-US" noProof="1" smtClean="0">
                <a:solidFill>
                  <a:srgbClr val="000000"/>
                </a:solidFill>
                <a:effectLst/>
              </a:rPr>
              <a:t>章小结</a:t>
            </a:r>
            <a:endParaRPr lang="zh-CN" altLang="en-US" noProof="1" smtClean="0">
              <a:solidFill>
                <a:srgbClr val="000000"/>
              </a:solidFill>
              <a:effectLst/>
            </a:endParaRPr>
          </a:p>
        </p:txBody>
      </p:sp>
      <p:sp>
        <p:nvSpPr>
          <p:cNvPr id="40963" name="内容占位符 2"/>
          <p:cNvSpPr>
            <a:spLocks noGrp="1"/>
          </p:cNvSpPr>
          <p:nvPr>
            <p:ph idx="1"/>
          </p:nvPr>
        </p:nvSpPr>
        <p:spPr>
          <a:xfrm>
            <a:off x="179388" y="1416050"/>
            <a:ext cx="8964612" cy="5829300"/>
          </a:xfrm>
        </p:spPr>
        <p:txBody>
          <a:bodyPr/>
          <a:lstStyle/>
          <a:p>
            <a:pPr>
              <a:buFont typeface="Wingdings" panose="05000000000000000000" pitchFamily="2" charset="2"/>
              <a:buNone/>
            </a:pPr>
            <a:r>
              <a:rPr lang="zh-CN" altLang="zh-CN" sz="2400" noProof="1" smtClean="0">
                <a:solidFill>
                  <a:srgbClr val="000000"/>
                </a:solidFill>
                <a:effectLst/>
              </a:rPr>
              <a:t>1. </a:t>
            </a:r>
            <a:r>
              <a:rPr lang="zh-CN" altLang="en-US" sz="2400" noProof="1" smtClean="0">
                <a:solidFill>
                  <a:srgbClr val="000000"/>
                </a:solidFill>
                <a:effectLst/>
              </a:rPr>
              <a:t>清楚需求分析做什么。</a:t>
            </a:r>
            <a:endParaRPr lang="zh-CN" altLang="en-US" sz="2400" noProof="1" smtClean="0">
              <a:solidFill>
                <a:srgbClr val="000000"/>
              </a:solidFill>
              <a:effectLst/>
            </a:endParaRPr>
          </a:p>
          <a:p>
            <a:pPr>
              <a:buFont typeface="Wingdings" panose="05000000000000000000" pitchFamily="2" charset="2"/>
              <a:buNone/>
            </a:pPr>
            <a:r>
              <a:rPr lang="zh-CN" altLang="zh-CN" sz="2400" noProof="1" smtClean="0">
                <a:solidFill>
                  <a:srgbClr val="000000"/>
                </a:solidFill>
                <a:effectLst/>
              </a:rPr>
              <a:t>2. </a:t>
            </a:r>
            <a:r>
              <a:rPr lang="zh-CN" altLang="en-US" sz="2400" noProof="1" smtClean="0">
                <a:solidFill>
                  <a:srgbClr val="000000"/>
                </a:solidFill>
                <a:effectLst/>
              </a:rPr>
              <a:t>新学的几种图 （清楚每种图的用途及表示符号）：</a:t>
            </a:r>
            <a:endParaRPr lang="zh-CN" altLang="en-US" sz="2400" noProof="1" smtClean="0">
              <a:solidFill>
                <a:srgbClr val="000000"/>
              </a:solidFill>
              <a:effectLst/>
            </a:endParaRPr>
          </a:p>
          <a:p>
            <a:pPr>
              <a:buFont typeface="Wingdings" panose="05000000000000000000" pitchFamily="2" charset="2"/>
              <a:buNone/>
            </a:pPr>
            <a:r>
              <a:rPr lang="zh-CN" altLang="en-US" sz="2400" noProof="1" smtClean="0">
                <a:solidFill>
                  <a:srgbClr val="000000"/>
                </a:solidFill>
                <a:effectLst/>
              </a:rPr>
              <a:t>    </a:t>
            </a:r>
            <a:r>
              <a:rPr lang="en-US" altLang="zh-CN" sz="2400" noProof="1" smtClean="0">
                <a:solidFill>
                  <a:srgbClr val="000000"/>
                </a:solidFill>
                <a:effectLst/>
              </a:rPr>
              <a:t>a) </a:t>
            </a:r>
            <a:r>
              <a:rPr lang="zh-CN" altLang="en-US" sz="2400" noProof="1" smtClean="0">
                <a:solidFill>
                  <a:srgbClr val="000000"/>
                </a:solidFill>
                <a:effectLst/>
              </a:rPr>
              <a:t>实体</a:t>
            </a:r>
            <a:r>
              <a:rPr lang="zh-CN" altLang="zh-CN" sz="2400" noProof="1" smtClean="0">
                <a:solidFill>
                  <a:srgbClr val="000000"/>
                </a:solidFill>
                <a:effectLst/>
              </a:rPr>
              <a:t>-</a:t>
            </a:r>
            <a:r>
              <a:rPr lang="zh-CN" altLang="en-US" sz="2400" noProof="1" smtClean="0">
                <a:solidFill>
                  <a:srgbClr val="000000"/>
                </a:solidFill>
                <a:effectLst/>
              </a:rPr>
              <a:t>联系图</a:t>
            </a:r>
            <a:endParaRPr lang="zh-CN" altLang="en-US" sz="2400" noProof="1" smtClean="0">
              <a:solidFill>
                <a:srgbClr val="000000"/>
              </a:solidFill>
              <a:effectLst/>
            </a:endParaRPr>
          </a:p>
          <a:p>
            <a:pPr>
              <a:buFont typeface="Wingdings" panose="05000000000000000000" pitchFamily="2" charset="2"/>
              <a:buNone/>
            </a:pPr>
            <a:r>
              <a:rPr lang="zh-CN" altLang="en-US" sz="2400" noProof="1" smtClean="0">
                <a:solidFill>
                  <a:srgbClr val="000000"/>
                </a:solidFill>
                <a:effectLst/>
              </a:rPr>
              <a:t>    </a:t>
            </a:r>
            <a:r>
              <a:rPr lang="en-US" altLang="zh-CN" sz="2400" noProof="1" smtClean="0">
                <a:solidFill>
                  <a:srgbClr val="000000"/>
                </a:solidFill>
                <a:effectLst/>
              </a:rPr>
              <a:t>b) </a:t>
            </a:r>
            <a:r>
              <a:rPr lang="zh-CN" altLang="en-US" sz="2400" noProof="1" smtClean="0">
                <a:solidFill>
                  <a:srgbClr val="000000"/>
                </a:solidFill>
                <a:effectLst/>
              </a:rPr>
              <a:t>状态转换图</a:t>
            </a:r>
            <a:endParaRPr lang="zh-CN" altLang="en-US" sz="2400" noProof="1" smtClean="0">
              <a:solidFill>
                <a:srgbClr val="000000"/>
              </a:solidFill>
              <a:effectLst/>
            </a:endParaRPr>
          </a:p>
          <a:p>
            <a:pPr>
              <a:buFont typeface="Wingdings" panose="05000000000000000000" pitchFamily="2" charset="2"/>
              <a:buNone/>
            </a:pPr>
            <a:r>
              <a:rPr lang="zh-CN" altLang="en-US" sz="2400" noProof="1" smtClean="0">
                <a:solidFill>
                  <a:srgbClr val="000000"/>
                </a:solidFill>
                <a:effectLst/>
              </a:rPr>
              <a:t>    </a:t>
            </a:r>
            <a:r>
              <a:rPr lang="en-US" altLang="zh-CN" sz="2400" noProof="1" smtClean="0">
                <a:solidFill>
                  <a:srgbClr val="000000"/>
                </a:solidFill>
                <a:effectLst/>
              </a:rPr>
              <a:t>c) </a:t>
            </a:r>
            <a:r>
              <a:rPr lang="zh-CN" altLang="en-US" sz="2400" noProof="1" smtClean="0">
                <a:solidFill>
                  <a:srgbClr val="000000"/>
                </a:solidFill>
                <a:effectLst/>
              </a:rPr>
              <a:t>层次方框图</a:t>
            </a:r>
            <a:endParaRPr lang="zh-CN" altLang="en-US" sz="2400" noProof="1" smtClean="0">
              <a:solidFill>
                <a:srgbClr val="000000"/>
              </a:solidFill>
              <a:effectLst/>
            </a:endParaRPr>
          </a:p>
          <a:p>
            <a:pPr>
              <a:buFont typeface="Wingdings" panose="05000000000000000000" pitchFamily="2" charset="2"/>
              <a:buNone/>
            </a:pPr>
            <a:r>
              <a:rPr lang="zh-CN" altLang="en-US" sz="2400" noProof="1" smtClean="0">
                <a:solidFill>
                  <a:srgbClr val="000000"/>
                </a:solidFill>
                <a:effectLst/>
              </a:rPr>
              <a:t>    </a:t>
            </a:r>
            <a:r>
              <a:rPr lang="en-US" altLang="zh-CN" sz="2400" noProof="1" smtClean="0">
                <a:solidFill>
                  <a:srgbClr val="000000"/>
                </a:solidFill>
                <a:effectLst/>
              </a:rPr>
              <a:t>d) Warnier</a:t>
            </a:r>
            <a:r>
              <a:rPr lang="zh-CN" altLang="en-US" sz="2400" noProof="1" smtClean="0">
                <a:solidFill>
                  <a:srgbClr val="000000"/>
                </a:solidFill>
                <a:effectLst/>
              </a:rPr>
              <a:t>图</a:t>
            </a:r>
            <a:endParaRPr lang="zh-CN" altLang="en-US" sz="2400" noProof="1" smtClean="0">
              <a:solidFill>
                <a:srgbClr val="000000"/>
              </a:solidFill>
              <a:effectLst/>
            </a:endParaRPr>
          </a:p>
          <a:p>
            <a:pPr>
              <a:buFont typeface="Wingdings" panose="05000000000000000000" pitchFamily="2" charset="2"/>
              <a:buNone/>
            </a:pPr>
            <a:r>
              <a:rPr lang="zh-CN" altLang="en-US" sz="2400" noProof="1" smtClean="0">
                <a:solidFill>
                  <a:srgbClr val="000000"/>
                </a:solidFill>
                <a:effectLst/>
              </a:rPr>
              <a:t>    </a:t>
            </a:r>
            <a:r>
              <a:rPr lang="en-US" altLang="zh-CN" sz="2400" noProof="1" smtClean="0">
                <a:solidFill>
                  <a:srgbClr val="000000"/>
                </a:solidFill>
                <a:effectLst/>
              </a:rPr>
              <a:t>e) IPO</a:t>
            </a:r>
            <a:r>
              <a:rPr lang="zh-CN" altLang="en-US" sz="2400" noProof="1" smtClean="0">
                <a:solidFill>
                  <a:srgbClr val="000000"/>
                </a:solidFill>
                <a:effectLst/>
              </a:rPr>
              <a:t>图</a:t>
            </a:r>
            <a:endParaRPr lang="zh-CN" altLang="en-US" sz="2400" noProof="1" smtClean="0">
              <a:solidFill>
                <a:srgbClr val="000000"/>
              </a:solidFill>
              <a:effectLst/>
            </a:endParaRPr>
          </a:p>
          <a:p>
            <a:pPr>
              <a:buFont typeface="Wingdings" panose="05000000000000000000" pitchFamily="2" charset="2"/>
              <a:buNone/>
            </a:pPr>
            <a:r>
              <a:rPr lang="zh-CN" altLang="zh-CN" sz="2400" noProof="1" smtClean="0">
                <a:solidFill>
                  <a:srgbClr val="000000"/>
                </a:solidFill>
                <a:effectLst/>
              </a:rPr>
              <a:t>3. </a:t>
            </a:r>
            <a:r>
              <a:rPr lang="zh-CN" altLang="en-US" sz="2400" noProof="1" smtClean="0">
                <a:solidFill>
                  <a:srgbClr val="000000"/>
                </a:solidFill>
                <a:effectLst/>
              </a:rPr>
              <a:t>验证软件需求的四个方面</a:t>
            </a:r>
            <a:endParaRPr lang="zh-CN" altLang="en-US" sz="2400" noProof="1" smtClean="0">
              <a:solidFill>
                <a:srgbClr val="000000"/>
              </a:solidFill>
              <a:effectLst/>
            </a:endParaRPr>
          </a:p>
          <a:p>
            <a:pPr>
              <a:buFont typeface="Wingdings" panose="05000000000000000000" pitchFamily="2" charset="2"/>
              <a:buNone/>
            </a:pPr>
            <a:endParaRPr lang="zh-CN" altLang="zh-CN" sz="2400" noProof="1" smtClean="0">
              <a:solidFill>
                <a:srgbClr val="000000"/>
              </a:solidFill>
              <a:effectLst/>
            </a:endParaRPr>
          </a:p>
        </p:txBody>
      </p:sp>
      <p:sp>
        <p:nvSpPr>
          <p:cNvPr id="2" name="日期占位符 1"/>
          <p:cNvSpPr>
            <a:spLocks noGrp="1"/>
          </p:cNvSpPr>
          <p:nvPr>
            <p:ph type="dt" sz="quarter" idx="10"/>
          </p:nvPr>
        </p:nvSpPr>
        <p:spPr/>
        <p:txBody>
          <a:bodyPr/>
          <a:lstStyle/>
          <a:p>
            <a:pPr>
              <a:defRPr/>
            </a:pPr>
            <a:fld id="{BB962C8B-B14F-4D97-AF65-F5344CB8AC3E}" type="datetime11">
              <a:rPr lang="zh-CN" altLang="zh-CN"/>
            </a:fld>
            <a:endParaRPr lang="en-US" altLang="zh-CN" dirty="0"/>
          </a:p>
        </p:txBody>
      </p:sp>
      <p:sp>
        <p:nvSpPr>
          <p:cNvPr id="40965"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80000"/>
              <a:buFont typeface="Wingdings" panose="05000000000000000000" pitchFamily="2" charset="2"/>
              <a:buChar char="•"/>
              <a:defRPr sz="3200">
                <a:solidFill>
                  <a:schemeClr val="tx1"/>
                </a:solidFill>
                <a:latin typeface="Arial" panose="020B0604020202020204" pitchFamily="34" charset="0"/>
                <a:ea typeface="楷体_GB2312" pitchFamily="49" charset="-122"/>
              </a:defRPr>
            </a:lvl1pPr>
            <a:lvl2pPr marL="742950" indent="-285750" eaLnBrk="0" hangingPunct="0">
              <a:spcBef>
                <a:spcPct val="20000"/>
              </a:spcBef>
              <a:buClr>
                <a:schemeClr val="tx2"/>
              </a:buClr>
              <a:buSzPct val="50000"/>
              <a:buFont typeface="Wingdings" panose="05000000000000000000" pitchFamily="2" charset="2"/>
              <a:buChar char="–"/>
              <a:defRPr sz="2800">
                <a:solidFill>
                  <a:schemeClr val="tx1"/>
                </a:solidFill>
                <a:latin typeface="Arial" panose="020B0604020202020204" pitchFamily="34" charset="0"/>
                <a:ea typeface="楷体_GB2312" pitchFamily="49" charset="-122"/>
              </a:defRPr>
            </a:lvl2pPr>
            <a:lvl3pPr marL="1143000" indent="-228600" eaLnBrk="0" hangingPunct="0">
              <a:spcBef>
                <a:spcPct val="20000"/>
              </a:spcBef>
              <a:buClr>
                <a:schemeClr val="accent2"/>
              </a:buClr>
              <a:buChar char="•"/>
              <a:defRPr sz="2400">
                <a:solidFill>
                  <a:schemeClr val="tx1"/>
                </a:solidFill>
                <a:latin typeface="Arial" panose="020B0604020202020204" pitchFamily="34" charset="0"/>
                <a:ea typeface="楷体_GB2312" pitchFamily="49" charset="-122"/>
              </a:defRPr>
            </a:lvl3pPr>
            <a:lvl4pPr marL="1600200" indent="-228600" eaLnBrk="0" hangingPunct="0">
              <a:spcBef>
                <a:spcPct val="20000"/>
              </a:spcBef>
              <a:buClr>
                <a:schemeClr val="folHlink"/>
              </a:buClr>
              <a:buSzPct val="50000"/>
              <a:buFont typeface="Wingdings" panose="05000000000000000000" pitchFamily="2" charset="2"/>
              <a:buChar char="–"/>
              <a:defRPr sz="2000">
                <a:solidFill>
                  <a:schemeClr val="tx1"/>
                </a:solidFill>
                <a:latin typeface="Arial" panose="020B0604020202020204" pitchFamily="34" charset="0"/>
                <a:ea typeface="楷体_GB2312" pitchFamily="49" charset="-122"/>
              </a:defRPr>
            </a:lvl4pPr>
            <a:lvl5pPr marL="2057400" indent="-228600" eaLnBrk="0" hangingPunct="0">
              <a:spcBef>
                <a:spcPct val="20000"/>
              </a:spcBef>
              <a:buClr>
                <a:schemeClr val="hlink"/>
              </a:buClr>
              <a:buChar char="»"/>
              <a:defRPr sz="20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hlink"/>
              </a:buClr>
              <a:buChar char="»"/>
              <a:defRPr sz="2000">
                <a:solidFill>
                  <a:schemeClr val="tx1"/>
                </a:solidFill>
                <a:latin typeface="Arial" panose="020B0604020202020204" pitchFamily="34" charset="0"/>
                <a:ea typeface="楷体_GB2312" pitchFamily="49" charset="-122"/>
              </a:defRPr>
            </a:lvl9pPr>
          </a:lstStyle>
          <a:p>
            <a:pPr eaLnBrk="1" hangingPunct="1">
              <a:spcBef>
                <a:spcPct val="0"/>
              </a:spcBef>
              <a:buClrTx/>
              <a:buSzTx/>
              <a:buFont typeface="Arial" panose="020B0604020202020204" pitchFamily="34" charset="0"/>
              <a:buNone/>
            </a:pPr>
            <a:fld id="{0BCEF01D-CE44-4365-A38D-CE5CCF60CFA8}" type="slidenum">
              <a:rPr lang="zh-CN" altLang="en-US" sz="1400" smtClean="0">
                <a:solidFill>
                  <a:srgbClr val="000000"/>
                </a:solidFill>
                <a:ea typeface="宋体" panose="02010600030101010101" pitchFamily="2" charset="-122"/>
              </a:rPr>
            </a:fld>
            <a:endParaRPr lang="zh-CN" altLang="en-US" sz="1400" smtClean="0">
              <a:solidFill>
                <a:srgbClr val="000000"/>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133350" y="1454150"/>
              <a:ext cx="685800" cy="425450"/>
            </p14:xfrm>
          </p:contentPart>
        </mc:Choice>
        <mc:Fallback xmlns="">
          <p:pic>
            <p:nvPicPr>
              <p:cNvPr id="3" name="墨迹 2"/>
            </p:nvPicPr>
            <p:blipFill>
              <a:blip r:embed="rId2"/>
            </p:blipFill>
            <p:spPr>
              <a:xfrm>
                <a:off x="133350" y="1454150"/>
                <a:ext cx="685800" cy="4254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4" name="墨迹 3"/>
              <p14:cNvContentPartPr/>
              <p14:nvPr/>
            </p14:nvContentPartPr>
            <p14:xfrm>
              <a:off x="-12700" y="4711700"/>
              <a:ext cx="1327150" cy="349250"/>
            </p14:xfrm>
          </p:contentPart>
        </mc:Choice>
        <mc:Fallback xmlns="">
          <p:pic>
            <p:nvPicPr>
              <p:cNvPr id="4" name="墨迹 3"/>
            </p:nvPicPr>
            <p:blipFill>
              <a:blip r:embed="rId4"/>
            </p:blipFill>
            <p:spPr>
              <a:xfrm>
                <a:off x="-12700" y="4711700"/>
                <a:ext cx="1327150" cy="3492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5" name="墨迹 4"/>
              <p14:cNvContentPartPr/>
              <p14:nvPr/>
            </p14:nvContentPartPr>
            <p14:xfrm>
              <a:off x="1250950" y="1879600"/>
              <a:ext cx="1930400" cy="6350"/>
            </p14:xfrm>
          </p:contentPart>
        </mc:Choice>
        <mc:Fallback xmlns="">
          <p:pic>
            <p:nvPicPr>
              <p:cNvPr id="5" name="墨迹 4"/>
            </p:nvPicPr>
            <p:blipFill>
              <a:blip r:embed="rId6"/>
            </p:blipFill>
            <p:spPr>
              <a:xfrm>
                <a:off x="1250950" y="1879600"/>
                <a:ext cx="1930400" cy="635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6" name="墨迹 5"/>
              <p14:cNvContentPartPr/>
              <p14:nvPr/>
            </p14:nvContentPartPr>
            <p14:xfrm>
              <a:off x="1365250" y="4984750"/>
              <a:ext cx="1454150" cy="360"/>
            </p14:xfrm>
          </p:contentPart>
        </mc:Choice>
        <mc:Fallback xmlns="">
          <p:pic>
            <p:nvPicPr>
              <p:cNvPr id="6" name="墨迹 5"/>
            </p:nvPicPr>
            <p:blipFill>
              <a:blip r:embed="rId8"/>
            </p:blipFill>
            <p:spPr>
              <a:xfrm>
                <a:off x="1365250" y="4984750"/>
                <a:ext cx="145415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7" name="墨迹 6"/>
              <p14:cNvContentPartPr/>
              <p14:nvPr/>
            </p14:nvContentPartPr>
            <p14:xfrm>
              <a:off x="1225550" y="4940300"/>
              <a:ext cx="1746250" cy="82550"/>
            </p14:xfrm>
          </p:contentPart>
        </mc:Choice>
        <mc:Fallback xmlns="">
          <p:pic>
            <p:nvPicPr>
              <p:cNvPr id="7" name="墨迹 6"/>
            </p:nvPicPr>
            <p:blipFill>
              <a:blip r:embed="rId10"/>
            </p:blipFill>
            <p:spPr>
              <a:xfrm>
                <a:off x="1225550" y="4940300"/>
                <a:ext cx="1746250" cy="825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8" name="墨迹 7"/>
              <p14:cNvContentPartPr/>
              <p14:nvPr/>
            </p14:nvContentPartPr>
            <p14:xfrm>
              <a:off x="4191000" y="1536700"/>
              <a:ext cx="1206500" cy="825500"/>
            </p14:xfrm>
          </p:contentPart>
        </mc:Choice>
        <mc:Fallback xmlns="">
          <p:pic>
            <p:nvPicPr>
              <p:cNvPr id="8" name="墨迹 7"/>
            </p:nvPicPr>
            <p:blipFill>
              <a:blip r:embed="rId12"/>
            </p:blipFill>
            <p:spPr>
              <a:xfrm>
                <a:off x="4191000" y="1536700"/>
                <a:ext cx="1206500" cy="8255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9" name="墨迹 8"/>
              <p14:cNvContentPartPr/>
              <p14:nvPr/>
            </p14:nvContentPartPr>
            <p14:xfrm>
              <a:off x="5384800" y="2381250"/>
              <a:ext cx="1746250" cy="165100"/>
            </p14:xfrm>
          </p:contentPart>
        </mc:Choice>
        <mc:Fallback xmlns="">
          <p:pic>
            <p:nvPicPr>
              <p:cNvPr id="9" name="墨迹 8"/>
            </p:nvPicPr>
            <p:blipFill>
              <a:blip r:embed="rId14"/>
            </p:blipFill>
            <p:spPr>
              <a:xfrm>
                <a:off x="5384800" y="2381250"/>
                <a:ext cx="1746250" cy="165100"/>
              </a:xfrm>
              <a:prstGeom prst="rect"/>
            </p:spPr>
          </p:pic>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solidFill>
                  <a:srgbClr val="FF0000"/>
                </a:solidFill>
                <a:effectLst/>
              </a:rPr>
              <a:t>随堂练习</a:t>
            </a:r>
            <a:r>
              <a:rPr lang="en-US" altLang="zh-CN" b="1">
                <a:solidFill>
                  <a:srgbClr val="FF0000"/>
                </a:solidFill>
                <a:effectLst/>
              </a:rPr>
              <a:t>-</a:t>
            </a:r>
            <a:r>
              <a:rPr lang="zh-CN" altLang="en-US" b="1">
                <a:solidFill>
                  <a:srgbClr val="FF0000"/>
                </a:solidFill>
                <a:effectLst/>
              </a:rPr>
              <a:t>数据字典</a:t>
            </a:r>
            <a:endParaRPr lang="zh-CN" altLang="en-US" b="1">
              <a:solidFill>
                <a:srgbClr val="FF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pic>
        <p:nvPicPr>
          <p:cNvPr id="6" name="图片 5"/>
          <p:cNvPicPr>
            <a:picLocks noChangeAspect="1"/>
          </p:cNvPicPr>
          <p:nvPr>
            <p:custDataLst>
              <p:tags r:id="rId1"/>
            </p:custDataLst>
          </p:nvPr>
        </p:nvPicPr>
        <p:blipFill>
          <a:blip r:embed="rId2"/>
          <a:stretch>
            <a:fillRect/>
          </a:stretch>
        </p:blipFill>
        <p:spPr>
          <a:xfrm>
            <a:off x="915670" y="1844675"/>
            <a:ext cx="7676515" cy="4140200"/>
          </a:xfrm>
          <a:prstGeom prst="rect">
            <a:avLst/>
          </a:prstGeom>
        </p:spPr>
      </p:pic>
      <mc:AlternateContent xmlns:mc="http://schemas.openxmlformats.org/markup-compatibility/2006" xmlns:p14="http://schemas.microsoft.com/office/powerpoint/2010/main">
        <mc:Choice Requires="p14">
          <p:contentPart r:id="rId3" p14:bwMode="auto">
            <p14:nvContentPartPr>
              <p14:cNvPr id="3" name="墨迹 2"/>
              <p14:cNvContentPartPr/>
              <p14:nvPr/>
            </p14:nvContentPartPr>
            <p14:xfrm>
              <a:off x="4406900" y="2616200"/>
              <a:ext cx="1460500" cy="69850"/>
            </p14:xfrm>
          </p:contentPart>
        </mc:Choice>
        <mc:Fallback xmlns="">
          <p:pic>
            <p:nvPicPr>
              <p:cNvPr id="3" name="墨迹 2"/>
            </p:nvPicPr>
            <p:blipFill>
              <a:blip r:embed="rId4"/>
            </p:blipFill>
            <p:spPr>
              <a:xfrm>
                <a:off x="4406900" y="2616200"/>
                <a:ext cx="1460500" cy="698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7" name="墨迹 6"/>
              <p14:cNvContentPartPr/>
              <p14:nvPr/>
            </p14:nvContentPartPr>
            <p14:xfrm>
              <a:off x="6280150" y="2635250"/>
              <a:ext cx="914400" cy="38100"/>
            </p14:xfrm>
          </p:contentPart>
        </mc:Choice>
        <mc:Fallback xmlns="">
          <p:pic>
            <p:nvPicPr>
              <p:cNvPr id="7" name="墨迹 6"/>
            </p:nvPicPr>
            <p:blipFill>
              <a:blip r:embed="rId6"/>
            </p:blipFill>
            <p:spPr>
              <a:xfrm>
                <a:off x="6280150" y="2635250"/>
                <a:ext cx="914400" cy="381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8" name="墨迹 7"/>
              <p14:cNvContentPartPr/>
              <p14:nvPr/>
            </p14:nvContentPartPr>
            <p14:xfrm>
              <a:off x="7759700" y="2667000"/>
              <a:ext cx="876300" cy="12700"/>
            </p14:xfrm>
          </p:contentPart>
        </mc:Choice>
        <mc:Fallback xmlns="">
          <p:pic>
            <p:nvPicPr>
              <p:cNvPr id="8" name="墨迹 7"/>
            </p:nvPicPr>
            <p:blipFill>
              <a:blip r:embed="rId8"/>
            </p:blipFill>
            <p:spPr>
              <a:xfrm>
                <a:off x="7759700" y="2667000"/>
                <a:ext cx="876300" cy="127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9" name="墨迹 8"/>
              <p14:cNvContentPartPr/>
              <p14:nvPr/>
            </p14:nvContentPartPr>
            <p14:xfrm>
              <a:off x="4292600" y="2641600"/>
              <a:ext cx="1625600" cy="38100"/>
            </p14:xfrm>
          </p:contentPart>
        </mc:Choice>
        <mc:Fallback xmlns="">
          <p:pic>
            <p:nvPicPr>
              <p:cNvPr id="9" name="墨迹 8"/>
            </p:nvPicPr>
            <p:blipFill>
              <a:blip r:embed="rId10"/>
            </p:blipFill>
            <p:spPr>
              <a:xfrm>
                <a:off x="4292600" y="2641600"/>
                <a:ext cx="1625600" cy="381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0" name="墨迹 9"/>
              <p14:cNvContentPartPr/>
              <p14:nvPr/>
            </p14:nvContentPartPr>
            <p14:xfrm>
              <a:off x="2838450" y="2501900"/>
              <a:ext cx="355600" cy="641350"/>
            </p14:xfrm>
          </p:contentPart>
        </mc:Choice>
        <mc:Fallback xmlns="">
          <p:pic>
            <p:nvPicPr>
              <p:cNvPr id="10" name="墨迹 9"/>
            </p:nvPicPr>
            <p:blipFill>
              <a:blip r:embed="rId12"/>
            </p:blipFill>
            <p:spPr>
              <a:xfrm>
                <a:off x="2838450" y="2501900"/>
                <a:ext cx="355600" cy="6413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1" name="墨迹 10"/>
              <p14:cNvContentPartPr/>
              <p14:nvPr/>
            </p14:nvContentPartPr>
            <p14:xfrm>
              <a:off x="2787650" y="2901950"/>
              <a:ext cx="546100" cy="146050"/>
            </p14:xfrm>
          </p:contentPart>
        </mc:Choice>
        <mc:Fallback xmlns="">
          <p:pic>
            <p:nvPicPr>
              <p:cNvPr id="11" name="墨迹 10"/>
            </p:nvPicPr>
            <p:blipFill>
              <a:blip r:embed="rId14"/>
            </p:blipFill>
            <p:spPr>
              <a:xfrm>
                <a:off x="2787650" y="2901950"/>
                <a:ext cx="546100" cy="1460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2" name="墨迹 11"/>
              <p14:cNvContentPartPr/>
              <p14:nvPr/>
            </p14:nvContentPartPr>
            <p14:xfrm>
              <a:off x="7010400" y="3759200"/>
              <a:ext cx="361950" cy="12700"/>
            </p14:xfrm>
          </p:contentPart>
        </mc:Choice>
        <mc:Fallback xmlns="">
          <p:pic>
            <p:nvPicPr>
              <p:cNvPr id="12" name="墨迹 11"/>
            </p:nvPicPr>
            <p:blipFill>
              <a:blip r:embed="rId16"/>
            </p:blipFill>
            <p:spPr>
              <a:xfrm>
                <a:off x="7010400" y="3759200"/>
                <a:ext cx="361950" cy="127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3" name="墨迹 12"/>
              <p14:cNvContentPartPr/>
              <p14:nvPr/>
            </p14:nvContentPartPr>
            <p14:xfrm>
              <a:off x="1454150" y="4146550"/>
              <a:ext cx="285750" cy="12700"/>
            </p14:xfrm>
          </p:contentPart>
        </mc:Choice>
        <mc:Fallback xmlns="">
          <p:pic>
            <p:nvPicPr>
              <p:cNvPr id="13" name="墨迹 12"/>
            </p:nvPicPr>
            <p:blipFill>
              <a:blip r:embed="rId18"/>
            </p:blipFill>
            <p:spPr>
              <a:xfrm>
                <a:off x="1454150" y="4146550"/>
                <a:ext cx="285750" cy="127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4" name="墨迹 13"/>
              <p14:cNvContentPartPr/>
              <p14:nvPr/>
            </p14:nvContentPartPr>
            <p14:xfrm>
              <a:off x="3587750" y="3752850"/>
              <a:ext cx="1174750" cy="82550"/>
            </p14:xfrm>
          </p:contentPart>
        </mc:Choice>
        <mc:Fallback xmlns="">
          <p:pic>
            <p:nvPicPr>
              <p:cNvPr id="14" name="墨迹 13"/>
            </p:nvPicPr>
            <p:blipFill>
              <a:blip r:embed="rId20"/>
            </p:blipFill>
            <p:spPr>
              <a:xfrm>
                <a:off x="3587750" y="3752850"/>
                <a:ext cx="1174750" cy="825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5" name="墨迹 14"/>
              <p14:cNvContentPartPr/>
              <p14:nvPr/>
            </p14:nvContentPartPr>
            <p14:xfrm>
              <a:off x="4972050" y="4070350"/>
              <a:ext cx="400050" cy="476250"/>
            </p14:xfrm>
          </p:contentPart>
        </mc:Choice>
        <mc:Fallback xmlns="">
          <p:pic>
            <p:nvPicPr>
              <p:cNvPr id="15" name="墨迹 14"/>
            </p:nvPicPr>
            <p:blipFill>
              <a:blip r:embed="rId22"/>
            </p:blipFill>
            <p:spPr>
              <a:xfrm>
                <a:off x="4972050" y="4070350"/>
                <a:ext cx="400050" cy="4762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6" name="墨迹 15"/>
              <p14:cNvContentPartPr/>
              <p14:nvPr/>
            </p14:nvContentPartPr>
            <p14:xfrm>
              <a:off x="1924050" y="5613400"/>
              <a:ext cx="1403350" cy="12700"/>
            </p14:xfrm>
          </p:contentPart>
        </mc:Choice>
        <mc:Fallback xmlns="">
          <p:pic>
            <p:nvPicPr>
              <p:cNvPr id="16" name="墨迹 15"/>
            </p:nvPicPr>
            <p:blipFill>
              <a:blip r:embed="rId24"/>
            </p:blipFill>
            <p:spPr>
              <a:xfrm>
                <a:off x="1924050" y="5613400"/>
                <a:ext cx="1403350" cy="127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7" name="墨迹 16"/>
              <p14:cNvContentPartPr/>
              <p14:nvPr/>
            </p14:nvContentPartPr>
            <p14:xfrm>
              <a:off x="4616450" y="5619750"/>
              <a:ext cx="412750" cy="6350"/>
            </p14:xfrm>
          </p:contentPart>
        </mc:Choice>
        <mc:Fallback xmlns="">
          <p:pic>
            <p:nvPicPr>
              <p:cNvPr id="17" name="墨迹 16"/>
            </p:nvPicPr>
            <p:blipFill>
              <a:blip r:embed="rId26"/>
            </p:blipFill>
            <p:spPr>
              <a:xfrm>
                <a:off x="4616450" y="5619750"/>
                <a:ext cx="412750" cy="63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8" name="墨迹 17"/>
              <p14:cNvContentPartPr/>
              <p14:nvPr/>
            </p14:nvContentPartPr>
            <p14:xfrm>
              <a:off x="7283450" y="5518150"/>
              <a:ext cx="1092200" cy="107950"/>
            </p14:xfrm>
          </p:contentPart>
        </mc:Choice>
        <mc:Fallback xmlns="">
          <p:pic>
            <p:nvPicPr>
              <p:cNvPr id="18" name="墨迹 17"/>
            </p:nvPicPr>
            <p:blipFill>
              <a:blip r:embed="rId28"/>
            </p:blipFill>
            <p:spPr>
              <a:xfrm>
                <a:off x="7283450" y="5518150"/>
                <a:ext cx="1092200" cy="1079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9" name="墨迹 18"/>
              <p14:cNvContentPartPr/>
              <p14:nvPr/>
            </p14:nvContentPartPr>
            <p14:xfrm>
              <a:off x="800100" y="2368550"/>
              <a:ext cx="165100" cy="2266950"/>
            </p14:xfrm>
          </p:contentPart>
        </mc:Choice>
        <mc:Fallback xmlns="">
          <p:pic>
            <p:nvPicPr>
              <p:cNvPr id="19" name="墨迹 18"/>
            </p:nvPicPr>
            <p:blipFill>
              <a:blip r:embed="rId30"/>
            </p:blipFill>
            <p:spPr>
              <a:xfrm>
                <a:off x="800100" y="2368550"/>
                <a:ext cx="165100" cy="2266950"/>
              </a:xfrm>
              <a:prstGeom prst="rect"/>
            </p:spPr>
          </p:pic>
        </mc:Fallback>
      </mc:AlternateContent>
      <p:sp>
        <p:nvSpPr>
          <p:cNvPr id="20" name="文本框 19"/>
          <p:cNvSpPr txBox="1"/>
          <p:nvPr/>
        </p:nvSpPr>
        <p:spPr>
          <a:xfrm>
            <a:off x="971550" y="6021070"/>
            <a:ext cx="5054600" cy="368300"/>
          </a:xfrm>
          <a:prstGeom prst="rect">
            <a:avLst/>
          </a:prstGeom>
          <a:noFill/>
        </p:spPr>
        <p:txBody>
          <a:bodyPr wrap="square" rtlCol="0">
            <a:spAutoFit/>
          </a:bodyPr>
          <a:p>
            <a:r>
              <a:rPr lang="zh-CN" altLang="en-US">
                <a:solidFill>
                  <a:srgbClr val="FF0000"/>
                </a:solidFill>
              </a:rPr>
              <a:t>注：表示出生日期码时，假定每月均为</a:t>
            </a:r>
            <a:r>
              <a:rPr lang="en-US" altLang="zh-CN">
                <a:solidFill>
                  <a:srgbClr val="FF0000"/>
                </a:solidFill>
              </a:rPr>
              <a:t>31</a:t>
            </a:r>
            <a:r>
              <a:rPr lang="zh-CN" altLang="en-US">
                <a:solidFill>
                  <a:srgbClr val="FF0000"/>
                </a:solidFill>
              </a:rPr>
              <a:t>天。</a:t>
            </a:r>
            <a:endParaRPr lang="zh-CN" altLang="en-US">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FF0000"/>
                </a:solidFill>
                <a:effectLst/>
              </a:rPr>
              <a:t>参考答案</a:t>
            </a:r>
            <a:endParaRPr lang="zh-CN" altLang="en-US">
              <a:solidFill>
                <a:srgbClr val="FF0000"/>
              </a:solidFill>
              <a:effectLst/>
            </a:endParaRPr>
          </a:p>
        </p:txBody>
      </p:sp>
      <p:sp>
        <p:nvSpPr>
          <p:cNvPr id="3" name="内容占位符 2"/>
          <p:cNvSpPr>
            <a:spLocks noGrp="1"/>
          </p:cNvSpPr>
          <p:nvPr>
            <p:ph idx="1"/>
          </p:nvPr>
        </p:nvSpPr>
        <p:spPr/>
        <p:txBody>
          <a:bodyPr/>
          <a:p>
            <a:pPr marL="0" indent="0">
              <a:buNone/>
            </a:pPr>
            <a:r>
              <a:rPr lang="zh-CN" altLang="en-US" sz="2800">
                <a:solidFill>
                  <a:srgbClr val="000000"/>
                </a:solidFill>
                <a:effectLst/>
              </a:rPr>
              <a:t>答：</a:t>
            </a:r>
            <a:endParaRPr lang="zh-CN" altLang="en-US" sz="2800">
              <a:solidFill>
                <a:srgbClr val="000000"/>
              </a:solidFill>
              <a:effectLst/>
            </a:endParaRPr>
          </a:p>
          <a:p>
            <a:pPr marL="0" indent="0">
              <a:buNone/>
            </a:pPr>
            <a:r>
              <a:rPr lang="zh-CN" altLang="en-US" sz="2800">
                <a:solidFill>
                  <a:srgbClr val="000000"/>
                </a:solidFill>
                <a:effectLst/>
              </a:rPr>
              <a:t>身份证号码=地址码+出生日期码+顺序码+校验码</a:t>
            </a:r>
            <a:endParaRPr lang="zh-CN" altLang="en-US" sz="2800">
              <a:solidFill>
                <a:srgbClr val="000000"/>
              </a:solidFill>
              <a:effectLst/>
            </a:endParaRPr>
          </a:p>
          <a:p>
            <a:pPr marL="0" indent="0">
              <a:buNone/>
            </a:pPr>
            <a:r>
              <a:rPr lang="zh-CN" altLang="en-US" sz="2800">
                <a:solidFill>
                  <a:srgbClr val="000000"/>
                </a:solidFill>
                <a:effectLst/>
              </a:rPr>
              <a:t>其中，</a:t>
            </a:r>
            <a:endParaRPr lang="zh-CN" altLang="en-US" sz="2800">
              <a:solidFill>
                <a:srgbClr val="000000"/>
              </a:solidFill>
              <a:effectLst/>
            </a:endParaRPr>
          </a:p>
          <a:p>
            <a:pPr marL="0" indent="0">
              <a:buNone/>
            </a:pPr>
            <a:r>
              <a:rPr lang="zh-CN" altLang="en-US" sz="2800">
                <a:solidFill>
                  <a:srgbClr val="000000"/>
                </a:solidFill>
                <a:effectLst/>
              </a:rPr>
              <a:t>地址码=3701+2{数字}2</a:t>
            </a:r>
            <a:endParaRPr lang="zh-CN" altLang="en-US" sz="2800">
              <a:solidFill>
                <a:srgbClr val="000000"/>
              </a:solidFill>
              <a:effectLst/>
            </a:endParaRPr>
          </a:p>
          <a:p>
            <a:pPr marL="0" indent="0">
              <a:buNone/>
            </a:pPr>
            <a:r>
              <a:rPr lang="zh-CN" altLang="en-US" sz="2800">
                <a:solidFill>
                  <a:srgbClr val="000000"/>
                </a:solidFill>
                <a:effectLst/>
              </a:rPr>
              <a:t>出生日期码= 1990..1999 + 01..12 + 01..31（1990至1999也可表示为199+数字）</a:t>
            </a:r>
            <a:endParaRPr lang="zh-CN" altLang="en-US" sz="2800">
              <a:solidFill>
                <a:srgbClr val="000000"/>
              </a:solidFill>
              <a:effectLst/>
            </a:endParaRPr>
          </a:p>
          <a:p>
            <a:pPr marL="0" indent="0">
              <a:buNone/>
            </a:pPr>
            <a:r>
              <a:rPr lang="zh-CN" altLang="en-US" sz="2800">
                <a:solidFill>
                  <a:srgbClr val="000000"/>
                </a:solidFill>
                <a:effectLst/>
              </a:rPr>
              <a:t>顺序码=2{数字}2 + [0|2|4|6|8]</a:t>
            </a:r>
            <a:endParaRPr lang="zh-CN" altLang="en-US" sz="2800">
              <a:solidFill>
                <a:srgbClr val="000000"/>
              </a:solidFill>
              <a:effectLst/>
            </a:endParaRPr>
          </a:p>
          <a:p>
            <a:pPr marL="0" indent="0">
              <a:buNone/>
            </a:pPr>
            <a:r>
              <a:rPr lang="zh-CN" altLang="en-US" sz="2800">
                <a:solidFill>
                  <a:srgbClr val="000000"/>
                </a:solidFill>
                <a:effectLst/>
              </a:rPr>
              <a:t>校验码=[数字|x]</a:t>
            </a:r>
            <a:endParaRPr lang="zh-CN" altLang="en-US" sz="2800">
              <a:solidFill>
                <a:srgbClr val="000000"/>
              </a:solidFill>
              <a:effectLst/>
            </a:endParaRPr>
          </a:p>
          <a:p>
            <a:pPr marL="0" indent="0">
              <a:buNone/>
            </a:pPr>
            <a:r>
              <a:rPr lang="zh-CN" altLang="en-US" sz="2800">
                <a:solidFill>
                  <a:srgbClr val="000000"/>
                </a:solidFill>
                <a:effectLst/>
              </a:rPr>
              <a:t>数字=[0|1|2|3|4|5|6|7|8|9] 或 数字=0..9</a:t>
            </a:r>
            <a:endParaRPr lang="zh-CN" altLang="en-US" sz="2800">
              <a:solidFill>
                <a:srgbClr val="00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2578100" y="2667000"/>
              <a:ext cx="882650" cy="50800"/>
            </p14:xfrm>
          </p:contentPart>
        </mc:Choice>
        <mc:Fallback xmlns="">
          <p:pic>
            <p:nvPicPr>
              <p:cNvPr id="6" name="墨迹 5"/>
            </p:nvPicPr>
            <p:blipFill>
              <a:blip r:embed="rId2"/>
            </p:blipFill>
            <p:spPr>
              <a:xfrm>
                <a:off x="2578100" y="2667000"/>
                <a:ext cx="882650" cy="508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3898900" y="2660650"/>
              <a:ext cx="1289050" cy="69850"/>
            </p14:xfrm>
          </p:contentPart>
        </mc:Choice>
        <mc:Fallback xmlns="">
          <p:pic>
            <p:nvPicPr>
              <p:cNvPr id="7" name="墨迹 6"/>
            </p:nvPicPr>
            <p:blipFill>
              <a:blip r:embed="rId4"/>
            </p:blipFill>
            <p:spPr>
              <a:xfrm>
                <a:off x="3898900" y="2660650"/>
                <a:ext cx="1289050" cy="698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墨迹 7"/>
              <p14:cNvContentPartPr/>
              <p14:nvPr/>
            </p14:nvContentPartPr>
            <p14:xfrm>
              <a:off x="5899150" y="2705100"/>
              <a:ext cx="774700" cy="25400"/>
            </p14:xfrm>
          </p:contentPart>
        </mc:Choice>
        <mc:Fallback xmlns="">
          <p:pic>
            <p:nvPicPr>
              <p:cNvPr id="8" name="墨迹 7"/>
            </p:nvPicPr>
            <p:blipFill>
              <a:blip r:embed="rId6"/>
            </p:blipFill>
            <p:spPr>
              <a:xfrm>
                <a:off x="5899150" y="2705100"/>
                <a:ext cx="774700" cy="254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墨迹 8"/>
              <p14:cNvContentPartPr/>
              <p14:nvPr/>
            </p14:nvContentPartPr>
            <p14:xfrm>
              <a:off x="7562850" y="2711450"/>
              <a:ext cx="781050" cy="360"/>
            </p14:xfrm>
          </p:contentPart>
        </mc:Choice>
        <mc:Fallback xmlns="">
          <p:pic>
            <p:nvPicPr>
              <p:cNvPr id="9" name="墨迹 8"/>
            </p:nvPicPr>
            <p:blipFill>
              <a:blip r:embed="rId8"/>
            </p:blipFill>
            <p:spPr>
              <a:xfrm>
                <a:off x="7562850" y="2711450"/>
                <a:ext cx="78105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0" name="墨迹 9"/>
              <p14:cNvContentPartPr/>
              <p14:nvPr/>
            </p14:nvContentPartPr>
            <p14:xfrm>
              <a:off x="3181350" y="1644650"/>
              <a:ext cx="25400" cy="406400"/>
            </p14:xfrm>
          </p:contentPart>
        </mc:Choice>
        <mc:Fallback xmlns="">
          <p:pic>
            <p:nvPicPr>
              <p:cNvPr id="10" name="墨迹 9"/>
            </p:nvPicPr>
            <p:blipFill>
              <a:blip r:embed="rId10"/>
            </p:blipFill>
            <p:spPr>
              <a:xfrm>
                <a:off x="3181350" y="1644650"/>
                <a:ext cx="25400" cy="4064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1" name="墨迹 10"/>
              <p14:cNvContentPartPr/>
              <p14:nvPr/>
            </p14:nvContentPartPr>
            <p14:xfrm>
              <a:off x="4946650" y="1524000"/>
              <a:ext cx="355600" cy="615950"/>
            </p14:xfrm>
          </p:contentPart>
        </mc:Choice>
        <mc:Fallback xmlns="">
          <p:pic>
            <p:nvPicPr>
              <p:cNvPr id="11" name="墨迹 10"/>
            </p:nvPicPr>
            <p:blipFill>
              <a:blip r:embed="rId12"/>
            </p:blipFill>
            <p:spPr>
              <a:xfrm>
                <a:off x="4946650" y="1524000"/>
                <a:ext cx="355600" cy="6159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2" name="墨迹 11"/>
              <p14:cNvContentPartPr/>
              <p14:nvPr/>
            </p14:nvContentPartPr>
            <p14:xfrm>
              <a:off x="6235700" y="1206500"/>
              <a:ext cx="660400" cy="1003300"/>
            </p14:xfrm>
          </p:contentPart>
        </mc:Choice>
        <mc:Fallback xmlns="">
          <p:pic>
            <p:nvPicPr>
              <p:cNvPr id="12" name="墨迹 11"/>
            </p:nvPicPr>
            <p:blipFill>
              <a:blip r:embed="rId14"/>
            </p:blipFill>
            <p:spPr>
              <a:xfrm>
                <a:off x="6235700" y="1206500"/>
                <a:ext cx="660400" cy="10033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3" name="墨迹 12"/>
              <p14:cNvContentPartPr/>
              <p14:nvPr/>
            </p14:nvContentPartPr>
            <p14:xfrm>
              <a:off x="7785100" y="1377950"/>
              <a:ext cx="736600" cy="431800"/>
            </p14:xfrm>
          </p:contentPart>
        </mc:Choice>
        <mc:Fallback xmlns="">
          <p:pic>
            <p:nvPicPr>
              <p:cNvPr id="13" name="墨迹 12"/>
            </p:nvPicPr>
            <p:blipFill>
              <a:blip r:embed="rId16"/>
            </p:blipFill>
            <p:spPr>
              <a:xfrm>
                <a:off x="7785100" y="1377950"/>
                <a:ext cx="736600" cy="4318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4" name="墨迹 13"/>
              <p14:cNvContentPartPr/>
              <p14:nvPr/>
            </p14:nvContentPartPr>
            <p14:xfrm>
              <a:off x="8140700" y="1435100"/>
              <a:ext cx="69850" cy="647700"/>
            </p14:xfrm>
          </p:contentPart>
        </mc:Choice>
        <mc:Fallback xmlns="">
          <p:pic>
            <p:nvPicPr>
              <p:cNvPr id="14" name="墨迹 13"/>
            </p:nvPicPr>
            <p:blipFill>
              <a:blip r:embed="rId18"/>
            </p:blipFill>
            <p:spPr>
              <a:xfrm>
                <a:off x="8140700" y="1435100"/>
                <a:ext cx="69850" cy="6477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5" name="墨迹 14"/>
              <p14:cNvContentPartPr/>
              <p14:nvPr/>
            </p14:nvContentPartPr>
            <p14:xfrm>
              <a:off x="279400" y="3124200"/>
              <a:ext cx="360" cy="355600"/>
            </p14:xfrm>
          </p:contentPart>
        </mc:Choice>
        <mc:Fallback xmlns="">
          <p:pic>
            <p:nvPicPr>
              <p:cNvPr id="15" name="墨迹 14"/>
            </p:nvPicPr>
            <p:blipFill>
              <a:blip r:embed="rId20"/>
            </p:blipFill>
            <p:spPr>
              <a:xfrm>
                <a:off x="279400" y="3124200"/>
                <a:ext cx="360" cy="3556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6" name="墨迹 15"/>
              <p14:cNvContentPartPr/>
              <p14:nvPr/>
            </p14:nvContentPartPr>
            <p14:xfrm>
              <a:off x="50800" y="3651250"/>
              <a:ext cx="431800" cy="730250"/>
            </p14:xfrm>
          </p:contentPart>
        </mc:Choice>
        <mc:Fallback xmlns="">
          <p:pic>
            <p:nvPicPr>
              <p:cNvPr id="16" name="墨迹 15"/>
            </p:nvPicPr>
            <p:blipFill>
              <a:blip r:embed="rId22"/>
            </p:blipFill>
            <p:spPr>
              <a:xfrm>
                <a:off x="50800" y="3651250"/>
                <a:ext cx="431800" cy="7302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7" name="墨迹 16"/>
              <p14:cNvContentPartPr/>
              <p14:nvPr/>
            </p14:nvContentPartPr>
            <p14:xfrm>
              <a:off x="44450" y="4495800"/>
              <a:ext cx="444500" cy="603250"/>
            </p14:xfrm>
          </p:contentPart>
        </mc:Choice>
        <mc:Fallback xmlns="">
          <p:pic>
            <p:nvPicPr>
              <p:cNvPr id="17" name="墨迹 16"/>
            </p:nvPicPr>
            <p:blipFill>
              <a:blip r:embed="rId24"/>
            </p:blipFill>
            <p:spPr>
              <a:xfrm>
                <a:off x="44450" y="4495800"/>
                <a:ext cx="444500" cy="6032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8" name="墨迹 17"/>
              <p14:cNvContentPartPr/>
              <p14:nvPr/>
            </p14:nvContentPartPr>
            <p14:xfrm>
              <a:off x="-114300" y="5226050"/>
              <a:ext cx="698500" cy="311150"/>
            </p14:xfrm>
          </p:contentPart>
        </mc:Choice>
        <mc:Fallback xmlns="">
          <p:pic>
            <p:nvPicPr>
              <p:cNvPr id="18" name="墨迹 17"/>
            </p:nvPicPr>
            <p:blipFill>
              <a:blip r:embed="rId26"/>
            </p:blipFill>
            <p:spPr>
              <a:xfrm>
                <a:off x="-114300" y="5226050"/>
                <a:ext cx="698500" cy="3111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9" name="墨迹 18"/>
              <p14:cNvContentPartPr/>
              <p14:nvPr/>
            </p14:nvContentPartPr>
            <p14:xfrm>
              <a:off x="222250" y="5162550"/>
              <a:ext cx="38100" cy="615950"/>
            </p14:xfrm>
          </p:contentPart>
        </mc:Choice>
        <mc:Fallback xmlns="">
          <p:pic>
            <p:nvPicPr>
              <p:cNvPr id="19" name="墨迹 18"/>
            </p:nvPicPr>
            <p:blipFill>
              <a:blip r:embed="rId28"/>
            </p:blipFill>
            <p:spPr>
              <a:xfrm>
                <a:off x="222250" y="5162550"/>
                <a:ext cx="38100" cy="6159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0" name="墨迹 19"/>
              <p14:cNvContentPartPr/>
              <p14:nvPr/>
            </p14:nvContentPartPr>
            <p14:xfrm>
              <a:off x="3314700" y="4064000"/>
              <a:ext cx="552450" cy="69850"/>
            </p14:xfrm>
          </p:contentPart>
        </mc:Choice>
        <mc:Fallback xmlns="">
          <p:pic>
            <p:nvPicPr>
              <p:cNvPr id="20" name="墨迹 19"/>
            </p:nvPicPr>
            <p:blipFill>
              <a:blip r:embed="rId30"/>
            </p:blipFill>
            <p:spPr>
              <a:xfrm>
                <a:off x="3314700" y="4064000"/>
                <a:ext cx="552450" cy="698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1" name="墨迹 20"/>
              <p14:cNvContentPartPr/>
              <p14:nvPr/>
            </p14:nvContentPartPr>
            <p14:xfrm>
              <a:off x="4813300" y="3536950"/>
              <a:ext cx="1149350" cy="641350"/>
            </p14:xfrm>
          </p:contentPart>
        </mc:Choice>
        <mc:Fallback xmlns="">
          <p:pic>
            <p:nvPicPr>
              <p:cNvPr id="21" name="墨迹 20"/>
            </p:nvPicPr>
            <p:blipFill>
              <a:blip r:embed="rId32"/>
            </p:blipFill>
            <p:spPr>
              <a:xfrm>
                <a:off x="4813300" y="3536950"/>
                <a:ext cx="1149350" cy="6413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2" name="墨迹 21"/>
              <p14:cNvContentPartPr/>
              <p14:nvPr/>
            </p14:nvContentPartPr>
            <p14:xfrm>
              <a:off x="6184900" y="3403600"/>
              <a:ext cx="1479550" cy="787400"/>
            </p14:xfrm>
          </p:contentPart>
        </mc:Choice>
        <mc:Fallback xmlns="">
          <p:pic>
            <p:nvPicPr>
              <p:cNvPr id="22" name="墨迹 21"/>
            </p:nvPicPr>
            <p:blipFill>
              <a:blip r:embed="rId34"/>
            </p:blipFill>
            <p:spPr>
              <a:xfrm>
                <a:off x="6184900" y="3403600"/>
                <a:ext cx="1479550" cy="7874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3" name="墨迹 22"/>
              <p14:cNvContentPartPr/>
              <p14:nvPr/>
            </p14:nvContentPartPr>
            <p14:xfrm>
              <a:off x="3644900" y="4997450"/>
              <a:ext cx="1504950" cy="165100"/>
            </p14:xfrm>
          </p:contentPart>
        </mc:Choice>
        <mc:Fallback xmlns="">
          <p:pic>
            <p:nvPicPr>
              <p:cNvPr id="23" name="墨迹 22"/>
            </p:nvPicPr>
            <p:blipFill>
              <a:blip r:embed="rId36"/>
            </p:blipFill>
            <p:spPr>
              <a:xfrm>
                <a:off x="3644900" y="4997450"/>
                <a:ext cx="1504950" cy="16510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4" name="墨迹 23"/>
              <p14:cNvContentPartPr/>
              <p14:nvPr/>
            </p14:nvContentPartPr>
            <p14:xfrm>
              <a:off x="3867150" y="4991100"/>
              <a:ext cx="196850" cy="127000"/>
            </p14:xfrm>
          </p:contentPart>
        </mc:Choice>
        <mc:Fallback xmlns="">
          <p:pic>
            <p:nvPicPr>
              <p:cNvPr id="24" name="墨迹 23"/>
            </p:nvPicPr>
            <p:blipFill>
              <a:blip r:embed="rId38"/>
            </p:blipFill>
            <p:spPr>
              <a:xfrm>
                <a:off x="3867150" y="4991100"/>
                <a:ext cx="196850" cy="1270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5" name="墨迹 24"/>
              <p14:cNvContentPartPr/>
              <p14:nvPr/>
            </p14:nvContentPartPr>
            <p14:xfrm>
              <a:off x="2063750" y="5600700"/>
              <a:ext cx="584200" cy="25400"/>
            </p14:xfrm>
          </p:contentPart>
        </mc:Choice>
        <mc:Fallback xmlns="">
          <p:pic>
            <p:nvPicPr>
              <p:cNvPr id="25" name="墨迹 24"/>
            </p:nvPicPr>
            <p:blipFill>
              <a:blip r:embed="rId40"/>
            </p:blipFill>
            <p:spPr>
              <a:xfrm>
                <a:off x="2063750" y="5600700"/>
                <a:ext cx="584200" cy="2540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6" name="墨迹 25"/>
              <p14:cNvContentPartPr/>
              <p14:nvPr/>
            </p14:nvContentPartPr>
            <p14:xfrm>
              <a:off x="1682750" y="5918200"/>
              <a:ext cx="2813050" cy="311150"/>
            </p14:xfrm>
          </p:contentPart>
        </mc:Choice>
        <mc:Fallback xmlns="">
          <p:pic>
            <p:nvPicPr>
              <p:cNvPr id="26" name="墨迹 25"/>
            </p:nvPicPr>
            <p:blipFill>
              <a:blip r:embed="rId42"/>
            </p:blipFill>
            <p:spPr>
              <a:xfrm>
                <a:off x="1682750" y="5918200"/>
                <a:ext cx="2813050" cy="3111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7" name="墨迹 26"/>
              <p14:cNvContentPartPr/>
              <p14:nvPr/>
            </p14:nvContentPartPr>
            <p14:xfrm>
              <a:off x="5810250" y="6076950"/>
              <a:ext cx="812800" cy="158750"/>
            </p14:xfrm>
          </p:contentPart>
        </mc:Choice>
        <mc:Fallback xmlns="">
          <p:pic>
            <p:nvPicPr>
              <p:cNvPr id="27" name="墨迹 26"/>
            </p:nvPicPr>
            <p:blipFill>
              <a:blip r:embed="rId44"/>
            </p:blipFill>
            <p:spPr>
              <a:xfrm>
                <a:off x="5810250" y="6076950"/>
                <a:ext cx="812800" cy="158750"/>
              </a:xfrm>
              <a:prstGeom prst="rect"/>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effectLst/>
            </a:endParaRPr>
          </a:p>
        </p:txBody>
      </p:sp>
      <p:sp>
        <p:nvSpPr>
          <p:cNvPr id="3" name="内容占位符 2"/>
          <p:cNvSpPr>
            <a:spLocks noGrp="1"/>
          </p:cNvSpPr>
          <p:nvPr>
            <p:ph idx="1"/>
          </p:nvPr>
        </p:nvSpPr>
        <p:spPr>
          <a:xfrm>
            <a:off x="467360" y="1700530"/>
            <a:ext cx="8229600" cy="1836420"/>
          </a:xfrm>
        </p:spPr>
        <p:txBody>
          <a:bodyPr/>
          <a:p>
            <a:pPr marL="0" indent="0">
              <a:buNone/>
            </a:pPr>
            <a:r>
              <a:rPr lang="zh-CN" altLang="en-US">
                <a:solidFill>
                  <a:srgbClr val="FF0000"/>
                </a:solidFill>
                <a:effectLst/>
              </a:rPr>
              <a:t>以上数据字典题目中，每月天数和实际情况一致。重新用数据字典表示</a:t>
            </a:r>
            <a:r>
              <a:rPr lang="en-US" altLang="zh-CN">
                <a:solidFill>
                  <a:srgbClr val="FF0000"/>
                </a:solidFill>
                <a:effectLst/>
              </a:rPr>
              <a:t>“</a:t>
            </a:r>
            <a:r>
              <a:rPr lang="zh-CN" altLang="en-US">
                <a:solidFill>
                  <a:srgbClr val="FF0000"/>
                </a:solidFill>
                <a:effectLst/>
              </a:rPr>
              <a:t>出生日期</a:t>
            </a:r>
            <a:r>
              <a:rPr lang="en-US" altLang="zh-CN">
                <a:solidFill>
                  <a:srgbClr val="FF0000"/>
                </a:solidFill>
                <a:effectLst/>
              </a:rPr>
              <a:t>”</a:t>
            </a:r>
            <a:r>
              <a:rPr lang="zh-CN" altLang="en-US">
                <a:solidFill>
                  <a:srgbClr val="FF0000"/>
                </a:solidFill>
                <a:effectLst/>
              </a:rPr>
              <a:t>。</a:t>
            </a:r>
            <a:endParaRPr lang="zh-CN" altLang="en-US">
              <a:solidFill>
                <a:srgbClr val="FF0000"/>
              </a:solidFill>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0000"/>
                </a:solidFill>
                <a:effectLst/>
              </a:rPr>
              <a:t>第三次作业</a:t>
            </a:r>
            <a:endParaRPr lang="zh-CN" altLang="en-US">
              <a:solidFill>
                <a:srgbClr val="000000"/>
              </a:solidFill>
              <a:effectLst/>
            </a:endParaRPr>
          </a:p>
        </p:txBody>
      </p:sp>
      <p:sp>
        <p:nvSpPr>
          <p:cNvPr id="3" name="内容占位符 2"/>
          <p:cNvSpPr>
            <a:spLocks noGrp="1"/>
          </p:cNvSpPr>
          <p:nvPr>
            <p:ph idx="1"/>
          </p:nvPr>
        </p:nvSpPr>
        <p:spPr>
          <a:xfrm>
            <a:off x="395605" y="1844675"/>
            <a:ext cx="8146415" cy="3746500"/>
          </a:xfrm>
        </p:spPr>
        <p:txBody>
          <a:bodyPr/>
          <a:p>
            <a:pPr marL="0" indent="0">
              <a:buNone/>
            </a:pPr>
            <a:r>
              <a:rPr lang="zh-CN" altLang="en-US">
                <a:solidFill>
                  <a:srgbClr val="000000"/>
                </a:solidFill>
                <a:effectLst/>
                <a:sym typeface="+mn-ea"/>
              </a:rPr>
              <a:t>设想一个软件系统，分析系统的需求（</a:t>
            </a:r>
            <a:r>
              <a:rPr lang="zh-CN" altLang="en-US">
                <a:solidFill>
                  <a:srgbClr val="FF0000"/>
                </a:solidFill>
                <a:effectLst/>
                <a:sym typeface="+mn-ea"/>
              </a:rPr>
              <a:t>给出文字描述</a:t>
            </a:r>
            <a:r>
              <a:rPr lang="zh-CN" altLang="en-US">
                <a:solidFill>
                  <a:srgbClr val="000000"/>
                </a:solidFill>
                <a:effectLst/>
                <a:sym typeface="+mn-ea"/>
              </a:rPr>
              <a:t>），</a:t>
            </a:r>
            <a:r>
              <a:rPr lang="zh-CN" altLang="en-US">
                <a:solidFill>
                  <a:srgbClr val="FF0000"/>
                </a:solidFill>
                <a:effectLst/>
                <a:sym typeface="+mn-ea"/>
              </a:rPr>
              <a:t>分级</a:t>
            </a:r>
            <a:r>
              <a:rPr lang="zh-CN" altLang="en-US">
                <a:solidFill>
                  <a:srgbClr val="000000"/>
                </a:solidFill>
                <a:effectLst/>
                <a:sym typeface="+mn-ea"/>
              </a:rPr>
              <a:t>画出数据流图。</a:t>
            </a:r>
            <a:endParaRPr lang="zh-CN" altLang="en-US">
              <a:solidFill>
                <a:srgbClr val="000000"/>
              </a:solidFill>
              <a:effectLst/>
              <a:sym typeface="+mn-ea"/>
            </a:endParaRPr>
          </a:p>
          <a:p>
            <a:pPr marL="0" indent="0">
              <a:buNone/>
            </a:pPr>
            <a:endParaRPr lang="zh-CN" altLang="en-US">
              <a:solidFill>
                <a:srgbClr val="000000"/>
              </a:solidFill>
              <a:effectLst/>
              <a:sym typeface="+mn-ea"/>
            </a:endParaRPr>
          </a:p>
          <a:p>
            <a:pPr marL="0" indent="0">
              <a:buNone/>
            </a:pPr>
            <a:r>
              <a:rPr lang="zh-CN" altLang="en-US" sz="2000">
                <a:solidFill>
                  <a:srgbClr val="000000"/>
                </a:solidFill>
                <a:effectLst/>
                <a:sym typeface="+mn-ea"/>
              </a:rPr>
              <a:t>注：</a:t>
            </a:r>
            <a:endParaRPr lang="zh-CN" altLang="en-US" sz="2000">
              <a:solidFill>
                <a:srgbClr val="000000"/>
              </a:solidFill>
              <a:effectLst/>
              <a:sym typeface="+mn-ea"/>
            </a:endParaRPr>
          </a:p>
          <a:p>
            <a:pPr marL="0" indent="0">
              <a:buNone/>
            </a:pPr>
            <a:r>
              <a:rPr lang="zh-CN" altLang="en-US" sz="2000">
                <a:solidFill>
                  <a:srgbClr val="000000"/>
                </a:solidFill>
                <a:effectLst/>
                <a:sym typeface="+mn-ea"/>
              </a:rPr>
              <a:t>课堂上若有时间，先进行着。</a:t>
            </a:r>
            <a:endParaRPr lang="zh-CN" altLang="en-US" sz="2000">
              <a:solidFill>
                <a:srgbClr val="000000"/>
              </a:solidFill>
              <a:effectLst/>
              <a:sym typeface="+mn-ea"/>
            </a:endParaRPr>
          </a:p>
          <a:p>
            <a:pPr marL="0" indent="0">
              <a:buNone/>
            </a:pPr>
            <a:r>
              <a:rPr lang="zh-CN" altLang="en-US" sz="2000">
                <a:solidFill>
                  <a:srgbClr val="000000"/>
                </a:solidFill>
                <a:effectLst/>
                <a:sym typeface="+mn-ea"/>
              </a:rPr>
              <a:t>强烈建议手画。</a:t>
            </a:r>
            <a:endParaRPr lang="zh-CN" altLang="en-US" sz="2000">
              <a:solidFill>
                <a:srgbClr val="000000"/>
              </a:solidFill>
              <a:effectLst/>
              <a:sym typeface="+mn-ea"/>
            </a:endParaRPr>
          </a:p>
          <a:p>
            <a:pPr marL="0" indent="0">
              <a:buNone/>
            </a:pPr>
            <a:endParaRPr lang="zh-CN" altLang="en-US">
              <a:solidFill>
                <a:srgbClr val="000000"/>
              </a:solidFill>
              <a:effectLst/>
              <a:sym typeface="+mn-ea"/>
            </a:endParaRPr>
          </a:p>
          <a:p>
            <a:endParaRPr lang="zh-CN" altLang="en-US">
              <a:effectLst/>
            </a:endParaRPr>
          </a:p>
        </p:txBody>
      </p:sp>
      <p:sp>
        <p:nvSpPr>
          <p:cNvPr id="4" name="日期占位符 3"/>
          <p:cNvSpPr>
            <a:spLocks noGrp="1"/>
          </p:cNvSpPr>
          <p:nvPr>
            <p:ph type="dt" sz="half" idx="10"/>
          </p:nvPr>
        </p:nvSpPr>
        <p:spPr/>
        <p:txBody>
          <a:bodyPr/>
          <a:p>
            <a:pPr>
              <a:defRPr/>
            </a:pPr>
            <a:fld id="{FE4D817D-2F1A-4872-BD2C-B16DF6354D7E}" type="datetime11">
              <a:rPr lang="zh-CN" altLang="en-US"/>
            </a:fld>
            <a:endParaRPr lang="en-US" altLang="zh-CN"/>
          </a:p>
        </p:txBody>
      </p:sp>
      <p:sp>
        <p:nvSpPr>
          <p:cNvPr id="5" name="灯片编号占位符 4"/>
          <p:cNvSpPr>
            <a:spLocks noGrp="1"/>
          </p:cNvSpPr>
          <p:nvPr>
            <p:ph type="sldNum" sz="quarter" idx="12"/>
          </p:nvPr>
        </p:nvSpPr>
        <p:spPr/>
        <p:txBody>
          <a:bodyPr/>
          <a:p>
            <a:pPr>
              <a:defRPr/>
            </a:pPr>
            <a:fld id="{B1C11E72-5BF7-486B-8713-5D353C8B493A}" type="slidenum">
              <a:rPr lang="zh-CN" altLang="en-US"/>
            </a:fld>
            <a:endParaRPr lang="zh-CN" altLang="en-US"/>
          </a:p>
        </p:txBody>
      </p:sp>
      <mc:AlternateContent xmlns:mc="http://schemas.openxmlformats.org/markup-compatibility/2006" xmlns:p14="http://schemas.microsoft.com/office/powerpoint/2010/main">
        <mc:Choice Requires="p14">
          <p:contentPart r:id="rId1" p14:bwMode="auto">
            <p14:nvContentPartPr>
              <p14:cNvPr id="14" name="墨迹 13"/>
              <p14:cNvContentPartPr/>
              <p14:nvPr/>
            </p14:nvContentPartPr>
            <p14:xfrm>
              <a:off x="7181850" y="882650"/>
              <a:ext cx="12700" cy="360"/>
            </p14:xfrm>
          </p:contentPart>
        </mc:Choice>
        <mc:Fallback xmlns="">
          <p:pic>
            <p:nvPicPr>
              <p:cNvPr id="14" name="墨迹 13"/>
            </p:nvPicPr>
            <p:blipFill>
              <a:blip r:embed="rId2"/>
            </p:blipFill>
            <p:spPr>
              <a:xfrm>
                <a:off x="7181850" y="882650"/>
                <a:ext cx="12700" cy="360"/>
              </a:xfrm>
              <a:prstGeom prst="rect"/>
            </p:spPr>
          </p:pic>
        </mc:Fallback>
      </mc:AlternateContent>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UNIT_PLACING_PICTURE_USER_VIEWPORT" val="{&quot;height&quot;:6265,&quot;width&quot;:8595}"/>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UNIT_PLACING_PICTURE_USER_VIEWPORT" val="{&quot;height&quot;:4530,&quot;width&quot;:8400}"/>
</p:tagLst>
</file>

<file path=ppt/tags/tag11.xml><?xml version="1.0" encoding="utf-8"?>
<p:tagLst xmlns:p="http://schemas.openxmlformats.org/presentationml/2006/main">
  <p:tag name="COMMONDATA" val="eyJoZGlkIjoiZmMxZjMyMzZkN2EzMmRmYzQyODg4MThlNzdhYjM4MjIifQ=="/>
  <p:tag name="KSO_WPP_MARK_KEY" val="019b880a-1fbb-4b16-a06b-883b07c70e76"/>
  <p:tag name="commondata" val="eyJoZGlkIjoiMWRkYWM2NTk3YTg3N2JkZWYxNzVkMWE0MDlhMjU5MDQifQ=="/>
</p:tagLst>
</file>

<file path=ppt/theme/theme1.xml><?xml version="1.0" encoding="utf-8"?>
<a:theme xmlns:a="http://schemas.openxmlformats.org/drawingml/2006/main" name="1_Ripple">
  <a:themeElements>
    <a:clrScheme name="1_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fontScheme name="1_Ripple">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Ripple 1">
        <a:dk1>
          <a:srgbClr val="2B2B85"/>
        </a:dk1>
        <a:lt1>
          <a:srgbClr val="FFFFFF"/>
        </a:lt1>
        <a:dk2>
          <a:srgbClr val="00254A"/>
        </a:dk2>
        <a:lt2>
          <a:srgbClr val="C0C0C0"/>
        </a:lt2>
        <a:accent1>
          <a:srgbClr val="0099FF"/>
        </a:accent1>
        <a:accent2>
          <a:srgbClr val="006699"/>
        </a:accent2>
        <a:accent3>
          <a:srgbClr val="AAACB1"/>
        </a:accent3>
        <a:accent4>
          <a:srgbClr val="DADADA"/>
        </a:accent4>
        <a:accent5>
          <a:srgbClr val="AACAFF"/>
        </a:accent5>
        <a:accent6>
          <a:srgbClr val="005C8A"/>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1_Ripple 2">
        <a:dk1>
          <a:srgbClr val="3B4B5D"/>
        </a:dk1>
        <a:lt1>
          <a:srgbClr val="FFFFFF"/>
        </a:lt1>
        <a:dk2>
          <a:srgbClr val="466886"/>
        </a:dk2>
        <a:lt2>
          <a:srgbClr val="CCECFF"/>
        </a:lt2>
        <a:accent1>
          <a:srgbClr val="6D9D97"/>
        </a:accent1>
        <a:accent2>
          <a:srgbClr val="53718C"/>
        </a:accent2>
        <a:accent3>
          <a:srgbClr val="B0B9C3"/>
        </a:accent3>
        <a:accent4>
          <a:srgbClr val="DADADA"/>
        </a:accent4>
        <a:accent5>
          <a:srgbClr val="BACCC9"/>
        </a:accent5>
        <a:accent6>
          <a:srgbClr val="4A667E"/>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1_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1_Ripple 4">
        <a:dk1>
          <a:srgbClr val="9B69FF"/>
        </a:dk1>
        <a:lt1>
          <a:srgbClr val="FFFFFF"/>
        </a:lt1>
        <a:dk2>
          <a:srgbClr val="666699"/>
        </a:dk2>
        <a:lt2>
          <a:srgbClr val="D9D9FF"/>
        </a:lt2>
        <a:accent1>
          <a:srgbClr val="66CCFF"/>
        </a:accent1>
        <a:accent2>
          <a:srgbClr val="9966FF"/>
        </a:accent2>
        <a:accent3>
          <a:srgbClr val="B8B8CA"/>
        </a:accent3>
        <a:accent4>
          <a:srgbClr val="DADADA"/>
        </a:accent4>
        <a:accent5>
          <a:srgbClr val="B8E2FF"/>
        </a:accent5>
        <a:accent6>
          <a:srgbClr val="8A5CE7"/>
        </a:accent6>
        <a:hlink>
          <a:srgbClr val="0099CC"/>
        </a:hlink>
        <a:folHlink>
          <a:srgbClr val="003399"/>
        </a:folHlink>
      </a:clrScheme>
      <a:clrMap bg1="dk2" tx1="lt1" bg2="dk1" tx2="lt2" accent1="accent1" accent2="accent2" accent3="accent3" accent4="accent4" accent5="accent5" accent6="accent6" hlink="hlink" folHlink="folHlink"/>
    </a:extraClrScheme>
    <a:extraClrScheme>
      <a:clrScheme name="1_Ripple 5">
        <a:dk1>
          <a:srgbClr val="008080"/>
        </a:dk1>
        <a:lt1>
          <a:srgbClr val="FFFFFF"/>
        </a:lt1>
        <a:dk2>
          <a:srgbClr val="006666"/>
        </a:dk2>
        <a:lt2>
          <a:srgbClr val="FFFFCC"/>
        </a:lt2>
        <a:accent1>
          <a:srgbClr val="0099FF"/>
        </a:accent1>
        <a:accent2>
          <a:srgbClr val="008080"/>
        </a:accent2>
        <a:accent3>
          <a:srgbClr val="AAB8B8"/>
        </a:accent3>
        <a:accent4>
          <a:srgbClr val="DADADA"/>
        </a:accent4>
        <a:accent5>
          <a:srgbClr val="AACAFF"/>
        </a:accent5>
        <a:accent6>
          <a:srgbClr val="007373"/>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1_Ripple 6">
        <a:dk1>
          <a:srgbClr val="CDD9D1"/>
        </a:dk1>
        <a:lt1>
          <a:srgbClr val="FFFFFF"/>
        </a:lt1>
        <a:dk2>
          <a:srgbClr val="A3BBA9"/>
        </a:dk2>
        <a:lt2>
          <a:srgbClr val="007D80"/>
        </a:lt2>
        <a:accent1>
          <a:srgbClr val="9CA8A4"/>
        </a:accent1>
        <a:accent2>
          <a:srgbClr val="CBD7CE"/>
        </a:accent2>
        <a:accent3>
          <a:srgbClr val="CEDAD1"/>
        </a:accent3>
        <a:accent4>
          <a:srgbClr val="DADADA"/>
        </a:accent4>
        <a:accent5>
          <a:srgbClr val="CBD1CF"/>
        </a:accent5>
        <a:accent6>
          <a:srgbClr val="B8C3BA"/>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1_Ripple 7">
        <a:dk1>
          <a:srgbClr val="686B5D"/>
        </a:dk1>
        <a:lt1>
          <a:srgbClr val="DCDAD0"/>
        </a:lt1>
        <a:dk2>
          <a:srgbClr val="525040"/>
        </a:dk2>
        <a:lt2>
          <a:srgbClr val="D3D2A6"/>
        </a:lt2>
        <a:accent1>
          <a:srgbClr val="5D8770"/>
        </a:accent1>
        <a:accent2>
          <a:srgbClr val="686B5D"/>
        </a:accent2>
        <a:accent3>
          <a:srgbClr val="B3B3AF"/>
        </a:accent3>
        <a:accent4>
          <a:srgbClr val="BCBAB1"/>
        </a:accent4>
        <a:accent5>
          <a:srgbClr val="B6C3BB"/>
        </a:accent5>
        <a:accent6>
          <a:srgbClr val="5E6053"/>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1_Ripple 8">
        <a:dk1>
          <a:srgbClr val="000000"/>
        </a:dk1>
        <a:lt1>
          <a:srgbClr val="EAEAEA"/>
        </a:lt1>
        <a:dk2>
          <a:srgbClr val="000000"/>
        </a:dk2>
        <a:lt2>
          <a:srgbClr val="B2B2B2"/>
        </a:lt2>
        <a:accent1>
          <a:srgbClr val="A4BCC4"/>
        </a:accent1>
        <a:accent2>
          <a:srgbClr val="FFFFFF"/>
        </a:accent2>
        <a:accent3>
          <a:srgbClr val="F3F3F3"/>
        </a:accent3>
        <a:accent4>
          <a:srgbClr val="000000"/>
        </a:accent4>
        <a:accent5>
          <a:srgbClr val="CFDADE"/>
        </a:accent5>
        <a:accent6>
          <a:srgbClr val="E7E7E7"/>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1_Ripple 9">
        <a:dk1>
          <a:srgbClr val="000000"/>
        </a:dk1>
        <a:lt1>
          <a:srgbClr val="D7D1B9"/>
        </a:lt1>
        <a:dk2>
          <a:srgbClr val="B39257"/>
        </a:dk2>
        <a:lt2>
          <a:srgbClr val="B1A887"/>
        </a:lt2>
        <a:accent1>
          <a:srgbClr val="FFCC66"/>
        </a:accent1>
        <a:accent2>
          <a:srgbClr val="E6E3AC"/>
        </a:accent2>
        <a:accent3>
          <a:srgbClr val="E8E5D9"/>
        </a:accent3>
        <a:accent4>
          <a:srgbClr val="000000"/>
        </a:accent4>
        <a:accent5>
          <a:srgbClr val="FFE2B8"/>
        </a:accent5>
        <a:accent6>
          <a:srgbClr val="D0CE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软件工程模板2</Template>
  <TotalTime>0</TotalTime>
  <Words>5177</Words>
  <Application>WPS 演示</Application>
  <PresentationFormat>全屏显示(4:3)</PresentationFormat>
  <Paragraphs>631</Paragraphs>
  <Slides>54</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10</vt:i4>
      </vt:variant>
      <vt:variant>
        <vt:lpstr>幻灯片标题</vt:lpstr>
      </vt:variant>
      <vt:variant>
        <vt:i4>54</vt:i4>
      </vt:variant>
    </vt:vector>
  </HeadingPairs>
  <TitlesOfParts>
    <vt:vector size="76" baseType="lpstr">
      <vt:lpstr>Arial</vt:lpstr>
      <vt:lpstr>宋体</vt:lpstr>
      <vt:lpstr>Wingdings</vt:lpstr>
      <vt:lpstr>黑体</vt:lpstr>
      <vt:lpstr>Times New Roman</vt:lpstr>
      <vt:lpstr>楷体_GB2312</vt:lpstr>
      <vt:lpstr>新宋体</vt:lpstr>
      <vt:lpstr>微软雅黑</vt:lpstr>
      <vt:lpstr>Arial Unicode MS</vt:lpstr>
      <vt:lpstr>Wingdings</vt:lpstr>
      <vt:lpstr>楷体_GB2312</vt:lpstr>
      <vt:lpstr>1_Ripple</vt:lpstr>
      <vt:lpstr>Equation.3</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Q3: 进行成本/效益分析时，在最终收益未知的情况下，一般如何计算投资回收率？</vt:lpstr>
      <vt:lpstr>PowerPoint 演示文稿</vt:lpstr>
      <vt:lpstr>PowerPoint 演示文稿</vt:lpstr>
      <vt:lpstr>PowerPoint 演示文稿</vt:lpstr>
      <vt:lpstr>PowerPoint 演示文稿</vt:lpstr>
      <vt:lpstr>需求分析的意义</vt:lpstr>
      <vt:lpstr>Outline</vt:lpstr>
      <vt:lpstr>PowerPoint 演示文稿</vt:lpstr>
      <vt:lpstr>PowerPoint 演示文稿</vt:lpstr>
      <vt:lpstr>PowerPoint 演示文稿</vt:lpstr>
      <vt:lpstr>PowerPoint 演示文稿</vt:lpstr>
      <vt:lpstr>PowerPoint 演示文稿</vt:lpstr>
      <vt:lpstr>3.2 与用户沟通获取需求的方法 </vt:lpstr>
      <vt:lpstr>PowerPoint 演示文稿</vt:lpstr>
      <vt:lpstr>PowerPoint 演示文稿</vt:lpstr>
      <vt:lpstr>PowerPoint 演示文稿</vt:lpstr>
      <vt:lpstr>PowerPoint 演示文稿</vt:lpstr>
      <vt:lpstr>PowerPoint 演示文稿</vt:lpstr>
      <vt:lpstr>PowerPoint 演示文稿</vt:lpstr>
      <vt:lpstr>3.3 分析建模与规格说明</vt:lpstr>
      <vt:lpstr>3.3.2 软件需求规格说明(书)</vt:lpstr>
      <vt:lpstr>3.4 实体-联系图 (Entity-Relationship Diagram) </vt:lpstr>
      <vt:lpstr>PowerPoint 演示文稿</vt:lpstr>
      <vt:lpstr>PowerPoint 演示文稿</vt:lpstr>
      <vt:lpstr>PowerPoint 演示文稿</vt:lpstr>
      <vt:lpstr>PowerPoint 演示文稿</vt:lpstr>
      <vt:lpstr>PowerPoint 演示文稿</vt:lpstr>
      <vt:lpstr>随堂练习</vt:lpstr>
      <vt:lpstr>参考答案</vt:lpstr>
      <vt:lpstr>上次课内容回顾</vt:lpstr>
      <vt:lpstr>PowerPoint 演示文稿</vt:lpstr>
      <vt:lpstr>PowerPoint 演示文稿</vt:lpstr>
      <vt:lpstr>PowerPoint 演示文稿</vt:lpstr>
      <vt:lpstr>PowerPoint 演示文稿</vt:lpstr>
      <vt:lpstr>PowerPoint 演示文稿</vt:lpstr>
      <vt:lpstr>3.6  状态转换图</vt:lpstr>
      <vt:lpstr>3.6.3 状态转换图中的符号</vt:lpstr>
      <vt:lpstr>状态转换图的例子</vt:lpstr>
      <vt:lpstr>3.7 其它图形工具</vt:lpstr>
      <vt:lpstr>用层次方框图表示我们学校的机构设置</vt:lpstr>
      <vt:lpstr>3.7.2 Warnier图</vt:lpstr>
      <vt:lpstr>3.7.3 IPO图</vt:lpstr>
      <vt:lpstr>3.8 验证软件需求</vt:lpstr>
      <vt:lpstr>3.8.2 验证软件需求的方法</vt:lpstr>
      <vt:lpstr>3.8.3 用于需求分析的软件工具（了解）</vt:lpstr>
      <vt:lpstr>第3章小结</vt:lpstr>
      <vt:lpstr>随堂练习-数据字典</vt:lpstr>
      <vt:lpstr>参考答案</vt:lpstr>
      <vt:lpstr>课后作业（不用上交）</vt:lpstr>
      <vt:lpstr>第三次作业</vt:lpstr>
    </vt:vector>
  </TitlesOfParts>
  <Company>SCAU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dc:title>
  <dc:creator>yzg</dc:creator>
  <cp:lastModifiedBy>LV</cp:lastModifiedBy>
  <cp:revision>1477</cp:revision>
  <dcterms:created xsi:type="dcterms:W3CDTF">2003-05-09T14:25:00Z</dcterms:created>
  <dcterms:modified xsi:type="dcterms:W3CDTF">2025-09-24T08:23:44Z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1C02C538188D432E9A32963EFB5060AC</vt:lpwstr>
  </property>
</Properties>
</file>