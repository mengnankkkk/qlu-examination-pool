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9"/>
  </p:notesMasterIdLst>
  <p:sldIdLst>
    <p:sldId id="330" r:id="rId3"/>
    <p:sldId id="331" r:id="rId4"/>
    <p:sldId id="320" r:id="rId5"/>
    <p:sldId id="329" r:id="rId6"/>
    <p:sldId id="336" r:id="rId7"/>
    <p:sldId id="337" r:id="rId8"/>
    <p:sldId id="256" r:id="rId9"/>
    <p:sldId id="257" r:id="rId10"/>
    <p:sldId id="259" r:id="rId11"/>
    <p:sldId id="258" r:id="rId12"/>
    <p:sldId id="260" r:id="rId13"/>
    <p:sldId id="261" r:id="rId14"/>
    <p:sldId id="319" r:id="rId15"/>
    <p:sldId id="321" r:id="rId16"/>
    <p:sldId id="322" r:id="rId17"/>
    <p:sldId id="323" r:id="rId18"/>
    <p:sldId id="262" r:id="rId19"/>
    <p:sldId id="263" r:id="rId20"/>
    <p:sldId id="324" r:id="rId21"/>
    <p:sldId id="325" r:id="rId22"/>
    <p:sldId id="264" r:id="rId23"/>
    <p:sldId id="265" r:id="rId24"/>
    <p:sldId id="411" r:id="rId25"/>
    <p:sldId id="266" r:id="rId26"/>
    <p:sldId id="267" r:id="rId27"/>
    <p:sldId id="268" r:id="rId28"/>
    <p:sldId id="269" r:id="rId30"/>
    <p:sldId id="270" r:id="rId31"/>
    <p:sldId id="271" r:id="rId32"/>
    <p:sldId id="272" r:id="rId33"/>
    <p:sldId id="273" r:id="rId34"/>
    <p:sldId id="274" r:id="rId35"/>
    <p:sldId id="275" r:id="rId36"/>
    <p:sldId id="276" r:id="rId37"/>
    <p:sldId id="277" r:id="rId38"/>
    <p:sldId id="278" r:id="rId39"/>
    <p:sldId id="279" r:id="rId40"/>
    <p:sldId id="280" r:id="rId41"/>
    <p:sldId id="326" r:id="rId42"/>
    <p:sldId id="281" r:id="rId43"/>
    <p:sldId id="282" r:id="rId44"/>
    <p:sldId id="283" r:id="rId45"/>
    <p:sldId id="284" r:id="rId46"/>
    <p:sldId id="285" r:id="rId47"/>
    <p:sldId id="286" r:id="rId48"/>
    <p:sldId id="287" r:id="rId49"/>
    <p:sldId id="288" r:id="rId50"/>
    <p:sldId id="338" r:id="rId51"/>
    <p:sldId id="339" r:id="rId52"/>
    <p:sldId id="340" r:id="rId53"/>
    <p:sldId id="341" r:id="rId54"/>
    <p:sldId id="289" r:id="rId55"/>
    <p:sldId id="290" r:id="rId56"/>
    <p:sldId id="291" r:id="rId57"/>
    <p:sldId id="292" r:id="rId58"/>
    <p:sldId id="293" r:id="rId59"/>
    <p:sldId id="294" r:id="rId60"/>
    <p:sldId id="295" r:id="rId61"/>
    <p:sldId id="334"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0" r:id="rId77"/>
    <p:sldId id="311" r:id="rId78"/>
    <p:sldId id="312" r:id="rId79"/>
    <p:sldId id="313" r:id="rId80"/>
    <p:sldId id="314" r:id="rId81"/>
    <p:sldId id="315" r:id="rId82"/>
    <p:sldId id="317" r:id="rId83"/>
  </p:sldIdLst>
  <p:sldSz cx="9144000" cy="6858000" type="screen4x3"/>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ohua"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21" autoAdjust="0"/>
    <p:restoredTop sz="85379" autoAdjust="0"/>
  </p:normalViewPr>
  <p:slideViewPr>
    <p:cSldViewPr showGuides="1">
      <p:cViewPr varScale="1">
        <p:scale>
          <a:sx n="58" d="100"/>
          <a:sy n="58" d="100"/>
        </p:scale>
        <p:origin x="1656"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8" Type="http://schemas.openxmlformats.org/officeDocument/2006/relationships/tags" Target="tags/tag3.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1T06:32:02"/>
    </inkml:context>
    <inkml:brush xml:id="br0">
      <inkml:brushProperty name="width" value="0.05292" units="cm"/>
      <inkml:brushProperty name="height" value="0.05292" units="cm"/>
      <inkml:brushProperty name="color" value="#ff0000"/>
    </inkml:brush>
  </inkml:definitions>
  <inkml:trace contextRef="#ctx0" brushRef="#br0">24113.000 5680.000,'0.000'17.000,"0.000"19.000,0.000-19.000,0.000 19.000,0.000-19.000,0.000 18.000,0.000 18.000,35.000 18.000,-35.000-18.000,18.000 0.000,-18.000 0.000,0.000 17.000,0.000-17.000,0.000-18.000,0.000 18.000,17.000 0.000,-17.000 0.000,0.000-18.000,0.000 36.000,0.000-53.000,0.000 70.000,0.000-35.000,0.000 35.000,0.000-17.000,0.000-19.000,0.000-16.000,0.000 17.000,0.000-18.000,0.000 0.000,0.000 0.000,0.000-17.000,18.000 0.000</inkml:trace>
  <inkml:trace contextRef="#ctx0" brushRef="#br0">23672.000 6315.000,'0.000'17.000,"0.000"1.000,17.000 35.000,19.000 17.000,17.000-17.000,-36.000-17.000,1.000-19.000,-18.000 19.000,17.000-1.000,19.000 18.000,-36.000-18.000,35.000 0.000,-17.000 1.000,-1.000 17.000,1.000 17.000,17.000-17.000,-17.000-18.000,0.000 1.000,-1.000-19.000,-17.000 18.000,0.000-17.000,0.000 0.000,18.000-18.000</inkml:trace>
  <inkml:trace contextRef="#ctx0" brushRef="#br0">24765.000 6315.000,'-17.000'0.000,"-1.000"35.000,18.000-17.000,0.000-1.000,-18.000 19.000,18.000-19.000,-17.000-17.000,-1.000 35.000,1.000 1.000,-1.000-19.000,0.000 19.000,1.000-36.000,17.000 35.000,-18.000-17.000,18.000-1.000,0.000 1.000,-18.000-18.000,18.000 35.000,-17.000-17.000,-1.000-1.000,0.000 19.000,1.000-19.000,-1.000 19.000,-17.000-19.000,17.000 1.000,1.000 0.000,17.000-1.000,0.000 1.000,-18.000-18.000,18.000 17.000,0.000 1.000,-18.000-18.000,1.000 18.000,-1.000-1.000,0.000 1.000,18.000 0.000,-17.000-18.000,17.000 17.000,-18.000-17.000,18.000 18.000</inkml:trace>
  <inkml:trace contextRef="#ctx0" brushRef="#br0">23654.000 7108.000,'18.000'0.000,"35.000"0.000,0.000 18.000,-1.000-18.000,19.000 0.000,-18.000 0.000,0.000 0.000,-18.000 0.000,18.000 0.000,0.000 0.000,-18.000 0.000,1.000 0.000,-19.000 0.000,1.000 0.000,-1.000 0.000,1.000 0.000,17.000 0.000,1.000 0.000,-1.000 0.000,0.000 0.000,0.000 0.000,1.000 0.000,-19.000 0.000,1.000 0.000,0.000 0.000,17.000 0.000,0.000 0.000,1.000 0.000,16.000 0.000,1.000 0.000,-17.000 0.000,-19.000 0.000,19.000 0.000,-19.000 0.000,1.000 0.000,17.000 0.000,-17.000 0.000,-1.000 0.000,19.000 0.000,-36.000 18.000,-18.000-1.000,18.000 19.000,0.000-19.000,-18.000 1.000,1.000 17.000,17.000-17.000,-18.000 35.000,0.000-18.000,1.000 0.000,17.000 1.000,-18.000-1.000,18.000 0.000,-17.000 0.000,17.000 1.000,-18.000-1.000,18.000 0.000,0.000 1.000,0.000-1.000,-18.000 0.000,1.000 18.000,17.000-18.000,0.000 1.000,0.000-1.000,-18.000-17.000,18.000-1.000,-18.000 1.000,18.000-1.000,0.000 1.000,-17.000 0.000,17.000 35.000,-18.000-18.000,0.000 18.000,1.000-18.000,17.000 0.000,-18.000 1.000,18.000-19.000</inkml:trace>
  <inkml:trace contextRef="#ctx0" brushRef="#br0">23654.000 7655.000,'18.000'0.000,"-1.000"0.000,-17.000-17.000,36.000 17.000,-19.000 0.000,1.000 0.000,0.000 0.000,17.000 0.000,0.000 0.000,18.000 0.000,-18.000 0.000,1.000 0.000,52.000 0.000,-53.000 0.000,36.000 0.000,-18.000 0.000,17.000 0.000,-52.000 0.000,17.000 0.000,-17.000 0.000,35.000 0.000,-18.000 0.000,0.000 0.000,0.000 0.000,-17.000 0.000,0.000 0.000,35.000 0.000,17.000 0.000,-17.000 0.000,18.000 0.000,-18.000 0.000,17.000 0.000</inkml:trace>
  <inkml:trace contextRef="#ctx0" brushRef="#br0">23619.000 8273.000,'17.000'0.000,"19.000"0.000,17.000 0.000,-18.000 0.000,18.000 0.000,-18.000-18.000,18.000 18.000,-18.000 0.000,-17.000 0.000,0.000 0.000,-1.000 0.000,1.000 0.000,0.000 0.000,-1.000 0.000,18.000 0.000,1.000 0.000,-1.000 0.000,0.000 0.000,18.000 0.000,-18.000 0.000,1.000 0.000,17.000 0.000,0.000 0.000,-18.000 0.000,-18.000 0.000,1.000-18.000,0.000 18.000,-1.000 0.000,1.000 0.000,53.000 0.000,-18.000-17.000,17.000 17.000,1.000 0.000,-18.000 0.000,-18.000 0.000,-18.000 0.000</inkml:trace>
  <inkml:trace contextRef="#ctx0" brushRef="#br0">512.000 10619.000,'35.000'0.000,"0.000"0.000,18.000 35.000,-17.000-35.000,17.000 0.000,35.000 18.000,0.000-18.000,-18.000 0.000,19.000 0.000,-36.000 0.000,-18.000 0.000,0.000 17.000,0.000-17.000,1.000 0.000,-1.000 0.000,18.000 0.000,35.000 0.000,-17.000 0.000,-1.000 0.000,-17.000 0.000,-18.000 0.000,18.000 0.000,-17.000 0.000,-19.000 0.000,1.000 0.000</inkml:trace>
  <inkml:trace contextRef="#ctx0" brushRef="#br0">1023.000 10354.000,'0.000'18.000,"0.000"-1.000,0.000 1.000,0.000 17.000,0.000 1.000,0.000-1.000,0.000 18.000,0.000-36.000,0.000 19.000,0.000-1.000,0.000 0.000,0.000-17.000,-17.000-1.000,17.000 1.000,0.000 0.000,0.000-1.000,0.000 1.000,-18.000-18.000,18.000 18.000,0.000 17.000,0.000-17.000,0.000-1.000,-18.000 1.000,18.000-1.000,0.000 1.000</inkml:trace>
  <inkml:trace contextRef="#ctx0" brushRef="#br0">618.000 10954.000,'0.000'35.000,"0.000"0.000,0.000 1.000,0.000-1.000,0.000 18.000,0.000-18.000,0.000 36.000,0.000-18.000,0.000 17.000,0.000-17.000,0.000-18.000,0.000 36.000,0.000-36.000,0.000-17.000,0.000 52.000,17.000-34.000,-17.000-19.000,0.000 1.000,0.000 0.000,0.000-1.000,0.000 1.000,0.000-1.000,0.000 1.000,0.000 0.000,0.000-1.000,0.000 1.000,0.000 0.000,0.000-1.000,0.000 1.000,0.000 0.000,0.000-1.000,0.000 18.000,0.000-17.000,0.000 17.000,0.000-17.000,0.000 0.000,0.000-1.000,0.000 19.000,0.000-19.000,18.000 18.000,-18.000-17.000,18.000-18.000</inkml:trace>
  <inkml:trace contextRef="#ctx0" brushRef="#br0">688.000 10989.000,'36.000'0.000,"-19.000"0.000,1.000 0.000,52.000 0.000,-52.000 0.000,17.000 0.000,36.000 0.000,-18.000 0.000,0.000-18.000,0.000 18.000,-18.000 0.000,-17.000 0.000,-1.000-17.000,1.000 17.000,-1.000 0.000,19.000 0.000,-1.000 0.000,0.000 0.000,1.000-18.000,-1.000 18.000,-18.000 0.000,1.000 0.000,-18.000-18.000,0.000 54.000,0.000-19.000,0.000 19.000,0.000-1.000,0.000 0.000,0.000 36.000,0.000-36.000,0.000 18.000,0.000-35.000,0.000 17.000,0.000 0.000,0.000 0.000,0.000 36.000,0.000-53.000,0.000 17.000,0.000 35.000,0.000-52.000,0.000 53.000,0.000-18.000,0.000-18.000,0.000 0.000,0.000 0.000,0.000 1.000,0.000-19.000,0.000 19.000,0.000-1.000,0.000-17.000,0.000 17.000,0.000-18.000,0.000 19.000,0.000-1.000,0.000-17.000,0.000 52.000,0.000-52.000,0.000-1.000,0.000 19.000,0.000-1.000,0.000-17.000,0.000-1.000</inkml:trace>
  <inkml:trace contextRef="#ctx0" brushRef="#br0">688.000 11395.000,'18.000'0.000,"0.000"0.000,-1.000 0.000,18.000 0.000,1.000 0.000,-19.000 0.000,19.000 0.000,-1.000 0.000,18.000 0.000,0.000 0.000,-18.000 0.000,18.000 0.000,-18.000 0.000,-17.000 0.000,0.000 0.000,17.000 0.000,0.000 0.000,0.000 0.000,1.000 0.000,-1.000 0.000,-17.000 0.000,-1.000 0.000,1.000 0.000,17.000 0.000,-17.000 0.000</inkml:trace>
  <inkml:trace contextRef="#ctx0" brushRef="#br0">653.000 11677.000,'35.000'0.000,"1.000"0.000,-1.000 0.000,0.000 0.000,0.000 0.000,-17.000 0.000,0.000 0.000,-1.000 0.000,1.000 0.000,17.000 0.000,-17.000 0.000,-1.000 0.000,1.000 0.000,17.000 0.000,-17.000 0.000,0.000 0.000,17.000 0.000,36.000 0.000,-19.000 0.000,-16.000 0.000,-19.000 0.000,1.000 0.000,0.000 0.000,-1.000 0.000,1.000 0.000</inkml:trace>
  <inkml:trace contextRef="#ctx0" brushRef="#br0">688.000 12030.000,'36.000'0.000,"-19.000"17.000,18.000-17.000,1.000 0.000,-1.000 0.000,0.000 0.000,1.000 0.000,-1.000 0.000,0.000 0.000,-17.000 0.000,-1.000 0.000,19.000 0.000,-1.000 0.000,0.000 0.000,1.000 0.000,-1.000 0.000,0.000 0.000,0.000 0.000,-17.000 0.000,0.000 0.000,-1.000 0.000,1.000 0.000,17.000 0.000,-17.000 0.000,-1.000 0.000</inkml:trace>
  <inkml:trace contextRef="#ctx0" brushRef="#br0">89.000 12453.000,'17.000'0.000,"1.000"0.000,17.000 0.000,-17.000-18.000,-1.000 18.000,19.000 0.000,-1.000-17.000,35.000 17.000,-34.000 0.000,17.000-18.000,-18.000 18.000,18.000-17.000,-18.000 17.000,0.000 0.000,18.000 0.000,-35.000 0.000,0.000 0.000,17.000 0.000,0.000 0.000,0.000 0.000,1.000 0.000,17.000 0.000,17.000 0.000,-52.000 0.000,-1.000 0.000,1.000 0.000,0.000 0.000,-1.000 0.000,1.000 0.000,0.000-18.000,-1.000 18.000,1.000 0.000,0.000 0.000,-1.000 0.000,36.000 0.000,-18.000-18.000,1.000 18.000,-1.000 0.000,18.000 0.000,-18.000 0.000,-17.000 0.000,-1.000 0.000,1.000 0.000,0.000 0.000,-1.000 0.000,1.000-17.000,0.000 17.000,-1.000 0.000,36.000 0.000,-18.000-18.000,18.000 18.000,18.000 0.000,-36.000 0.000,-17.000 0.000,0.000 0.000</inkml:trace>
  <inkml:trace contextRef="#ctx0" brushRef="#br0">212.000 13123.000,'18.000'0.000,"-1.000"0.000,1.000 0.000,17.000 0.000,18.000-35.000,18.000 35.000,35.000 0.000,-1.000-18.000,-16.000 18.000,-19.000 0.000,-17.000 0.000,18.000 0.000,-36.000-17.000,-18.000 17.000,1.000 0.000,-18.000-18.000,18.000 18.000,-1.000 0.000,1.000 0.000,0.000 0.000</inkml:trace>
  <inkml:trace contextRef="#ctx0" brushRef="#br0">653.000 13212.000,'0.000'17.000,"-18.000"54.000,1.000-36.000,-19.000 0.000,19.000 1.000,17.000-19.000,-18.000 1.000,18.000-1.000,-17.000 1.000,-1.000 17.000,18.000-17.000,-18.000 17.000,1.000-17.000,17.000 0.000,-18.000-1.000,18.000 1.000,0.000 0.000,-18.000 17.000,18.000-18.000,-17.000 19.000,-1.000-36.000,18.000 35.000,-18.000-17.000,54.000-18.000,17.000 0.000,-18.000 0.000,18.000 0.000,-18.000 0.000,0.000 0.000,18.000 0.000,-17.000 0.000,-1.000 0.000,-18.000 0.000,1.000 0.000,0.000 0.000,-1.000 0.000,1.000-18.000,17.000 18.000,1.000 0.000,-1.000 0.000,0.000-18.000,0.000 18.000</inkml:trace>
  <inkml:trace contextRef="#ctx0" brushRef="#br0">882.000 13635.000,'0.000'18.000,"18.000"-18.000,-18.000 17.000,0.000 1.000,18.000 17.000,-18.000-17.000,17.000 17.000,18.000 0.000,-17.000 1.000,-18.000-19.000,0.000 1.000,0.000-1.000</inkml:trace>
  <inkml:trace contextRef="#ctx0" brushRef="#br0">477.000 14323.000,'35.000'0.000,"-17.000"0.000,34.000 0.000,54.000 0.000,0.000 0.000,0.000 0.000,0.000 0.000,-18.000 0.000,-17.000 17.000,-1.000-17.000,-35.000 0.000</inkml:trace>
  <inkml:trace contextRef="#ctx0" brushRef="#br0">829.000 14164.000,'0.000'18.000,"0.000"17.000,0.000-17.000,0.000-1.000,0.000 1.000,0.000 17.000,0.000-17.000,0.000 17.000,0.000 0.000,0.000 1.000,0.000-1.000,0.000-17.000,0.000 52.000,0.000-35.000,0.000 18.000,0.000-17.000,0.000-1.000,0.000 0.000,0.000-17.000,0.000-1.000,0.000 1.000,0.000 0.000,0.000-1.000</inkml:trace>
  <inkml:trace contextRef="#ctx0" brushRef="#br0">459.000 14958.000,'18.000'0.000,"-1.000"0.000,1.000 0.000,-18.000-18.000,35.000 18.000,0.000 0.000,-17.000-17.000,0.000 17.000,17.000 0.000,0.000 0.000,-17.000 0.000,35.000 0.000,0.000 0.000,0.000 0.000,0.000 0.000,17.000 0.000,-17.000 0.000,-18.000 0.000,-17.000-18.000,0.000 18.000,-1.000 0.000,1.000 0.000,0.000 0.000,17.000-18.000,0.000 1.000,18.000 17.000,-35.000-18.000,-1.000 18.000,-17.000-18.000</inkml:trace>
  <inkml:trace contextRef="#ctx0" brushRef="#br0">1341.000 13617.000,'0.000'18.000,"0.000"17.000,0.000-17.000,0.000 17.000,0.000 0.000,0.000-17.000,0.000 0.000,0.000-1.000,0.000 19.000,0.000-1.000,0.000 0.000,0.000-17.000,0.000-1.000,18.000 1.000,-18.000 0.000,0.000-1.000,0.000 1.000,0.000 35.000,17.000-18.000,-17.000 0.000,0.000 1.000,18.000-19.000</inkml:trace>
  <inkml:trace contextRef="#ctx0" brushRef="#br0">1641.000 12982.000,'0.000'18.000,"0.000"52.000,0.000-17.000,0.000 36.000,0.000-19.000,0.000 18.000,0.000-35.000,0.000 35.000,0.000-17.000,0.000 17.000,0.000-35.000,0.000 18.000,0.000 17.000,0.000-35.000,0.000 0.000,0.000-18.000,0.000 18.000,0.000 17.000,0.000-34.000,0.000 17.000,0.000 0.000,17.000-18.000,-17.000 35.000,0.000-34.000,0.000 34.000,0.000-35.000,18.000 1.000,-18.000-1.000,0.000-17.000,0.000 17.000,0.000 0.000,0.000-17.000,18.000 17.000,-18.000-17.000,0.000-1.000,17.000 19.000,-17.000 17.000,0.000-18.000,18.000 0.000,-18.000 36.000,18.000-36.000,-18.000 0.000,17.000 1.000,-17.000-19.000,-17.000-17.000,-1.000 0.000,0.000 0.000,18.000-17.000,-17.000 17.000,-1.000-18.000,0.000 18.000,18.000-18.000,-17.000 18.000,-1.000-17.000,0.000 17.000,18.000-18.000,-17.000 0.000,-1.000-17.000,1.000 35.000,-19.000-18.000,19.000 1.000,-19.000-18.000,36.000-1.000,-17.000 36.000,17.000-17.000,0.000-1.000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8-09-18T08:22:07"/>
    </inkml:context>
    <inkml:brush xml:id="br0">
      <inkml:brushProperty name="width" value="0.05292" units="cm"/>
      <inkml:brushProperty name="height" value="0.05292" units="cm"/>
      <inkml:brushProperty name="color" value="#ff0000"/>
    </inkml:brush>
  </inkml:definitions>
  <inkml:trace contextRef="#ctx0" brushRef="#br0">9243.000 3881.000,'-18.000'0.000,"1.000"0.000,17.000 17.000,-18.000 18.000,18.000 1.000,0.000-19.000,0.000 19.000,0.000-1.000,-17.000 0.000,17.000-17.000,0.000 17.000,0.000-17.000,0.000-1.000,0.000 1.000,0.000 0.000,0.000-1.000,0.000 19.000,0.000-1.000,0.000 18.000,0.000-18.000,0.000 18.000,0.000-18.000,0.000 1.000,0.000-1.000,0.000-18.000,0.000 19.000,0.000-19.000,0.000 1.000,0.000 17.000,0.000-17.000,0.000 0.000,0.000-1.000,-18.000 1.000,18.000 0.000,0.000 17.000,0.000-18.000,0.000 19.000,0.000-1.000,-18.000 18.000,18.000-18.000,0.000 0.000,0.000 18.000,0.000-17.000,0.000-1.000,-17.000 0.000,17.000 18.000,0.000 0.000,0.000 18.000,0.000-18.000,0.000-1.000,0.000-16.000,0.000-1.000,0.000 18.000,0.000-18.000,0.000 18.000,0.000 35.000,0.000-35.000,0.000 0.000,0.000 0.000,0.000 0.000,0.000 18.000,0.000-36.000,0.000 18.000,0.000-18.000,0.000 0.000,0.000-17.000,0.000 52.000,0.000-34.000,0.000 17.000,0.000 0.000,0.000 17.000,0.000 18.000,0.000-35.000,0.000 88.000,0.000-70.000,0.000 35.000,0.000 35.000,0.000-18.000,0.000-17.000,0.000 35.000,0.000 0.000,0.000 0.000,0.000 1.000,0.000-37.000,0.000-16.000,0.000 16.000,0.000 1.000,0.000-53.000,0.000 53.000,0.000-18.000,0.000-17.000,0.000-1.000,0.000 1.000,0.000-18.000,0.000 0.000,0.000 17.000,0.000-17.000,0.000-18.000,0.000-17.000,0.000 0.000,0.000 52.000,0.000-34.000,0.000 17.000,0.000-1.000,17.000 1.000,1.000 18.000,-18.000-1.000,35.000-17.000,-35.000 36.000,18.000-19.000,-1.000 18.000,-17.000 1.000,18.000-19.000,-18.000-17.000,18.000-18.000,-18.000 36.000,17.000-18.000,-17.000 0.000,18.000 0.000,0.000 35.000,-1.000-35.000,36.000 35.000,-17.000 0.000,-19.000 0.000,36.000-35.000,-18.000 0.000,-17.000 18.000,0.000-36.000,17.000 0.000,-17.000 0.000,-1.000 18.000,36.000 36.000,-35.000 34.000,52.000-35.000,-52.000 18.000,52.000-18.000,-17.000 0.000,-35.000-17.000,53.000 70.000,-54.000-88.000,19.000 35.000,16.000 0.000,-16.000 1.000,34.000 34.000,-17.000 1.000,18.000-36.000,-18.000 35.000,-18.000-70.000,-17.000 0.000,-1.000 0.000,1.000 0.000,-1.000-18.000,19.000 0.000,-19.000 1.000,1.000-1.000,0.000 0.000,-1.000 1.000,-17.000-19.000,0.000 19.000,53.000 16.000,-53.000-34.000,0.000 17.000,18.000 1.000,0.000-1.000,-1.000 0.000,18.000 18.000,-17.000 35.000,35.000 0.000,-35.000-17.000,17.000 17.000,-17.000 0.000,17.000 1.000,0.000-19.000,18.000 18.000,-35.000 1.000,17.000 34.000,18.000 1.000,0.000-36.000,-36.000-18.000,19.000 18.000,34.000 36.000,-17.000-54.000,-18.000 1.000,-17.000 0.000,53.000 17.000,-36.000-18.000,18.000 19.000,-18.000-1.000,18.000 0.000,-18.000 0.000,18.000 0.000,18.000 1.000,-36.000-1.000,18.000 35.000,18.000 1.000,-1.000-36.000,-35.000 0.000,18.000 0.000,-35.000-17.000,0.000-36.000,-1.000 0.000,1.000-17.000,-1.000 0.000,-17.000-1.000,18.000-17.000,-18.000 36.000,0.000-19.000,18.000 18.000,17.000 1.000,0.000 17.000,1.000-18.000,-19.000 0.000,18.000 0.000,-17.000 1.000,0.000-1.000,17.000 0.000,-35.000-17.000,18.000 53.000,17.000-54.000,-17.000 36.000,17.000 0.000,18.000 0.000,-18.000 17.000,0.000 1.000,1.000-18.000,-1.000-18.000,-17.000 18.000,17.000 18.000,0.000-36.000,-17.000 18.000,-1.000-18.000,1.000 0.000,17.000 36.000,-17.000-18.000,17.000 0.000,0.000 17.000,-17.000-17.000,0.000 0.000,17.000 18.000,-17.000-1.000,52.000 19.000,-17.000-1.000,18.000 18.000,-1.000-18.000,1.000 0.000,-18.000-35.000,-18.000 35.000,36.000 18.000,-19.000-53.000,1.000 35.000,18.000-35.000,-36.000 17.000,18.000-17.000,0.000-53.000,-18.000 0.000,1.000 0.000,-19.000 0.000,36.000 0.000,-18.000 0.000,-17.000-70.000,-18.000-89.000,0.000-53.000,0.000-70.000</inkml:trace>
  <inkml:trace contextRef="#ctx0" brushRef="#br0">15946.000 3634.000,'0.000'-18.000,"0.000"36.000,0.000 17.000,0.000 35.000,0.000 1.000,0.000-18.000,0.000 17.000,0.000-17.000,0.000 0.000,0.000 0.000,0.000 0.000,0.000-18.000,0.000 18.000,0.000-17.000,0.000 34.000,0.000-17.000,0.000 0.000,0.000 0.000,0.000 0.000,0.000 17.000,0.000-17.000,0.000 0.000,0.000 18.000,0.000 17.000,0.000-35.000,0.000 0.000,0.000 35.000,18.000-17.000,17.000 17.000,-18.000-35.000,-17.000 35.000,0.000-35.000,0.000 0.000,0.000 0.000,0.000 35.000,0.000-35.000,0.000 0.000,0.000 17.000,0.000-17.000,18.000 0.000,-18.000-18.000,0.000 18.000,0.000 0.000,0.000-18.000,0.000 36.000,0.000-53.000,0.000 52.000,0.000 1.000,0.000-18.000,18.000 35.000,-18.000-35.000,17.000 35.000,-17.000-35.000,0.000 88.000,18.000-106.000,-18.000 18.000,18.000-18.000,-18.000 18.000,0.000 0.000,0.000 0.000,0.000 35.000,0.000-17.000,0.000 17.000,0.000-17.000,0.000-1.000,0.000-17.000,0.000 0.000,0.000-18.000,0.000 1.000,0.000 17.000,0.000-18.000,0.000 18.000,0.000 0.000,17.000-18.000,-17.000 0.000,0.000 1.000,0.000-19.000,0.000 18.000,0.000 1.000,18.000-1.000,-18.000 18.000,18.000-18.000,-18.000 0.000,17.000 18.000,-17.000-17.000,0.000-1.000,0.000 0.000,18.000 0.000,-18.000 1.000,0.000-1.000,0.000 0.000,0.000 1.000,17.000-19.000,-17.000 1.000,0.000 0.000,0.000-1.000,18.000-17.000,-18.000 18.000,0.000-1.000,0.000 1.000,0.000 0.000,0.000-1.000,0.000 1.000,18.000 17.000,-18.000-17.000,0.000 17.000,17.000-17.000,-17.000-1.000,0.000 1.000,0.000 17.000,0.000-17.000,0.000 17.000,0.000-17.000,0.000 0.000,18.000 17.000,-18.000-18.000,18.000 1.000,-18.000 0.000,0.000-1.000,0.000 19.000,0.000-19.000,0.000 19.000,0.000-19.000,17.000 19.000,-17.000-19.000,0.000 1.000,0.000 17.000,0.000-17.000,0.000-1.000,0.000 19.000,0.000-19.000,0.000 1.000,0.000 0.000,0.000-1.000,0.000 1.000,0.000-1.000,0.000 1.000,18.000 0.000,-18.000-1.000,0.000 1.000,0.000 0.000,0.000-1.000,18.000 1.000,-18.000 0.000,0.000-1.000,0.000 1.000,17.000-18.000,1.000 0.000,-18.000 17.000,18.000-17.000,-1.000 18.000,1.000-18.000,-1.000 0.000,-17.000 18.000,18.000-18.000,0.000 0.000,-1.000 0.000,1.000 0.000,0.000 0.000,-1.000 0.000,1.000 0.000,0.000 0.000,-1.000 17.000,1.000-17.000,-1.000 0.000,1.000 0.000,0.000 0.000,-1.000 18.000,1.000-18.000,0.000 0.000,-1.000 0.000,19.000 0.000,-1.000 0.000,-18.000 0.000,19.000 0.000,-19.000 0.000,1.000 0.000,0.000 0.000,-1.000 0.000,1.000 0.000,0.000 0.000,-1.000 0.000,1.000 0.000,0.000 0.000,-1.000 0.000,1.000 18.000,17.000-18.000,0.000 0.000,1.000 0.000,-1.000 17.000,0.000-17.000,-17.000 0.000,-1.000 0.000,19.000 0.000,17.000 0.000,-18.000 0.000,0.000 0.000,0.000 18.000,1.000-18.000,-1.000 0.000,-17.000 0.000,-1.000 0.000,1.000 0.000,0.000 18.000,35.000-18.000,-18.000 17.000,0.000-17.000,-17.000 0.000,-1.000 0.000,1.000 0.000,0.000 0.000,-1.000 0.000,1.000 0.000,0.000 18.000,-1.000-18.000,54.000 0.000,-36.000 18.000,0.000-18.000,1.000 0.000,-19.000 0.000,1.000 17.000,-1.000-17.000,1.000 0.000,0.000 0.000,17.000 0.000,18.000 0.000,-18.000 18.000,1.000-18.000,-1.000 0.000,0.000 0.000,-17.000 0.000,17.000 0.000,0.000 0.000,-17.000 0.000,0.000 0.000,17.000 0.000,-18.000 0.000,1.000 0.000,17.000 17.000,1.000-17.000,-19.000 0.000,36.000 18.000,-18.000-18.000,18.000 0.000,-17.000 0.000,-1.000 0.000,0.000 0.000,-17.000 0.000,0.000 18.000,-1.000-18.000,1.000 0.000,17.000 0.000,-17.000 0.000,35.000 0.000,-36.000 0.000,19.000 0.000,-1.000 0.000,-18.000 0.000,1.000 0.000,0.000 0.000,-1.000 0.000,1.000 17.000,17.000-17.000,1.000 0.000,-19.000 18.000,18.000-18.000,-17.000 0.000,0.000 0.000,-1.000 0.000,19.000 18.000,-1.000-1.000,36.000-17.000,-19.000 0.000,1.000 18.000,53.000 0.000,-35.000-1.000,-1.000-17.000,-17.000 18.000,18.000-18.000,-36.000 17.000,0.000-17.000,1.000 0.000,-19.000 0.000,1.000 0.000,17.000 0.000,-17.000 0.000,17.000 0.000,0.000 0.000,-17.000 0.000,0.000 18.000,17.000-18.000,-17.000 0.000,17.000 0.000,0.000 0.000,0.000 0.000,1.000 0.000,-1.000 18.000,0.000-18.000,-17.000 0.000,-1.000 0.000,19.000 0.000,-19.000 0.000,19.000 0.000,-19.000 0.000,1.000 0.000,0.000 0.000,-1.000 0.000,19.000 0.000,-1.000 0.000,18.000 0.000,-18.000 0.000,0.000 0.000,1.000 0.000,-19.000 0.000,1.000 0.000,-1.000 0.000,19.000 0.000,-1.000 17.000,0.000-17.000,18.000 0.000,35.000 0.000,-35.000 36.000,36.000-19.000,-54.000 1.000,-18.000-18.000,1.000 0.000,53.000 0.000,-36.000 18.000,0.000-18.000,18.000 0.000,-18.000 0.000,18.000 0.000,0.000 17.000,-18.000-17.000,1.000 0.000,-19.000 0.000,1.000 0.000,0.000 0.000,-1.000 0.000,1.000 0.000,0.000 0.000,17.000 0.000,-17.000 0.000,-1.000 0.000,18.000 0.000,-17.000 0.000,0.000 0.000,-1.000 0.000,1.000 0.000,0.000 0.000,17.000 0.000,-17.000 0.000,17.000 0.000,-18.000 0.000,1.000 0.000,0.000 0.000,-1.000 0.000,1.000 0.000,0.000 0.000,-1.000 0.000,-17.000 88.000,0.000 1.000,0.000-19.000,0.000 18.000,0.000 36.000,-17.000-36.000,17.000 18.000,-18.000 0.000,18.000 17.000,0.000-17.000,-18.000-35.000,1.000 17.000,17.000 0.000,-18.000-18.000,0.000 1.000,18.000-18.000,0.000 18.000,-17.000-19.000,-18.000 37.000,17.000-1.000,0.000-35.000,1.000 35.000,-1.000-18.000,0.000 19.000,18.000-19.000,0.000 1.000,-17.000-1.000,17.000 71.000,-36.000-17.000,19.000 17.000,-18.000-17.000,17.000-19.000,0.000 178.000,-17.000-160.000,17.000 18.000,1.000-17.000,-19.000 17.000,19.000-18.000,-1.000-17.000,-17.000 18.000,0.000-36.000,35.000-18.000,-18.000 18.000,-35.000-35.000,35.000 0.000,18.000-17.000,-17.000 34.000,17.000-35.000,-18.000 1.000,0.000-36.000,18.000 17.000,0.000 19.000,-17.000-19.000,17.000 19.000,0.000 16.000,0.000-16.000,-18.000 17.000,18.000 0.000,-17.000-18.000,17.000 35.000,0.000 1.000,0.000-36.000,-18.000 53.000,18.000-17.000,0.000 35.000,-18.000-18.000,18.000-17.000,-17.000 17.000,17.000-18.000,-18.000 18.000,18.000-17.000,0.000 35.000,-35.000 17.000,35.000-17.000,0.000 0.000,0.000 0.000,0.000 17.000,0.000-17.000,-18.000 0.000,18.000 17.000,0.000-17.000,0.000 0.000,-18.000 0.000,18.000-18.000,0.000 18.000,0.000-53.000,-17.000 0.000,17.000-18.000,0.000 0.000,0.000 1.000,0.000-1.000,0.000 0.000,0.000-17.000,-18.000 17.000,18.000-17.000,0.000-1.000,0.000 54.000,-17.000-36.000,17.000 1.000,0.000-1.000,0.000-18.000,0.000 19.000,0.000-19.000,0.000 1.000,-18.000-18.000,18.000 18.000,0.000-1.000,0.000 1.000,0.000 0.000,-18.000-1.000,1.000 1.000,17.000-1.000,0.000 1.000,-18.000 0.000,18.000-1.000,0.000-34.000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8-09-18T08:25:13"/>
    </inkml:context>
    <inkml:brush xml:id="br0">
      <inkml:brushProperty name="width" value="0.05292" units="cm"/>
      <inkml:brushProperty name="height" value="0.05292" units="cm"/>
      <inkml:brushProperty name="color" value="#ff0000"/>
    </inkml:brush>
  </inkml:definitions>
  <inkml:trace contextRef="#ctx0" brushRef="#br0">11501.000 13053.000,'53.000'-18.000,"-18.000"18.000,53.000 0.000,18.000 0.000,-35.000 0.000,35.000 0.000,-1.000 0.000,19.000 0.000,-18.000 0.000,-1.000 0.000,-34.000 0.000,0.000 0.000,-18.000 0.000,-1.000 0.000,-16.000 0.000,-1.000 0.000,18.000 0.000,-18.000 0.000,18.000 0.000,0.000 0.000,-18.000 0.000,18.000 0.000,-18.000 0.000,36.000 0.000,-36.000 0.000,18.000 0.000,-17.000 0.000,-1.000 0.000,18.000 0.000,0.000 0.000,0.000 0.000,-1.000 0.000,19.000 0.000,35.000 0.000,-36.000-17.000,19.000 17.000,-19.000 0.000,-17.000 0.000,35.000 0.000,-17.000-18.000,52.000 18.000,-52.000 0.000,-18.000 0.000,35.000 0.000,-35.000 0.000,35.000 0.000,0.000 0.000,0.000 0.000,-17.000 0.000,35.000 0.000,17.000 0.000,-52.000 0.000,17.000 0.000,-17.000 0.000,17.000 0.000,-18.000 0.000,-17.000 0.000,35.000 0.000,-35.000 0.000,18.000 0.000,0.000 0.000,-19.000 0.000,-16.000 0.000,17.000 0.000,0.000 0.000,-18.000 0.000,0.000 0.000,0.000-18.000,1.000 18.000,-19.000 0.000,19.000 0.000,-19.000 0.000,1.000 0.000,-1.000 0.000,1.000 0.000,17.000 0.000,1.000 0.000,-1.000 0.000,0.000 0.000,-17.000 0.000,52.000 0.000,-34.000 0.000,-19.000 0.000,1.000 0.000,0.000 0.000,-1.000 0.000,1.000 0.000,0.000 0.000,17.000-17.000,18.000 17.000,-18.000-18.000,0.000 0.000,1.000 18.000,-19.000 0.000,18.000-17.000,-17.000 17.000,0.000 0.000,-1.000 0.000,1.000 0.000,0.000 0.000,-1.000 0.000,-17.000-18.000,18.000 18.000,17.000 0.000,-17.000 0.000,0.000 0.000,-1.000 0.000,-17.000-18.000,18.000 18.000,-1.000 0.000,1.000 0.000,0.000 0.000,-1.000 0.000,1.000 0.000,0.000-17.000,-1.000 17.000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1T07:37:29"/>
    </inkml:context>
    <inkml:brush xml:id="br0">
      <inkml:brushProperty name="width" value="0.05292" units="cm"/>
      <inkml:brushProperty name="height" value="0.05292" units="cm"/>
      <inkml:brushProperty name="color" value="#ff0000"/>
    </inkml:brush>
  </inkml:definitions>
  <inkml:trace contextRef="#ctx0" brushRef="#br0">7356.000 14570.000,'-18.000'0.000,"-17.000"0.000,17.000 0.000,-17.000 0.000,-36.000 0.000,18.000 0.000,18.000 0.000,0.000 0.000,0.000 0.000,17.000 0.000,-17.000 0.000,17.000 0.000,0.000 0.000,-17.000 0.000,18.000 0.000,-1.000 0.000,0.000 0.000,18.000 17.000,-17.000-17.000,-1.000 0.000,0.000 18.000,1.000 0.000,-1.000-18.000,18.000 17.000,-18.000-17.000,18.000 18.000,-17.000 0.000,-1.000-18.000,0.000 17.000,1.000 1.000,-1.000-1.000,1.000 19.000,17.000-19.000,0.000 1.000,-18.000 0.000,18.000 17.000,0.000-17.000,0.000-1.000,0.000 1.000,0.000 0.000,35.000 17.000,0.000-18.000,-17.000-17.000,0.000 0.000,17.000 18.000,0.000 0.000,1.000-18.000,-19.000 0.000,1.000 0.000,0.000 0.000,-1.000 0.000,1.000 0.000,-1.000 0.000,19.000 0.000,-1.000 0.000,0.000 0.000,-17.000 0.000,17.000 0.000,-17.000 0.000,17.000 0.000,-17.000 0.000,17.000 0.000,-17.000 0.000,17.000-18.000,-17.000 18.000,-1.000-18.000,1.000-17.000,-1.000 18.000,1.000-1.000,17.000 0.000,-17.000-17.000,0.000 17.000,-1.000 18.000,19.000-35.000,-36.000 0.000,17.000 17.000,-17.000 0.000,0.000 1.000,0.000-1.000,18.000 1.000,-18.000-1.000,0.000 36.000,0.000-1.000,0.000 1.000,0.000-1.000,0.000 1.000,0.000 17.000,0.000-17.000,0.000 0.000,0.000 17.000,0.000-17.000,0.000-1.000,0.000 1.000,0.000 0.000,0.000-1.000,0.000 1.000,0.000-1.000,0.000 1.000,0.000 0.000,35.000-18.000,-17.000 0.000,-1.000 0.000,1.000 17.000,35.000-17.000,-35.000 0.000,-1.000 0.000,1.000 18.000,0.000-18.000</inkml:trace>
  <inkml:trace contextRef="#ctx0" brushRef="#br0">11748.000 14746.000,'-18.000'18.000,"18.000"-1.000,0.000 1.000,0.000 17.000,0.000-17.000,0.000 17.000,0.000-17.000,0.000 0.000,0.000 17.000,-17.000-18.000,17.000 1.000,0.000 0.000,0.000 17.000,0.000-17.000,0.000-1.000,0.000 19.000,0.000-19.000,0.000 1.000,0.000-1.000,0.000 1.000,0.000 0.000,0.000 17.000,-18.000-35.000,18.000 35.000,0.000-17.000,0.000 0.000,0.000-1.000,0.000 18.000,0.000-17.000,0.000 17.000,0.000 1.000,0.000-1.000,0.000-17.000,0.000-1.000,0.000 1.000,0.000-36.000,0.000 1.000,0.000-19.000,0.000 19.000,0.000-1.000,0.000-17.000,18.000-1.000,-18.000 1.000,0.000 18.000,0.000-19.000,0.000 19.000,0.000-19.000,0.000 19.000,17.000-1.000,-17.000-17.000,0.000 17.000,0.000 1.000,18.000 17.000,-18.000-18.000,17.000 18.000,-17.000-18.000,0.000 1.000,18.000-1.000,0.000-17.000,-1.000 35.000,-17.000-18.000,18.000 18.000,0.000 0.000,17.000-18.000,0.000 18.000,1.000 0.000,-1.000 0.000,-18.000 0.000,19.000 0.000,34.000 53.000,18.000-17.000,-52.000-1.000,-1.000 0.000,0.000 18.000,-17.000-53.000,-18.000 18.000,0.000-1.000,0.000 1.000,-18.000 0.000,18.000-1.000,-17.000 1.000,-1.000-18.000,0.000 18.000,18.000-1.000,-17.000 1.000,-1.000-1.000,0.000 1.000,1.000 0.000,-1.000-18.000,1.000 0.000,-1.000 17.000,0.000-17.000,1.000 0.000,-1.000 0.000,0.000 0.000,1.000 0.000,-1.000 0.000,0.000 0.000,1.000 0.000,-18.000 0.000,-1.000 0.000,1.000 0.000,0.000 0.000,-18.000 0.000,17.000 0.000,1.000 0.000,0.000 18.000,0.000-18.000,17.000 0.000</inkml:trace>
  <inkml:trace contextRef="#ctx0" brushRef="#br0">17322.000 14781.000,'-53.000'0.000,"18.000"0.000,-18.000 0.000,17.000 0.000,19.000 0.000,-19.000 0.000,19.000 0.000,-1.000 0.000,1.000 0.000,-1.000 0.000,-17.000 18.000,17.000-18.000,0.000 0.000,1.000 0.000,17.000 18.000,-36.000-18.000,19.000 0.000,17.000 17.000,-36.000-17.000,19.000 18.000,-1.000-18.000,18.000 18.000,-17.000-1.000,-1.000 1.000,0.000-18.000,18.000 18.000,0.000-1.000,0.000 1.000,0.000-1.000,0.000 1.000,0.000 0.000,0.000-1.000,18.000-17.000,17.000 18.000,18.000 0.000,-18.000-1.000,18.000 1.000,-17.000 0.000,-1.000-1.000,0.000-17.000,-17.000 18.000,-1.000-18.000,1.000 0.000,0.000 0.000,-1.000 0.000,1.000 0.000,17.000 0.000,-17.000 0.000,0.000 0.000,-1.000 0.000,1.000 0.000</inkml:trace>
  <inkml:trace contextRef="#ctx0" brushRef="#br0">7320.000 18609.000,'-17.000'0.000,"-18.000"0.000,-36.000 18.000,53.000-18.000,1.000 0.000,-1.000 0.000,0.000 17.000,1.000-17.000,-1.000 0.000,1.000 0.000,17.000 18.000,0.000 0.000,0.000-1.000,0.000 1.000,0.000 0.000,17.000-18.000,-17.000 17.000,18.000-17.000,-1.000 0.000,1.000 0.000,0.000 18.000,-1.000-18.000,1.000 0.000,0.000 0.000,17.000 0.000,-17.000 17.000,-1.000-17.000,1.000 0.000,-1.000 0.000,1.000 0.000,0.000 0.000,-1.000 0.000,-17.000-17.000,0.000-1.000,0.000-17.000,36.000 0.000,-36.000-1.000,0.000 1.000,0.000 17.000,0.000-17.000,0.000 0.000,0.000 17.000,0.000 1.000,0.000-1.000,0.000 0.000,0.000 1.000,0.000-1.000,0.000 0.000,0.000 1.000,0.000-1.000,0.000 0.000,0.000 1.000,0.000-1.000,0.000 1.000,0.000-1.000,0.000 0.000,0.000 1.000,0.000-1.000,0.000 71.000,17.000-18.000,-17.000 0.000,0.000 18.000,0.000-17.000,18.000-1.000,-18.000-17.000,0.000 17.000,0.000-18.000,0.000 19.000,18.000-1.000,-18.000 0.000,0.000-17.000,17.000 0.000,-17.000-1.000,0.000 1.000,0.000 17.000,0.000-17.000,0.000-1.000,18.000 1.000,-18.000 0.000,18.000-18.000,17.000 0.000,0.000 0.000,0.000 0.000,1.000 0.000,17.000 0.000,-18.000 0.000,-18.000 0.000</inkml:trace>
  <inkml:trace contextRef="#ctx0" brushRef="#br0">9860.000 18538.000,'18.000'0.000,"0.000"0.000,-1.000 0.000,19.000 0.000,-1.000 0.000,-17.000 0.000,17.000 0.000,-17.000 0.000,-1.000 0.000,18.000 0.000,-17.000 0.000,0.000 0.000,-1.000 0.000,1.000 0.000,0.000 0.000,17.000 0.000,-17.000 0.000,17.000-17.000,-18.000 17.000,1.000 0.000,0.000 0.000,-1.000 0.000,-17.000-18.000,18.000 18.000,0.000-17.000,-18.000-1.000,-36.000 0.000,1.000 1.000,17.000-1.000,1.000 18.000,-54.000-35.000,36.000 17.000,0.000 0.000,17.000 18.000,-17.000-17.000,35.000-1.000,-35.000 18.000,-1.000 0.000,19.000 0.000,-19.000 0.000,19.000 0.000,-1.000 0.000,0.000 0.000,1.000 0.000,-1.000 0.000,0.000 18.000,1.000-18.000,-1.000 0.000,18.000 17.000,0.000 1.000,-17.000 0.000,-1.000-1.000,18.000 1.000,0.000 0.000,-18.000-1.000,18.000 1.000,0.000 0.000,0.000-1.000,0.000 1.000,0.000-1.000,0.000 19.000,0.000-1.000,18.000-35.000,-18.000 18.000,18.000-1.000,-1.000 1.000,18.000-18.000,1.000 18.000,34.000-18.000,-34.000 17.000,-19.000-17.000,36.000 18.000,-35.000-18.000,-1.000 0.000,1.000 0.000,0.000 18.000,17.000-18.000,0.000 0.000,-17.000 0.000,0.000 0.000,17.000 0.000,-18.000 0.000,1.000 0.000,0.000 0.000,-1.000 0.000,1.000 0.000,17.000 0.000,1.000 0.000,-1.000 0.000,0.000 0.000,-17.000 0.000,-1.000 0.000,1.000 0.000,-18.000 17.000,18.000-17.000</inkml:trace>
  <inkml:trace contextRef="#ctx0" brushRef="#br0">15575.000 17939.000,'-17.000'0.000,"-1.000"0.000,1.000 0.000,-19.000 0.000,19.000 0.000,-1.000 0.000,-17.000 0.000,17.000 0.000,0.000 0.000,1.000 0.000,-18.000 0.000,35.000 17.000,-18.000 1.000,0.000-18.000,-17.000 18.000,17.000-18.000,18.000 17.000,-17.000 1.000,17.000 0.000,-18.000-1.000,18.000 1.000,-18.000 17.000,18.000-17.000,0.000-1.000,0.000 19.000,0.000-19.000,0.000 1.000,0.000 0.000,0.000 17.000,0.000-17.000,0.000-1.000,0.000 1.000,0.000-1.000,0.000 1.000,0.000 0.000,0.000-1.000,0.000 1.000,0.000 0.000,0.000-1.000,0.000 1.000,0.000 0.000,0.000-1.000,0.000 18.000,0.000-17.000,-17.000 0.000,-1.000-1.000,18.000 1.000,-17.000-18.000,17.000 18.000,-18.000-1.000,0.000-17.000,1.000 18.000,17.000 0.000,-18.000-18.000,0.000 0.000,1.000 17.000,-1.000 1.000,18.000 0.000,-18.000-18.000,1.000 0.000,-1.000 17.000,0.000-17.000</inkml:trace>
  <inkml:trace contextRef="#ctx0" brushRef="#br0">15046.000 18450.000,'36.000'0.000,"52.000"0.000,-53.000 0.000,-17.000 0.000,-1.000 0.000,1.000 0.000,0.000 0.000,-1.000 0.000,19.000 0.000,-1.000 0.000,-18.000 0.000,1.000 0.000,0.000 0.000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8T23:59:25"/>
    </inkml:context>
    <inkml:brush xml:id="br0">
      <inkml:brushProperty name="width" value="0.05292" units="cm"/>
      <inkml:brushProperty name="height" value="0.05292" units="cm"/>
      <inkml:brushProperty name="color" value="#ff0000"/>
    </inkml:brush>
  </inkml:definitions>
  <inkml:trace contextRef="#ctx0" brushRef="#br0">20038.000 12929.000,'0.000'36.000,"-18.000"17.000,-17.000 17.000,18.000-35.000,-1.000 1.000,18.000-19.000,-18.000 19.000,1.000-36.000,17.000 35.000,-18.000-35.000,18.000 17.000,-18.000 19.000,18.000-19.000,0.000 1.000,-17.000 0.000,-1.000 17.000,18.000 18.000,-35.000 17.000,17.000-34.000,1.000 34.000,-1.000 1.000,0.000-36.000,1.000 0.000,17.000 1.000,-18.000-19.000</inkml:trace>
  <inkml:trace contextRef="#ctx0" brushRef="#br0">19985.000 13353.000,'0.000'-18.000,"53.000"0.000,0.000 1.000,35.000-19.000,-35.000 19.000,-18.000-1.000,36.000-35.000,-36.000 36.000,1.000 17.000,-19.000-18.000,1.000 18.000,-1.000-18.000,1.000 1.000,0.000 17.000,-1.000 0.000,1.000-18.000,17.000 18.000,1.000-18.000,-1.000 1.000,-18.000 17.000,-17.000-18.000,18.000 18.000,0.000 0.000,-18.000-17.000,53.000-1.000,0.000-17.000,35.000-1.000,0.000 1.000,0.000 0.000,0.000-1.000,-17.000 1.000,-1.000 18.000,-34.000-1.000,-19.000 0.000,-52.000 18.000,17.000 0.000</inkml:trace>
  <inkml:trace contextRef="#ctx0" brushRef="#br0">20073.000 13441.000,'18.000'0.000,"17.000"0.000,1.000 0.000,-1.000 0.000,-17.000 0.000,-1.000 0.000,18.000 17.000,1.000-17.000,-1.000 0.000,0.000 18.000,-17.000-18.000,0.000 18.000,34.000-1.000,19.000 19.000,-18.000-1.000,0.000-17.000,-36.000-1.000,19.000 1.000</inkml:trace>
  <inkml:trace contextRef="#ctx0" brushRef="#br0">21432.000 12788.000,'0.000'35.000,"0.000"1.000,0.000 34.000,-18.000-34.000,18.000 17.000,-18.000-18.000,-17.000 18.000,17.000-18.000,1.000 53.000,17.000-53.000,-36.000 18.000,36.000 36.000,-35.000-54.000,35.000 18.000,-17.000-18.000,17.000-17.000,-18.000 17.000,18.000-17.000,-18.000-18.000,1.000 17.000,17.000 1.000,0.000 0.000,0.000-1.000,-18.000 1.000,18.000 17.000</inkml:trace>
  <inkml:trace contextRef="#ctx0" brushRef="#br0">21449.000 13212.000,'18.000'0.000,"17.000"0.000,0.000 0.000,1.000 0.000,-19.000 0.000,1.000 0.000,0.000 0.000,-1.000-18.000,1.000 18.000,0.000 0.000,17.000-18.000,0.000 18.000,18.000 0.000,0.000-17.000,-18.000 17.000,-17.000-18.000,-1.000 18.000,36.000 0.000,-17.000 0.000,-1.000 0.000,0.000-18.000,1.000 18.000,-89.000 0.000</inkml:trace>
  <inkml:trace contextRef="#ctx0" brushRef="#br0">21502.000 13353.000,'0.000'17.000,"18.000"19.000,-1.000-1.000,19.000-18.000,-1.000 19.000,0.000-19.000,-17.000 36.000,17.000-35.000,0.000 17.000,1.000-17.000,-19.000 17.000,54.000 0.000,-18.000 1.000,0.000 17.000,0.000-18.000,-18.000-17.000,-35.000-1.000,18.000-17.000</inkml:trace>
  <inkml:trace contextRef="#ctx0" brushRef="#br0">20391.000 13935.000,'-18.000'0.000,"1.000"0.000,-19.000 35.000,-17.000-17.000,1.000 17.000,-37.000 18.000,1.000-18.000,0.000 18.000,35.000-18.000,-18.000 1.000,-17.000-1.000,53.000-17.000,35.000-1.000,-18.000 1.000,1.000-1.000,-1.000 1.000,-17.000 0.000</inkml:trace>
  <inkml:trace contextRef="#ctx0" brushRef="#br0">20091.000 14252.000,'0.000'36.000,"0.000"16.000,0.000 1.000,0.000 36.000,0.000-19.000,0.000 18.000,0.000-35.000,18.000 35.000,-1.000-52.000,-17.000 17.000,0.000-36.000,0.000 1.000,18.000-18.000,-18.000 18.000,0.000-1.000,0.000 1.000,0.000-1.000,0.000 1.000,0.000 17.000,0.000-17.000,0.000 0.000</inkml:trace>
  <inkml:trace contextRef="#ctx0" brushRef="#br0">20461.000 14323.000,'18.000'0.000,"35.000"0.000,53.000 0.000,0.000 0.000,0.000 0.000,17.000 0.000,-17.000 0.000,-36.000 0.000,-17.000 0.000,-35.000 0.000,0.000 0.000,-1.000-18.000,1.000 18.000,-1.000 0.000,19.000 0.000</inkml:trace>
  <inkml:trace contextRef="#ctx0" brushRef="#br0">21096.000 14129.000,'-17.000'0.000,"17.000"35.000,0.000-17.000,0.000 17.000,0.000-17.000,0.000 17.000,0.000-17.000,0.000 17.000,0.000 0.000,0.000 0.000,0.000 18.000,0.000-17.000,0.000-1.000,0.000 18.000,0.000-36.000,0.000 1.000,0.000 0.000,0.000-1.000,0.000 19.000,-18.000-19.000,18.000 1.000,0.000-1.000,0.000 1.000,0.000 17.000,0.000-17.000,0.000 35.000,0.000-18.000,0.000-17.000,0.000 17.000,0.000-17.000,-17.000-18.000,17.000 17.000,-18.000 19.000,18.000 34.000,0.000 1.000,-18.000 35.000,18.000 35.000,0.000-35.000,0.000-18.000,0.000-18.000,0.000-34.000,0.000-1.000,0.000 0.000,-17.000-35.000,17.000-17.000,-18.000-19.000,-53.000-17.000,36.000-35.000,-35.000 18.000,34.000 34.000,-17.000-17.000,-35.000-17.000,0.000 17.000,17.000 18.000,36.000-1.000,18.000 19.000,17.000-1.000,0.000 0.000</inkml:trace>
  <inkml:trace contextRef="#ctx0" brushRef="#br0">20603.000 14781.000,'35.000'0.000,"18.000"36.000,0.000 17.000,35.000-18.000,-53.000 0.000,0.000-17.000,-17.000-18.000</inkml:trace>
  <inkml:trace contextRef="#ctx0" brushRef="#br0">22419.000 13353.000,'18.000'0.000,"0.000"0.000,17.000 35.000,-17.000 35.000,-1.000-52.000,1.000 0.000,-1.000 17.000,1.000 18.000,0.000-53.000,-18.000 35.000,17.000-17.000,1.000 17.000,-18.000-17.000,18.000 17.000,-18.000-17.000,17.000-1.000,-17.000 19.000,18.000-19.000,-18.000 1.000,0.000 0.000,0.000-1.000</inkml:trace>
  <inkml:trace contextRef="#ctx0" brushRef="#br0">22437.000 13035.000,'0.000'18.000</inkml:trace>
  <inkml:trace contextRef="#ctx0" brushRef="#br0">22437.000 13088.000,'18.000'0.000,"17.000"0.000,18.000 0.000,0.000 0.000,35.000-18.000,-35.000 1.000,35.000 17.000,-35.000 0.000,-18.000-18.000,18.000 18.000,-35.000 0.000,-1.000 0.000,19.000 0.000,-19.000 0.000,1.000-17.000,17.000 17.000,1.000 0.000,-19.000 0.000,1.000 0.000,17.000-18.000,-17.000 18.000,17.000 0.000,36.000 0.000,-54.000 0.000,54.000-18.000,-36.000 18.000,-17.000 0.000,17.000 0.000,18.000 0.000,35.000 0.000,-17.000 0.000,-1.000 0.000,-70.000 18.000,-17.000 35.000,-54.000 0.000,18.000 0.000,0.000 17.000,0.000-17.000,18.000 18.000,0.000-18.000,-18.000-1.000,18.000 1.000,17.000-17.000,-17.000 17.000,17.000-36.000,18.000 1.000,-18.000-18.000,1.000 0.000</inkml:trace>
  <inkml:trace contextRef="#ctx0" brushRef="#br0">22719.000 13776.000,'36.000'0.000,"16.000"0.000,1.000 0.000,0.000-18.000,0.000 1.000,0.000 17.000,-18.000 0.000,18.000-18.000,-17.000 18.000,16.000 0.000,-16.000-18.000,-1.000 18.000,-17.000 0.000</inkml:trace>
  <inkml:trace contextRef="#ctx0" brushRef="#br0">22560.000 14076.000,'18.000'0.000,"0.000"-18.000,17.000 18.000,18.000 0.000,-18.000 0.000,1.000 0.000,16.000 0.000,-16.000-17.000,-19.000 17.000,19.000 0.000,-19.000 0.000,1.000 0.000,17.000 0.000,36.000 0.000,-1.000 0.000,18.000 0.000,-17.000-18.000,17.000 18.000,-17.000 0.000,-36.000 0.000,0.000 0.000,1.000 0.000,-19.000 0.000,1.000 0.000,0.000 0.000,17.000-18.000,0.000 18.000,-17.000 0.000</inkml:trace>
  <inkml:trace contextRef="#ctx0" brushRef="#br0">23054.000 14164.000,'-17.000'18.000,"-1.000"-18.000,18.000 17.000,-18.000 1.000,18.000 0.000,0.000-1.000,-17.000 1.000,-1.000 17.000,18.000-17.000,-17.000 17.000,17.000 0.000,-18.000 1.000,18.000 17.000,-35.000-1.000,35.000 1.000,-18.000-35.000,53.000-18.000,71.000-18.000,18.000 1.000,-19.000-19.000,54.000 19.000,-53.000 17.000,-18.000-18.000,-35.000 1.000,0.000-1.000,-18.000 18.000,-17.000 0.000,0.000 0.000,-1.000 0.000,-17.000 53.000,0.000 17.000,-35.000 1.000,17.000 17.000,1.000-17.000,17.000-1.000,-18.000-34.000,18.000-1.000,0.000 0.000,0.000 0.000,0.000-17.000,-18.000 17.000,18.000 1.000,0.000-19.000,0.000 18.000,0.000-17.000,0.000 17.000,0.000-17.000,0.000 0.000,0.000-1.000,0.000 1.000,-17.000-18.000,-1.000 0.000,0.000 0.000,1.000 0.000,-1.000 0.000,-17.000 0.000,17.000 0.000,1.000 0.000,-1.000 0.000,0.000 0.000,1.000 0.000,-36.000 0.000,18.000-53.000,-18.000 18.000,0.000-1.000,17.000 19.000,19.000-18.000,17.000 17.000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18T13:13:13"/>
    </inkml:context>
    <inkml:brush xml:id="br0">
      <inkml:brushProperty name="width" value="0.05292" units="cm"/>
      <inkml:brushProperty name="height" value="0.05292" units="cm"/>
      <inkml:brushProperty name="color" value="#ff0000"/>
    </inkml:brush>
  </inkml:definitions>
  <inkml:trace contextRef="#ctx0" brushRef="#br0">106.000 11959.000,'18.000'0.000,"17.000"0.000,-17.000 0.000,35.000 18.000,-18.000-1.000,35.000-17.000,19.000 0.000,-36.000 0.000,0.000 0.000,-1.000 0.000,1.000 0.000,-17.000 0.000,-1.000 0.000,-17.000 0.000,17.000 0.000,-18.000 0.000,19.000 0.000,-19.000 0.000,54.000 0.000,-36.000 0.000,18.000 0.000,-18.000 0.000,1.000 0.000,17.000 0.000,-18.000 0.000,0.000 0.000,-17.000 0.000,35.000 0.000,17.000 18.000,-17.000-18.000,0.000 0.000,0.000 18.000,18.000-1.000,-1.000-17.000,-17.000 0.000,18.000 0.000,-18.000 0.000,-1.000 0.000,1.000 0.000,-17.000 0.000,52.000 0.000,-53.000 0.000,18.000 36.000,-18.000-36.000,1.000 0.000,-1.000 0.000,0.000 0.000,0.000 0.000,1.000 0.000,-19.000 0.000,19.000 0.000,-19.000 0.000,19.000 0.000,-19.000 0.000,18.000 0.000,36.000 0.000,-53.000 0.000,17.000 0.000,0.000 0.000,0.000 0.000,-17.000 0.000,17.000 0.000,-17.000 0.000,17.000 0.000,18.000 0.000,-18.000 0.000,-17.000 0.000,35.000 0.000,-18.000 0.000,-17.000 0.000,17.000 0.000,1.000 0.000,-1.000 0.000,18.000 0.000,0.000-18.000,-36.000 18.000,19.000-18.000,-1.000 18.000,0.000-35.000,-17.000 35.000,17.000 0.000,0.000-18.000,1.000 18.000,-1.000 0.000,-18.000 0.000,19.000 0.000,-1.000-17.000,0.000-1.000,1.000 18.000,-19.000 0.000,1.000 0.000,17.000 0.000,0.000 0.000,18.000 0.000,-17.000 0.000,-19.000 0.000,19.000 0.000,-1.000 0.000,0.000 0.000,18.000 0.000,0.000 0.000,-18.000 0.000,0.000 0.000,1.000 0.000,-1.000 0.000,-17.000 0.000,17.000 0.000,0.000 0.000,1.000 0.000,-19.000 0.000,1.000 0.000,17.000 0.000,-17.000 0.000,17.000 0.000,-17.000 0.000,-1.000 0.000,1.000 0.000,17.000 0.000,-17.000 0.000,17.000 0.000,-17.000 0.000,-1.000 0.000,1.000 0.000,17.000 0.000,-17.000 0.000,17.000 0.000,-17.000 0.000,-1.000 0.000,1.000 0.000,35.000 18.000,-35.000-1.000,35.000-17.000,-18.000 0.000,0.000 0.000,-17.000 0.000,-1.000 0.000,1.000 0.000,17.000 0.000,-17.000 0.000,17.000 0.000,-17.000 0.000,0.000 0.000,-1.000 0.000,18.000 0.000,-17.000 0.000,17.000 0.000,-17.000 0.000,35.000 0.000,-35.000 0.000,17.000 0.000,0.000 0.000,0.000 0.000,-17.000 0.000,17.000 0.000,-17.000 0.000,17.000 0.000,1.000 0.000,-19.000 0.000,18.000 0.000,1.000 0.000,-1.000 0.000,0.000 0.000,-17.000 0.000,0.000 0.000,-1.000 0.000,18.000 0.000,-17.000 0.000,17.000 0.000,1.000 0.000,17.000 0.000,-1.000 0.000,-16.000 0.000,17.000 0.000,-18.000 0.000,-17.000 0.000,52.000 0.000,-35.000 0.000,1.000 0.000,-19.000 0.000,1.000 0.000,0.000 0.000,17.000 0.000,-17.000 0.000,17.000 0.000,0.000-17.000,0.000-1.000,1.000 18.000,-19.000 0.000,1.000 0.000,0.000 0.000,17.000 0.000,-18.000 0.000,19.000 0.000,-19.000 0.000,1.000 0.000,0.000 0.000,17.000 0.000,-17.000 0.000,17.000 0.000,-17.000 0.000,-1.000 0.000,1.000-17.000,17.000 17.000,-17.000 0.000,17.000 0.000,0.000-18.000,1.000 0.000,-1.000 18.000,-18.000-17.000,1.000 17.000,0.000 0.000,17.000 0.000,-17.000 0.000,17.000 0.000,-17.000 0.000,-1.000 0.000,1.000 0.000,-1.000-18.000,19.000 18.000,-1.000 0.000,-17.000-18.000,17.000 18.000,0.000 0.000,-17.000 0.000,17.000 0.000,-17.000 0.000,17.000 0.000,0.000 0.000,-17.000 0.000,17.000 0.000,-17.000 0.000,17.000 0.000,0.000 0.000,-17.000 0.000,35.000 0.000,-18.000 0.000,-17.000 0.000,17.000 0.000,0.000 0.000,-17.000 0.000,17.000 0.000,-17.000 0.000,17.000 0.000,1.000 0.000,-19.000 0.000,19.000 0.000,-19.000 0.000,18.000 0.000,1.000 0.000,-19.000 0.000,19.000 0.000,-19.000 18.000,19.000-18.000,-19.000 0.000,54.000 18.000,-18.000-1.000,-18.000-17.000,0.000 0.000,-17.000 0.000,17.000 0.000,0.000 0.000,-17.000 0.000,17.000 0.000,-17.000 0.000,17.000 18.000,18.000 0.000,-35.000-1.000,17.000-17.000,0.000 0.000,-17.000 0.000,17.000 0.000,-17.000 0.000,0.000 0.000,-1.000 0.000,18.000 0.000,-17.000 0.000,17.000 0.000,-17.000 0.000,0.000 0.000,-1.000 0.000,19.000 0.000,-19.000 0.000,18.000 0.000,-17.000 0.000,0.000 0.000,-1.000 0.000,19.000 0.000,-19.000 0.000,19.000 0.000,-19.000 0.000,1.000 0.000,0.000 0.000,17.000 0.000,-18.000 0.000,19.000 0.000,-19.000 0.000,1.000 0.000,0.000 0.000,17.000 0.000,-17.000 0.000,17.000 0.000,-18.000 0.000,1.000 0.000,0.000 0.000,17.000 0.000,-17.000 0.000,35.000 0.000,-18.000 0.000,-18.000 0.000,1.000 0.000,0.000 0.000,17.000 0.000,-17.000 0.000,17.000 0.000,-17.000 0.000,-1.000 0.000,1.000 0.000,17.000 0.000,0.000 0.000,1.000 0.000,-1.000 0.000,-17.000 0.000,-1.000 0.000,19.000 0.000,-1.000 0.000,0.000 0.000,-17.000 0.000,17.000 0.000,-17.000 0.000,17.000 0.000,0.000 0.000,-17.000 0.000,17.000 0.000,-17.000 0.000,17.000 0.000,0.000 0.000,-17.000 0.000,17.000 0.000,1.000-17.000,-1.000 17.000,0.000 0.000,-17.000 0.000,35.000-18.000,-18.000 18.000,0.000 0.000,-17.000 0.000,17.000 0.000,-17.000 0.000,-1.000 0.000,1.000 0.000,17.000 0.000,-17.000 0.000,17.000 0.000,-17.000 0.000,-1.000 0.000,1.000 0.000,17.000 0.000,-17.000 0.000,17.000 0.000,-17.000 0.000,0.000 0.000,-1.000 0.000,19.000 0.000,-19.000 0.000,18.000 0.000,-17.000 0.000,0.000 0.000,-1.000 0.000,19.000 0.000,-19.000 0.000,19.000 0.000,-19.000 0.000,1.000 0.000,-1.000 0.000,19.000 0.000,-19.000 0.000,19.000 0.000,-19.000 0.000,1.000 0.000,0.000 0.000,34.000 0.000,-16.000 0.000,-19.000 0.000,36.000 0.000,-17.000 0.000,-19.000 0.000,1.000 0.000,0.000 0.000,17.000 0.000,-18.000 0.000,19.000 0.000,-19.000 0.000,1.000 0.000,0.000 0.000,17.000 0.000,0.000 0.000,18.000 0.000,-18.000 0.000,1.000 0.000,-19.000 0.000,19.000 0.000,-19.000 0.000,1.000 0.000,-1.000 0.000,19.000 0.000,-19.000 0.000,19.000 0.000,-19.000 0.000,1.000 0.000,0.000 0.000,17.000 0.000,-17.000 0.000,17.000 0.000,-18.000 0.000,1.000 0.000,0.000 0.000,17.000 0.000,-17.000 0.000,17.000 0.000,-17.000 0.000,-1.000 0.000,18.000 0.000,36.000 0.000,-53.000 0.000,17.000 0.000,-17.000 0.000,17.000 0.000,-18.000 0.000,19.000 0.000,-19.000 0.000,1.000 0.000,17.000 0.000,1.000 0.000,17.000 0.000,17.000 0.000,1.000-35.000,17.000 35.000,-35.000 0.000,0.000 0.000,-18.000 0.000,18.000 0.000,-18.000 0.000,0.000 0.000,1.000 0.000,17.000 0.000,-18.000 0.000,0.000 0.000,-17.000 0.000,17.000 0.000,0.000-18.000,18.000 0.000,0.000 18.000,-18.000 0.000,1.000-17.000,-1.000 17.000,18.000 0.000,17.000 0.000,-52.000 0.000,53.000 0.000,-1.000-18.000,-34.000 0.000,-1.000 18.000,-18.000 0.000,36.000-17.000,-17.000 17.000,-19.000 0.000,36.000-18.000,-35.000 1.000,17.000 17.000,0.000 0.000,1.000 0.000,17.000 0.000,-18.000 0.000,35.000-18.000,-17.000 18.000,-17.000 0.000,-1.000 0.000,0.000-18.000,0.000 1.000,1.000 17.000,-19.000 0.000,1.000 0.000,17.000 0.000,1.000 0.000,16.000 0.000,37.000 0.000,-19.000 0.000,36.000 0.000,18.000 0.000,17.000 0.000,-36.000 0.000,37.000 0.000,69.000 0.000,36.000 17.000,-70.000-17.000,34.000 0.000,-34.000 0.000,52.000 0.000,-123.000 0.000,70.000 0.000,1.000 0.000,34.000 0.000,-105.000 0.000,70.000 0.000,-70.000 0.000,71.000 0.000,-19.000 0.000,-16.000 0.000,34.000 0.000,0.000 0.000,1.000 0.000,70.000 0.000,35.000 0.000,-70.000 0.000,-36.000-17.000,36.000 17.000,-1.000 0.000,-34.000 0.000,-19.000 0.000,19.000-18.000,34.000 18.000,-34.000 0.000,-1.000 0.000,36.000 0.000,0.000 0.000,-1.000 0.000,1.000-35.000,17.000 17.000,-52.000 18.000,-1.000-35.000,0.000 35.000,-35.000 0.000,18.000 0.000,-18.000 0.000,0.000 0.000,1.000-18.000,52.000-17.000,17.000 35.000,-70.000 0.000,-35.000 0.000,0.000-18.000,-18.000 18.000,18.000 0.000,-53.000 0.000,0.000 0.000,0.000 0.000,35.000 0.000,-17.000 0.000,17.000 0.000,0.000-17.000,53.000-1.000,0.000 18.000,36.000 0.000,-72.000 0.000,54.000-35.000,-18.000 35.000,0.000 0.000,0.000 0.000,-35.000 0.000,-18.000 0.000,18.000 0.000,0.000 0.000,0.000 0.000,-18.000 0.000,-53.000 0.000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18T13:16:53"/>
    </inkml:context>
    <inkml:brush xml:id="br0">
      <inkml:brushProperty name="width" value="0.05292" units="cm"/>
      <inkml:brushProperty name="height" value="0.05292" units="cm"/>
      <inkml:brushProperty name="color" value="#ff0000"/>
    </inkml:brush>
  </inkml:definitions>
  <inkml:trace contextRef="#ctx0" brushRef="#br0">9296.000 6862.000,'0.000'-18.000,"18.000"0.000,17.000 18.000,-17.000 0.000,17.000 0.000,18.000 0.000,-18.000 0.000,-17.000 0.000,17.000 0.000,-17.000 0.000,17.000 0.000,0.000-17.000,-17.000-1.000,17.000 18.000,-17.000 0.000,17.000 0.000,-17.000 0.000,17.000 0.000,0.000 0.000,0.000 18.000,1.000-1.000,-1.000-17.000,0.000 0.000,1.000 18.000,-1.000-18.000,-17.000 18.000,-1.000-1.000,18.000-17.000,1.000 0.000,-19.000 0.000,36.000 0.000,0.000 18.000,-18.000-18.000,-17.000 0.000,0.000 0.000,-1.000 0.000,19.000 0.000,-19.000 0.000,19.000 0.000,-1.000 0.000,18.000 0.000,0.000 0.000,-18.000 0.000,0.000 0.000,-17.000 0.000,17.000 0.000,0.000 0.000,-17.000 0.000,17.000 0.000,-17.000 0.000,17.000 0.000,1.000 0.000,-19.000 0.000,18.000 0.000,1.000 0.000,-1.000 0.000,0.000 0.000,-17.000 0.000,17.000 0.000,0.000 0.000,-17.000 0.000,17.000 0.000,-17.000 0.000,17.000 0.000,1.000 0.000,-19.000 0.000,36.000 0.000,0.000 0.000,0.000 0.000,-18.000 0.000,-17.000 0.000,17.000 0.000,-17.000 0.000,17.000 0.000,0.000 0.000,-17.000 0.000,17.000 0.000,1.000 0.000,-1.000 0.000,18.000 0.000,0.000 0.000,0.000 0.000,17.000 0.000,-17.000 0.000,-18.000 0.000,1.000 0.000,34.000 0.000,-17.000 0.000,-18.000 0.000,18.000 0.000,18.000 0.000,-36.000 0.000,-17.000 0.000,-1.000 0.000,19.000 0.000,-19.000 0.000,19.000 0.000,-19.000 0.000,1.000 0.000,0.000 0.000,34.000 0.000,-16.000 0.000,-1.000 0.000,53.000 0.000,-17.000 0.000,-18.000 0.000,0.000 0.000,17.000 0.000,1.000 0.000,-18.000 0.000,35.000 0.000,18.000 0.000,-36.000 0.000,36.000 0.000,-53.000 0.000,35.000 0.000,-17.000 0.000,-36.000 0.000,0.000 0.000,53.000-18.000,-52.000 18.000,-1.000-17.000,0.000-1.000,18.000 18.000,0.000-18.000,35.000 18.000,-35.000 0.000,-18.000 0.000,18.000 0.000,0.000 0.000,-17.000 0.000,-1.000-17.000,-17.000-1.000,17.000 18.000,0.000 0.000,0.000-18.000,36.000 18.000,17.000 0.000,-17.000 0.000,17.000 0.000,-18.000 0.000,19.000 0.000,-54.000 0.000,0.000 0.000,0.000 0.000,1.000 0.000,-1.000 0.000,0.000 0.000,-17.000 0.000,17.000 0.000,-17.000 0.000,17.000 0.000,0.000 0.000,-17.000 0.000,17.000 0.000,-17.000 0.000,17.000 0.000,0.000 0.000,-17.000 0.000,17.000 0.000,-17.000 0.000,17.000 0.000,1.000 0.000,-19.000 0.000,19.000 0.000,-19.000 0.000,18.000 0.000,1.000 0.000,-19.000 0.000,19.000 0.000,-19.000 0.000,19.000 0.000,-36.000-17.000,17.000-1.000,18.000 18.000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18T13:20:21"/>
    </inkml:context>
    <inkml:brush xml:id="br0">
      <inkml:brushProperty name="width" value="0.05292" units="cm"/>
      <inkml:brushProperty name="height" value="0.05292" units="cm"/>
      <inkml:brushProperty name="color" value="#ff0000"/>
    </inkml:brush>
  </inkml:definitions>
  <inkml:trace contextRef="#ctx0" brushRef="#br0">1165.000 12188.000,'0.000'-17.000,"52.000"-1.000,142.000 1.000,18.000 17.000,70.000 0.000,36.000-36.000,-1.000 19.000,1.000 17.000,-1.000 0.000,-52.000 0.000,17.000 0.000,-88.000 0.000,-53.000 0.000,-35.000 0.000,-35.000 0.000,17.000 0.000,-35.000 0.000,0.000 0.000,17.000-36.000,-17.000 36.000,18.000-17.000,-36.000-1.000,36.000 18.000,-1.000 0.000,-35.000 0.000,1.000 0.000,-1.000 0.000,-17.000 0.000,70.000-18.000,35.000 1.000,18.000-18.000,0.000 35.000,1.000 0.000,34.000 0.000,0.000 0.000,-17.000 0.000,-18.000 0.000,0.000 0.000,-88.000 0.000,0.000-18.000,-18.000 18.000,-17.000 0.000,17.000-18.000,1.000 1.000,-1.000 17.000,0.000-18.000,-17.000 18.000,17.000 0.000,-17.000 0.000,17.000-18.000,-17.000 18.000,35.000-17.000,0.000 17.000,-1.000-18.000,-16.000 0.000,-19.000 18.000,1.000-17.000,0.000 17.000,17.000 0.000,-17.000-18.000,-1.000 1.000,18.000 17.000,1.000-18.000,122.000 71.000,142.000 88.000,-176.000-88.000,-107.000-53.000,72.000 17.000,69.000 19.000,-105.000-19.000,-17.000-17.000,-19.000-35.000,1.000 17.000,17.000 18.000,-17.000 0.000,-1.000-17.000,1.000-1.000,35.000 18.000,0.000 0.000,35.000 0.000,-17.000 0.000,34.000 0.000,-52.000 0.000,36.000 0.000,16.000 0.000,-52.000 0.000,36.000 0.000,-37.000 0.000,-16.000 0.000,17.000 0.000,-18.000 0.000,0.000 0.000,0.000 0.000,-17.000 0.000,0.000 0.000,-1.000 0.000,36.000-17.000,-17.000 17.000,-19.000 0.000,19.000 0.000,-19.000 0.000,1.000 0.000,-1.000 0.000,19.000 0.000,17.000 0.000,35.000-18.000,-71.000 0.000,1.000 18.000,35.000-17.000,-35.000 17.000,17.000 0.000,-17.000-36.000,17.000 36.000,0.000-17.000,0.000 17.000,1.000 0.000,-1.000-18.000,-17.000 0.000,17.000 18.000,-17.000 0.000,17.000-17.000,-18.000 17.000,1.000-18.000,0.000 1.000,-1.000 17.000,19.000 0.000,-1.000 0.000,-17.000-18.000,17.000 0.000,-18.000 18.000,36.000-17.000,-17.000-19.000,-1.000 19.000,0.000-1.000,-17.000 0.000,-1.000 18.000,19.000 0.000,-19.000-17.000,19.000 17.000,-19.000 0.000,36.000 0.000,0.000-18.000,-18.000 0.000,18.000 18.000,18.000 0.000,-53.000 0.000,52.000 0.000,-17.000 0.000,0.000 0.000,0.000 0.000,0.000 0.000,35.000 0.000,-35.000 0.000,0.000 0.000,35.000 0.000,-17.000 0.000,-1.000 0.000,1.000 0.000,-18.000 0.000,35.000 0.000,-18.000 0.000,19.000 0.000,-37.000-17.000,-16.000 17.000,17.000 0.000,-18.000 0.000,0.000 0.000,-17.000 0.000,17.000 0.000,18.000-18.000,-18.000 1.000,1.000 17.000,34.000 0.000,-17.000 0.000,-18.000 0.000,1.000 0.000,-1.000 0.000,18.000 0.000,-18.000 0.000,0.000 0.000,1.000 0.000,-19.000 0.000,19.000 0.000,-19.000 0.000,18.000 0.000,1.000 0.000,-1.000 0.000,18.000 0.000,-18.000 0.000,18.000 0.000,35.000 0.000,-35.000 0.000,0.000 0.000,71.000-36.000,-19.000 36.000,-34.000 0.000,17.000 0.000,-35.000 0.000,0.000 0.000,-18.000 0.000,1.000 0.000,-19.000 0.000,54.000 0.000,-18.000 0.000,17.000 0.000,36.000 0.000,18.000 0.000,-19.000 0.000,1.000-17.000,-18.000-1.000,-17.000 18.000,70.000 0.000,-35.000 0.000,0.000 0.000,17.000-18.000,18.000 18.000,-35.000 0.000,-35.000-17.000,-18.000-19.000,52.000 19.000,1.000 17.000,0.000 0.000,-18.000 0.000,18.000 0.000,-35.000 0.000,35.000 0.000,-18.000 0.000,35.000 0.000,36.000 0.000,-18.000 0.000,-35.000 0.000,35.000 0.000,35.000 0.000,-34.000 0.000,16.000-18.000,-52.000-17.000,0.000 35.000,35.000 0.000,18.000 0.000,-18.000 0.000,35.000 0.000,-35.000 0.000,-35.000 0.000,106.000 0.000,-36.000 0.000,-70.000 0.000,18.000 0.000,-54.000 0.000,36.000 0.000,-18.000 0.000,-17.000 0.000,17.000 0.000,-35.000 0.000,17.000 0.000,72.000 0.000,-37.000 0.000,19.000 18.000,17.000-18.000,0.000 0.000,-35.000 17.000,53.000 18.000,-18.000-35.000,-35.000 0.000,-18.000 0.000,35.000 18.000,18.000-18.000,-17.000 53.000,-36.000-35.000,53.000-1.000,18.000 1.000,-53.000 17.000,-18.000-17.000,18.000-1.000,-18.000 1.000,18.000-18.000,-53.000 18.000,17.000 17.000,1.000-35.000,70.000 0.000,0.000 0.000,35.000 0.000,1.000 0.000,34.000 0.000,-34.000 0.000,35.000 0.000,17.000 18.000,-53.000 17.000,36.000 18.000,35.000-35.000,17.000 34.000,-52.000-16.000,0.000-1.000,-71.000-35.000,-18.000 0.000,-17.000 0.000,-35.000 0.000,17.000 0.000,-53.000 0.000,0.000 0.000,-17.000 0.000,0.000 0.000,-1.000 0.000,19.000 0.000,-19.000 0.000,19.000 0.000,-19.000 0.000,1.000 0.000,17.000 0.000,0.000 0.000,54.000 0.000,-54.000 0.000,-17.000 0.000,-1.000 0.000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18T13:19:23"/>
    </inkml:context>
    <inkml:brush xml:id="br0">
      <inkml:brushProperty name="width" value="0.05292" units="cm"/>
      <inkml:brushProperty name="height" value="0.05292" units="cm"/>
      <inkml:brushProperty name="color" value="#ff0000"/>
    </inkml:brush>
  </inkml:definitions>
  <inkml:trace contextRef="#ctx0" brushRef="#br0">11501.000 7408.000,'0.000'-17.000,"35.000"17.000,-17.000 0.000,52.000 0.000,36.000 0.000,0.000 0.000,70.000 17.000,-34.000-17.000,-19.000 18.000,0.000 35.000,-17.000-53.000,35.000 18.000,-17.000 17.000,-54.000-35.000,19.000 0.000,-19.000 0.000,18.000 0.000,18.000 0.000,-53.000 0.000,0.000 0.000,0.000 0.000,18.000 0.000,-19.000 0.000,19.000 0.000,-18.000 0.000,-18.000 0.000,36.000 0.000,-18.000 0.000,0.000 0.000,0.000 0.000,-1.000 0.000,37.000-35.000,34.000 17.000,-70.000 18.000,53.000 0.000,0.000 0.000,0.000 0.000,-54.000 0.000,37.000 0.000,-19.000 0.000,18.000 0.000,-35.000 0.000,18.000 0.000,70.000 0.000,-35.000 0.000,-18.000 0.000,18.000 0.000,0.000 0.000,-1.000 0.000,37.000 0.000,-1.000 0.000,-18.000 0.000,-52.000 0.000,35.000 0.000,-1.000 0.000,-16.000 0.000,16.000 0.000,-34.000 0.000,17.000 0.000,36.000 0.000,-19.000 0.000,19.000 0.000,-18.000 0.000,-36.000 0.000,19.000 0.000,16.000 0.000,1.000 0.000,0.000 0.000,-18.000-18.000,18.000 18.000,-35.000 0.000,34.000 0.000,-16.000 0.000,34.000 0.000,1.000 0.000,-54.000-17.000,54.000-19.000,-54.000 36.000,36.000-17.000,-18.000 17.000,-17.000 0.000,-1.000 0.000,1.000 0.000,-18.000 0.000,17.000 0.000,-17.000 0.000,18.000 0.000,17.000 0.000,-35.000-18.000,35.000 0.000,-35.000 18.000,0.000 0.000,0.000 0.000,0.000 0.000,17.000 0.000,1.000 0.000,17.000 0.000,-17.000 0.000,17.000 0.000,-18.000 0.000,-17.000 0.000,0.000 0.000,-17.000 0.000,-1.000-17.000,35.000 17.000,-34.000 0.000,17.000 0.000,-18.000 0.000,18.000 0.000,53.000 0.000,-54.000 0.000,37.000 0.000,-19.000 0.000,18.000 0.000,-17.000 0.000,35.000 0.000,-53.000-18.000,17.000 1.000,1.000 17.000,-18.000 0.000,-18.000 0.000,0.000 0.000,1.000 0.000,-1.000 0.000,-17.000 0.000,34.000 0.000,-16.000 0.000,-1.000 0.000,-17.000 0.000,52.000 0.000,-17.000 0.000,0.000 0.000,0.000 0.000,0.000 0.000,17.000 0.000,1.000 0.000,-36.000 0.000,18.000 0.000,18.000 0.000,-18.000 0.000,0.000 0.000,-18.000 0.000,-18.000 0.000,19.000 0.000,-1.000 0.000,-17.000 0.000,17.000 0.000,-17.000 0.000,17.000 0.000</inkml:trace>
  <inkml:trace contextRef="#ctx0" brushRef="#br0">2452.000 8678.000,'35.000'0.000,"-17.000"0.000,17.000 0.000,1.000 0.000,17.000 0.000,-1.000 0.000,19.000 0.000,0.000 0.000,-19.000 0.000,72.000 0.000,52.000 0.000,-17.000 0.000,17.000 36.000,1.000 17.000,17.000-53.000,-88.000 17.000,-18.000 1.000,-18.000-18.000,-34.000 0.000,-1.000 0.000,-17.000 0.000,35.000 0.000</inkml:trace>
  <inkml:trace contextRef="#ctx0" brushRef="#br0">12859.000 11571.000,'0.000'-18.000,"18.000"1.000,17.000 17.000,0.000 0.000,71.000 0.000,0.000 0.000,106.000 0.000,-71.000 17.000,17.000 36.000,19.000-17.000,52.000 17.000,-52.000-53.000,-72.000 0.000,-16.000 17.000,-19.000 1.000,89.000 17.000,-53.000-35.000,-53.000 0.000,35.000 0.000,18.000 0.000,-36.000 0.000,71.000 0.000,-35.000 0.000,0.000 0.000,35.000 0.000,18.000 18.000,-18.000 35.000,18.000-36.000,-53.000 36.000,52.000-35.000,-52.000 17.000,18.000-35.000,-19.000 0.000,-34.000 0.000,17.000 0.000,-53.000 0.000,1.000 0.000,-19.000 0.000,72.000 0.000,-36.000 0.000,-1.000 0.000,54.000 0.000,-18.000 0.000,18.000 0.000,-35.000 0.000,35.000 0.000,-36.000-17.000,-34.000-1.000,16.000 18.000,1.000 0.000,0.000 0.000,-17.000 0.000,-1.000 0.000,18.000 0.000,35.000 0.000,-18.000 0.000,19.000 0.000,-19.000 0.000,36.000 0.000,-18.000 0.000,18.000 0.000,-35.000 0.000,17.000 0.000,-53.000 0.000,0.000 0.000,36.000 0.000,17.000 0.000,-17.000 0.000,17.000 0.000,18.000-35.000,-53.000 35.000,17.000 0.000,71.000 0.000,-35.000 0.000,-18.000 0.000,18.000 0.000,-35.000 0.000,17.000 0.000,-18.000 0.000,-17.000 0.000,36.000 0.000,16.000 0.000,-34.000 0.000,17.000 0.000,-53.000 0.000,1.000 0.000,17.000 0.000,0.000 0.000,17.000 0.000,18.000 0.000,-35.000 0.000,35.000 0.000,-35.000 0.000,-17.000 0.000,17.000 0.000,17.000 0.000,1.000 0.000,-18.000 0.000,17.000 0.000,18.000 0.000,-35.000 0.000,-17.000 0.000,-1.000 0.000,0.000 0.000,0.000 0.000,1.000 0.000,-19.000-18.000,19.000 18.000,-1.000 0.000,-18.000 0.000,19.000 0.000,-1.000 0.000,18.000 0.000,0.000 0.000,35.000 0.000,18.000 0.000,-53.000 0.000,0.000 0.000,0.000 0.000,-18.000 0.000,18.000 0.000,-18.000 0.000,-17.000 0.000,17.000 0.000</inkml:trace>
  <inkml:trace contextRef="#ctx0" brushRef="#br0">2399.000 12912.000,'18.000'-36.000,"0.000"19.000,17.000 17.000,-18.000 0.000,36.000-18.000,-17.000 0.000,-1.000 18.000,71.000 0.000,0.000 0.000,-36.000 0.000,71.000 0.000,-35.000 0.000,0.000 0.000,0.000 0.000,17.000 0.000,-17.000 0.000,-18.000 18.000,36.000 35.000,-54.000-53.000,18.000 18.000,-35.000-1.000,0.000-17.000,-17.000 0.000,-1.000 0.000,0.000 0.000,0.000 0.000,1.000 0.000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8-09-25T12:53:20"/>
    </inkml:context>
    <inkml:brush xml:id="br0">
      <inkml:brushProperty name="width" value="0.05292" units="cm"/>
      <inkml:brushProperty name="height" value="0.05292" units="cm"/>
      <inkml:brushProperty name="color" value="#ff0000"/>
    </inkml:brush>
  </inkml:definitions>
  <inkml:trace contextRef="#ctx0" brushRef="#br0">8467.000 5609.000,'35.000'0.000,"1.000"0.000,52.000 0.000,-35.000 0.000,0.000 0.000,-18.000 0.000,-17.000 0.000,-1.000 0.000,1.000 0.000,17.000 0.000,-17.000 0.000,-1.000 0.000,1.000 0.000,0.000 0.000,-1.000 0.000,1.000 0.000,0.000 0.000,-1.000 0.000,1.000 0.000,-1.000 0.000,1.000 0.000,0.000 0.000,-1.000 0.000,1.000 0.000,0.000 0.000,-1.000-17.000,1.000 17.000,0.000 0.000,-1.000 0.000,1.000 0.000,-1.000 0.000,1.000 0.000,0.000 0.000,-1.000 0.000,1.000 0.000,0.000-18.000,-1.000 18.000,1.000 0.000,17.000 0.000,1.000 0.000,-19.000 0.000,36.000 0.000,0.000 0.000,-18.000 0.000,18.000 0.000,-18.000 0.000,1.000 0.000,-1.000 0.000,0.000 0.000,-17.000 0.000,17.000 0.000,18.000 0.000,-18.000 0.000,1.000 0.000,-1.000 0.000,-17.000 0.000,-1.000 0.000,36.000 0.000,-35.000 0.000,17.000 0.000,-17.000 0.000,17.000 0.000,-17.000 0.000,17.000 0.000,-17.000 0.000,17.000 0.000,-18.000 0.000,19.000 0.000,-19.000 0.000,19.000 0.000,-19.000 0.000,1.000 0.000,17.000 0.000,0.000-18.000,-17.000 18.000,17.000 0.000,1.000 0.000,-1.000 0.000,-17.000 0.000,17.000-17.000,0.000 17.000,-17.000 0.000,17.000 0.000,0.000 0.000,1.000 0.000,17.000-18.000,-18.000 18.000,0.000 0.000,0.000 0.000,1.000 0.000,-1.000-18.000,-17.000 18.000,17.000 0.000,-18.000 0.000,19.000 0.000,-1.000 0.000,-17.000 0.000,17.000 0.000,0.000 0.000,1.000 0.000,-1.000 0.000,-18.000 0.000,1.000 0.000,17.000 0.000,-17.000 0.000,0.000 0.000,-1.000 0.000,19.000 0.000,-19.000 0.000,18.000 0.000,1.000-17.000,-19.000 17.000,1.000 0.000,17.000 0.000,1.000 0.000,-1.000 0.000,-18.000 0.000,19.000 0.000,-19.000 0.000,1.000 0.000,0.000 0.000,-1.000 0.000,19.000 0.000,-1.000 0.000,-17.000 0.000,-1.000 0.000,1.000 0.000,-1.000 0.000,1.000 0.000,0.000 0.000,17.000 0.000,-17.000 0.000,-1.000 0.000,1.000 0.000,0.000 0.000,-1.000 0.000,1.000 0.000,-1.000 0.000,1.000 0.000,0.000 0.000,-1.000-18.000,1.000 18.000,0.000 0.000,-1.000 0.000,1.000 0.000,0.000 0.000,-1.000 0.000,1.000 0.000,-1.000 0.000,1.000 0.000,0.000 0.000,-1.000 0.000,1.000 0.000,0.000 0.000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1107.000 498.000,'-13.000'0.000,"13.000"0.000,0.000 0.000,0.000 0.000,0.000 0.000,0.000 0.000,0.000 0.000,0.000 0.000,0.000 0.000,0.000 0.000,0.000 0.000,0.000 0.000,0.000 0.000,0.000 0.000,0.000 17.000,0.000-17.000,0.000 0.000,0.000 0.000,0.000 0.000,0.000 0.000,-14.000 0.000,14.000 0.000,0.000 0.000,0.000 0.000,0.000 0.000,0.000 17.000,0.000-17.000,0.000 0.000,0.000 0.000,0.000 0.000,0.000 0.000,0.000 0.000,0.000 0.000,0.000 0.000,0.000 0.000,0.000 18.000,0.000-18.000,-13.000 0.000,13.000 0.000,0.000 17.000,0.000-17.000,0.000 17.000,0.000-17.000,0.000 17.000,0.000-17.000,0.000 18.000,0.000-18.000,0.000 17.000,0.000-17.000,0.000 0.000,0.000 17.000,0.000 0.000,0.000-17.000,0.000 17.000,0.000-17.000,0.000 18.000,0.000-1.000,0.000 0.000,0.000 0.000,0.000-17.000,0.000 18.000,0.000-18.000,0.000 17.000,0.000 0.000,0.000-17.000,0.000 17.000,0.000 1.000,0.000-1.000,0.000-17.000,0.000 17.000,0.000 0.000,0.000-17.000,0.000 17.000,0.000 1.000,0.000-18.000,0.000 17.000,0.000 0.000,0.000-17.000,0.000 17.000,0.000-17.000,0.000 18.000,0.000-1.000,0.000-17.000,0.000 17.000,0.000-17.000,0.000 17.000,0.000 0.000,0.000-17.000,0.000 18.000,0.000-1.000,0.000-17.000,0.000 17.000,0.000 0.000,0.000-17.000,0.000 18.000,0.000-18.000,0.000 17.000,0.000-17.000,0.000 0.000,0.000 17.000,0.000-17.000,0.000 0.000,0.000 17.000,0.000-17.000,0.000 0.000,0.000 18.000,0.000-18.000,0.000 17.000,0.000-17.000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1783.000 690.000,'-18.000'0.000,"18.000"0.000,0.000 0.000,0.000 0.000,0.000 0.000,0.000 0.000,0.000 0.000,0.000 0.000,0.000 0.000,-18.000 0.000,18.000 0.000,0.000 0.000,0.000 0.000,0.000 0.000,-17.000 0.000,17.000 0.000,0.000 0.000,0.000 0.000,0.000 0.000,-18.000 17.000,18.000-17.000,-18.000 0.000,18.000 0.000,-17.000 0.000,17.000 0.000,-18.000 17.000,0.000-17.000,1.000 0.000,-1.000 0.000,1.000 18.000,17.000-18.000,-18.000 0.000,0.000 0.000,1.000 0.000,-1.000 0.000,18.000 0.000,-18.000 0.000,18.000 0.000,-17.000 17.000,-1.000-17.000,0.000 0.000,18.000 0.000,-17.000 0.000,17.000 17.000,-18.000-17.000,18.000 0.000,-18.000 0.000,18.000 0.000,-17.000 0.000,17.000 0.000,-18.000 18.000,18.000-18.000,-17.000 0.000,17.000 0.000,0.000 0.000,-18.000 0.000,18.000 0.000,-18.000 17.000,1.000-17.000,17.000 0.000,-18.000 0.000,18.000 18.000,-18.000-18.000,1.000 0.000,17.000 17.000,-18.000-17.000,18.000 17.000,-18.000-17.000,18.000 18.000,0.000-18.000,-17.000 0.000,17.000 0.000,0.000 17.000,-18.000-17.000,18.000 0.000,-18.000 0.000,18.000 0.000,0.000 18.000,-17.000-18.000,17.000 0.000,0.000 17.000,-18.000-17.000,18.000 17.000,0.000-17.000,0.000 0.000,-17.000 0.000,17.000 18.000,0.000-18.000,-18.000 17.000,18.000-17.000,0.000 0.000,0.000 17.000,-18.000-17.000,18.000 0.000,0.000 18.000,0.000-18.000,-17.000 0.000,17.000 17.000,0.000-17.000,0.000 18.000,0.000-18.000,-18.000 17.000,18.000-17.000,0.000 17.000,0.000-17.000,0.000 0.000,0.000 18.000,0.000-18.000,0.000 17.000,0.000-17.000,0.000 0.000,0.000 18.000,0.000-18.000,0.000 17.000,0.000-17.000,0.000 17.000,0.000-17.000,0.000 0.000,0.000 18.000,0.000-18.000,0.000 17.000,0.000-17.000,0.000 0.000,0.000 17.000,0.000-17.000,0.000 18.000,0.000-18.000,0.000 0.000,0.000 17.000,0.000-17.000,0.000 18.000,0.000-18.000,0.000 17.000,0.000-17.000,0.000 17.000,0.000-17.000,0.000 18.000,18.000-18.000,-18.000 0.000,0.000 0.000,0.000 17.000,0.000-17.000,17.000 0.000,-17.000 17.000,0.000-17.000,18.000 0.000,-18.000 18.000,0.000-18.000,0.000 17.000,18.000-17.000,-18.000 0.000,17.000 0.000,-17.000 18.000,0.000-18.000,18.000 0.000,-18.000 17.000,17.000-17.000,-17.000 0.000,0.000 0.000,18.000 17.000,-18.000-17.000,18.000 0.000,-18.000 18.000,17.000-18.000,-17.000 0.000,0.000 17.000,18.000-17.000,0.000 18.000,-1.000-18.000,1.000 17.000,0.000-17.000,-1.000 17.000,-17.000-17.000,18.000 0.000,0.000 0.000,-18.000 18.000,17.000-18.000,1.000 0.000,-18.000 0.000,17.000 0.000,-17.000 17.000,18.000-17.000,0.000 0.000,-18.000 0.000,0.000 0.000,17.000 0.000,-17.000 0.000,18.000 17.000,0.000-17.000,-18.000 0.000,17.000 0.000,1.000 0.000,-18.000 0.000,18.000 0.000,-18.000 18.000,17.000-18.000,-17.000 0.000,18.000 0.000,-18.000 0.000,18.000 0.000,-18.000 17.000,17.000-17.000,1.000 0.000,-18.000 0.000,17.000 0.000,-17.000 0.000,0.000 0.000,18.000 18.000,-18.000-18.000,0.000 0.000,18.000 0.000,-18.000 0.000,0.000 0.000,17.000 0.000,-17.000 0.000,0.000 0.000,18.000 0.000,-18.000-18.000,0.000 18.000,18.000 0.000,-18.000 0.000,0.000 0.000,17.000 0.000,-17.000 0.000,0.000 0.000,18.000 0.000,-18.000 0.000,0.000 0.000,18.000 0.000,-18.000 0.000,0.000 0.000,17.000 0.000,-17.000 0.000,18.000 0.000,-18.000 0.000,18.000 0.000,-18.000 0.000,17.000 0.000,-17.000 0.000,18.000 0.000,-18.000 0.000,0.000 0.000,0.000 0.000,17.000 0.000,-17.000 0.000,18.000 0.000,0.000 0.000,-18.000 0.000,17.000-17.000,1.000 17.000,-18.000 0.000,18.000 0.000,-1.000-18.000,1.000 18.000,-18.000 0.000,18.000-17.000,-1.000 17.000,-17.000 0.000,18.000-17.000,0.000 17.000,-18.000 0.000,17.000 0.000,-17.000-18.000,18.000 18.000,-1.000 0.000,-17.000 0.000,18.000-17.000,-18.000 17.000,0.000 0.000,0.000 0.000,18.000-17.000,-18.000 17.000,17.000-18.000,-17.000 18.000,18.000 0.000,-18.000 0.000,0.000-17.000,18.000 17.000,-18.000 0.000,0.000 0.000,17.000-18.000,-17.000 18.000,0.000 0.000,18.000-17.000,-18.000 17.000,0.000 0.000,0.000-17.000,18.000 17.000,-18.000 0.000,17.000-18.000,-17.000 18.000,0.000-17.000,18.000 17.000,-18.000-18.000,0.000 18.000,18.000-17.000,-18.000 0.000,17.000-1.000,-17.000 18.000,18.000-17.000,-18.000 17.000,0.000-17.000,17.000 17.000,-17.000 0.000,0.000-18.000,0.000 18.000,18.000 0.000,-18.000-17.000,0.000 17.000,0.000-18.000,0.000 18.000,0.000-17.000,18.000 17.000,-18.000-17.000,0.000 17.000,0.000 0.000,0.000-18.000,17.000 18.000,-17.000 0.000,0.000-17.000,0.000 17.000,0.000-17.000,0.000 17.000,18.000 0.000,-18.000 0.000,0.000-18.000,0.000 18.000,0.000 0.000,0.000-17.000,0.000 17.000,0.000-18.000,0.000 18.000,18.000-17.000,-18.000 17.000,0.000-17.000,0.000 17.000,0.000-18.000,0.000 18.000,17.000-17.000,-17.000 17.000,0.000-18.000,0.000 1.000,0.000 17.000,0.000-17.000,0.000 17.000,0.000-18.000,0.000 18.000,0.000-17.000,0.000 0.000,0.000 17.000,0.000-18.000,0.000 18.000,0.000-17.000,0.000-1.000,0.000 18.000,0.000-17.000,0.000 17.000,-17.000-17.000,17.000 17.000,0.000-18.000,0.000 18.000,0.000-17.000,0.000 17.000,0.000 0.000,0.000-18.000,0.000 18.000,0.000 0.000,0.000-17.000,0.000 17.000,0.000 0.000,0.000 0.000,0.000 0.000,0.000 0.000,0.000 0.000,0.000 0.000,0.000-17.000,0.000 17.000,0.000 0.000,0.000 0.000,0.000 0.000,0.000 0.000,0.000 0.000,0.000 0.000,0.000 0.000,0.000 0.000,-18.000-18.000,18.000 18.000,0.000 0.000,0.000 0.000,0.000-17.000,-18.000 17.000,18.000 0.000,0.000 0.000,0.000-17.000,0.000 17.000,-17.000-18.000,17.000 18.000,0.000-17.000,0.000 17.000,-18.000-18.000,18.000 18.000,0.000 0.000,-18.000 0.000,18.000-17.000,-17.000 17.000,17.000 0.000,0.000 0.000,-18.000 0.000,18.000 0.000,0.000 0.000,0.000 0.000,-17.000 0.000,17.000 0.000,0.000 0.000,0.000 0.000,-18.000-17.000,18.000 17.000,-18.000 0.000,18.000 0.000,-17.000 0.000,-1.000-18.000,0.000 18.000,1.000-17.000,-1.000 17.000,-17.000 0.000,17.000-17.000,-17.000 17.000,17.000-18.000,1.000 18.000,-1.000-17.000,0.000 17.000,18.000 0.000,-17.000-18.000,17.000 18.000,-18.000 0.000,0.000 0.000,18.000 0.000,-17.000 0.000,17.000 0.000,-18.000-17.000,18.000 17.000,0.000 0.000,-18.000 0.000,18.000 0.000,0.000 0.000,-17.000 0.000,17.000 0.000,0.000 0.000,0.000 0.000,0.000 0.000,-18.000 0.000,18.000 0.000,0.000 0.000,0.000 0.000,0.000 0.000,0.000 0.000,0.000 0.000,0.000 0.000,-18.000 0.000,18.000 0.000,0.000 0.000,0.000 0.000,0.000 0.000,0.000 0.000,0.000 0.000,0.000 0.000,-17.000 0.000,17.000 0.000,0.000 0.000,0.000 0.000,-18.000 0.000,18.000 0.000,-17.000 0.000,-1.000 0.000,18.000 0.000,-18.000 0.000,18.000 0.000,-17.000 17.000,17.000-17.000,-18.000 0.000,18.000 0.000,-18.000 0.000,18.000 0.000,0.000 0.000,0.000 0.000,0.000 0.000,0.000 0.000,-17.000 0.000,17.000 18.000,0.000-18.000,0.000 0.000,-18.000 0.000,18.000 0.000,0.000 0.000,-18.000 0.000,18.000 0.000,0.000 0.000,0.000 0.000,-17.000 17.000,17.000-17.000,0.000 0.000,0.000 18.000,-18.000-18.000,18.000 0.000,0.000 0.000,0.000 17.000,0.000-17.000,-18.000 0.000,18.000 17.000,0.000-17.000,0.000 0.000,0.000 18.000,-17.000-18.000,17.000 0.000,0.000 0.000,0.000 0.000,0.000 17.000,-18.000-17.000,18.000 0.000,0.000 17.000,0.000-17.000,0.000 0.000,0.000 0.000,0.000 0.000,0.000 18.000,0.000-18.000,0.000 0.000,-17.000 0.000,17.000 0.000,0.000 0.000,0.000 0.000,17.000 0.000,-17.000 0.000,0.000 0.000,0.000 0.000,0.000 0.000,0.000 0.000,0.000 0.000,0.000 0.000,0.000 0.000,0.000 0.000,0.000 0.000,0.000 0.000,0.000 0.000,0.000 0.000,0.000 0.000,0.000 0.000,0.000 0.000,0.000 17.000,0.000-17.000,0.000 0.000,0.000 0.000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1651.000 742.000,'0.000'-17.000,"0.000"17.000,0.000 0.000,0.000 0.000,0.000 0.000,0.000 0.000,0.000 0.000,17.000 0.000,-17.000 0.000,0.000 0.000,0.000-18.000,0.000 18.000,18.000 0.000,-18.000 0.000,0.000 0.000,0.000-18.000,17.000 18.000,-17.000 0.000,0.000-17.000,18.000 17.000,-18.000 0.000,18.000-18.000,-18.000 18.000,0.000 0.000,0.000-18.000,17.000 18.000,-17.000 0.000,18.000 0.000,-18.000-17.000,0.000 17.000,18.000 0.000,-18.000-18.000,17.000 18.000,1.000-18.000,0.000 18.000,-18.000 0.000,17.000-17.000,1.000 17.000,-18.000 0.000,17.000-18.000,19.000 1.000,-19.000 17.000,-17.000-18.000,18.000 18.000,0.000-18.000,-1.000 18.000,-17.000-17.000,18.000 17.000,-18.000 0.000,17.000 0.000,-17.000-18.000,0.000 18.000,0.000 0.000,18.000 0.000,-18.000 0.000,0.000 0.000,0.000 0.000,0.000 0.000,0.000 0.000,0.000 0.000,0.000 0.000,0.000 0.000,0.000 0.000,18.000 0.000,-18.000 0.000,0.000 0.000,0.000 0.000,0.000 0.000,0.000 0.000,0.000 0.000,0.000 0.000,0.000 0.000,17.000 0.000,-17.000 18.000,0.000-18.000,0.000 0.000,18.000 0.000,-18.000 0.000,18.000 0.000,-1.000 17.000,-17.000-17.000,18.000 0.000,0.000 0.000,-18.000 18.000,0.000-18.000,17.000 0.000,1.000 18.000,-18.000-18.000,17.000 0.000,1.000 17.000,-18.000-17.000,18.000 18.000,-18.000-18.000,17.000 17.000,-17.000-17.000,18.000 0.000,-18.000 18.000,18.000-18.000,-18.000 18.000,17.000-18.000,-17.000 17.000,18.000-17.000,0.000 18.000,-18.000 0.000,17.000-18.000,1.000 17.000,-18.000 1.000,17.000 0.000,1.000-1.000,-18.000 1.000,18.000-1.000,-18.000-17.000,17.000 18.000,-17.000 0.000,18.000-18.000,-18.000 17.000,18.000 1.000,-18.000 0.000,17.000-18.000,-17.000 17.000,18.000 1.000,-18.000 0.000,0.000-1.000,17.000 1.000,-17.000-1.000,0.000 1.000,18.000 0.000,-18.000-18.000,0.000 17.000,0.000 1.000,18.000-18.000,-18.000 18.000,0.000-1.000,0.000-17.000,0.000 18.000,0.000-18.000,17.000 18.000,-17.000-18.000,0.000 0.000,0.000 17.000,0.000-17.000,0.000 0.000,0.000 18.000,0.000-18.000,0.000 0.000,0.000 0.000,0.000 0.000,0.000 0.000,0.000 18.000,0.000-18.000,0.000 0.000,0.000 0.000,0.000 0.000,0.000 0.000,0.000 0.000,0.000 0.000,0.000 17.000,0.000-17.000,0.000 0.000,0.000 0.000,-17.000 18.000,17.000-18.000,0.000 0.000,0.000 17.000,0.000-17.000,-18.000 18.000,18.000-18.000,0.000 0.000,0.000 18.000,-18.000-18.000,18.000 0.000,0.000 17.000,0.000-17.000,-17.000 0.000,17.000 18.000,-18.000-18.000,18.000 18.000,-17.000-1.000,17.000-17.000,-18.000 18.000,18.000-18.000,0.000 18.000,-18.000-18.000,18.000 17.000,0.000-17.000,-17.000 18.000,17.000-18.000,0.000 0.000,-18.000 17.000,18.000-17.000,-18.000 0.000,18.000 18.000,-17.000-18.000,17.000 18.000,-18.000-18.000,18.000 0.000,-17.000 17.000,17.000-17.000,-18.000 0.000,18.000 18.000,-18.000-18.000,18.000 0.000,-17.000 18.000,-1.000-18.000,18.000 17.000,-18.000-17.000,1.000 0.000,-1.000 0.000,18.000 18.000,-18.000-18.000,1.000 0.000,-1.000 18.000,1.000-18.000,-1.000 0.000,18.000 0.000,0.000 0.000,-18.000 17.000,1.000-17.000,17.000 0.000,-18.000 0.000,0.000 0.000,18.000 18.000,-17.000-18.000,17.000 0.000,-18.000 0.000,0.000 17.000,1.000-17.000,-1.000 0.000,1.000 18.000,-1.000-18.000,18.000 0.000,-18.000 0.000,-17.000 18.000,35.000-18.000,-18.000 0.000,1.000 0.000,-18.000 0.000,17.000 17.000,0.000-17.000,1.000 0.000,-1.000 0.000,0.000 0.000,18.000 0.000,-17.000 0.000,-1.000 0.000,18.000 0.000,-18.000 0.000,18.000 0.000,-17.000 0.000,-1.000 0.000,18.000 0.000,-17.000 0.000,17.000 0.000,-18.000 0.000,0.000 0.000,1.000 0.000,17.000 0.000,-18.000 0.000,0.000-17.000,1.000 17.000,17.000 0.000,-18.000 0.000,0.000-18.000,1.000 18.000,17.000-18.000,-18.000 18.000,18.000 0.000,-17.000-17.000,-1.000 17.000,0.000 0.000,18.000 0.000,-17.000-18.000,-1.000 18.000,18.000 0.000,0.000-17.000,-18.000 17.000,18.000-18.000,-17.000 18.000,17.000-18.000,-18.000 1.000,18.000 17.000,0.000 0.000,-17.000-18.000,17.000 18.000,0.000-18.000,-18.000 18.000,18.000-17.000,0.000 17.000,0.000-18.000,-18.000 18.000,18.000-18.000,0.000 18.000,0.000-17.000,-17.000-1.000,17.000 1.000,0.000 17.000,0.000-18.000,0.000 0.000,0.000 1.000,0.000-1.000,0.000 0.000,0.000 1.000,0.000-1.000,0.000 0.000,0.000 1.000,0.000 17.000,-18.000-18.000,18.000 1.000,0.000-1.000,0.000 18.000,0.000-18.000,0.000 18.000,0.000-17.000,0.000 17.000,0.000 0.000,0.000-18.000,0.000 0.000,0.000 1.000,0.000 17.000,0.000-18.000,0.000 0.000,0.000 18.000,0.000 0.000,0.000-17.000,0.000-1.000,0.000 18.000,0.000-18.000,0.000 18.000,0.000-17.000,0.000-1.000,0.000 18.000,0.000-17.000,0.000 17.000,0.000-18.000,0.000 18.000,0.000 0.000,0.000-18.000,0.000 18.000,0.000-17.000,0.000 17.000,0.000-18.000,0.000 18.000,0.000-18.000,0.000 18.000,18.000-17.000,-18.000 17.000,0.000 0.000,0.000 0.000,0.000-18.000,0.000 18.000,0.000 0.000,0.000 0.000,17.000 0.000,-17.000 0.000,0.000 0.000,0.000 0.000,0.000-18.000,0.000 18.000,0.000 0.000,18.000 0.000,-18.000 0.000,0.000 0.000,0.000 0.000,0.000 0.000,0.000 0.000,18.000 0.000,-18.000 0.000,0.000 0.000,0.000 0.000,0.000 0.000,0.000-17.000,0.000 17.000,0.000 0.000,17.000 0.000,-17.000 0.000,0.000 0.000,0.000 0.000,0.000 0.000,0.000 0.000,0.000 0.000,0.000 0.000,0.000 0.000,18.000 0.000,-18.000 0.000,0.000 0.000,0.000 0.000,0.000 0.000,0.000 0.000,0.000 0.000,0.000 0.000,17.000 0.000,-17.000 0.000,0.000 0.000,0.000 0.000,0.000 0.000,0.000 0.000,0.000 0.000,18.000 0.000,-18.000 0.000,0.000 0.000,0.000 0.000,18.000 0.000,-18.000 0.000,0.000 0.000,17.000-18.000,-17.000 18.000,18.000 0.000,-18.000 0.000,0.000 0.000,0.000 0.000,18.000 0.000,-18.000 0.000,17.000-17.000,-17.000 17.000,18.000 0.000,-1.000 0.000,-17.000 0.000,18.000 0.000,-18.000 0.000,18.000 0.000,-18.000 0.000,0.000 0.000,0.000 0.000,17.000 0.000,-17.000 0.000,0.000 0.000,0.000 0.000,18.000 0.000,-18.000 0.000,0.000-18.000,18.000 18.000,-18.000 0.000,17.000 0.000,-17.000 0.000,18.000 0.000,-18.000 0.000,0.000 0.000,18.000 0.000,-18.000 0.000,0.000 0.000,0.000 0.000,0.000 0.000,17.000 0.000,-17.000 0.000,0.000 0.000,0.000 0.000,0.000 0.000,0.000-18.000,0.000 18.000,0.000 0.000,0.000 0.000,0.000 0.000,18.000 0.000,-18.000 0.000,0.000 0.000,17.000 0.000,-17.000 0.000,18.000 0.000,-18.000-17.000,18.000 17.000,-18.000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1306.000 796.000,'-16.000'-18.000,"16.000"18.000,0.000 0.000,0.000 0.000,0.000 0.000,0.000 0.000,0.000 0.000,0.000 0.000,0.000 0.000,0.000 0.000,0.000-18.000,0.000 18.000,0.000 0.000,0.000 0.000,0.000 0.000,0.000 0.000,0.000 0.000,0.000 0.000,0.000-17.000,0.000 17.000,0.000 0.000,0.000 0.000,0.000 0.000,0.000 0.000,0.000 0.000,0.000-18.000,0.000 18.000,0.000 0.000,0.000-18.000,-16.000 18.000,32.000 0.000,-16.000-17.000,0.000 17.000,0.000-18.000,0.000 18.000,0.000-18.000,0.000 18.000,0.000-17.000,0.000 17.000,16.000-18.000,-16.000 18.000,0.000-18.000,0.000 1.000,0.000 17.000,0.000 0.000,0.000-18.000,16.000 18.000,-16.000-17.000,0.000 17.000,0.000 0.000,0.000-18.000,0.000 18.000,0.000 0.000,0.000 0.000,0.000-18.000,0.000 18.000,0.000 0.000,16.000-17.000,-16.000 17.000,0.000 0.000,0.000-18.000,0.000 18.000,0.000 0.000,0.000 0.000,0.000 0.000,0.000 0.000,0.000 0.000,0.000 0.000,0.000 0.000,0.000 0.000,0.000 0.000,0.000 0.000,0.000 0.000,16.000 0.000,-16.000 0.000,0.000 0.000,0.000 0.000,0.000 0.000,0.000 0.000,0.000 0.000,0.000 0.000,0.000 0.000,0.000 0.000,0.000 0.000,16.000 0.000,-16.000 0.000,0.000 0.000,0.000 0.000,0.000 0.000,0.000 0.000,0.000 0.000,0.000 0.000,0.000 0.000,0.000 0.000,16.000 0.000,-16.000 0.000,0.000 0.000,0.000 0.000,16.000 0.000,-16.000 0.000,0.000 0.000,0.000 0.000,16.000 0.000,-16.000 0.000,0.000 0.000,16.000 0.000,0.000 18.000,-16.000-18.000,0.000 0.000,16.000 17.000,0.000-17.000,-16.000 0.000,16.000 18.000,-16.000-18.000,16.000 0.000,-16.000 18.000,16.000-18.000,-16.000 0.000,0.000 17.000,16.000-17.000,-16.000 0.000,0.000 0.000,0.000 0.000,0.000 0.000,0.000 0.000,0.000 0.000,0.000 0.000,0.000 0.000,0.000 18.000,0.000-18.000,0.000 0.000,0.000 0.000,0.000 0.000,0.000 0.000,0.000 0.000,0.000 0.000,0.000 0.000,0.000 0.000,16.000 17.000,-16.000-17.000,0.000 0.000,0.000 0.000,0.000 0.000,0.000 0.000,0.000 18.000,0.000-18.000,0.000 0.000,0.000 0.000,0.000 0.000,0.000 18.000,0.000-18.000,0.000 0.000,0.000 0.000,0.000 0.000,0.000 17.000,0.000-17.000,0.000 0.000,16.000 0.000,-16.000 18.000,0.000-18.000,0.000 0.000,0.000 0.000,0.000 18.000,0.000-18.000,0.000 0.000,0.000 17.000,0.000-17.000,0.000 0.000,0.000 18.000,0.000-18.000,0.000 18.000,0.000-18.000,0.000 17.000,0.000-17.000,0.000 18.000,0.000-18.000,0.000 0.000,0.000 18.000,0.000-18.000,0.000 17.000,0.000-17.000,0.000 0.000,0.000 18.000,0.000-18.000,0.000 17.000,0.000 1.000,0.000-18.000,0.000 18.000,-16.000-18.000,16.000 0.000,0.000 17.000,0.000-17.000,0.000 0.000,0.000 18.000,-16.000-18.000,16.000 18.000,0.000-18.000,-16.000 0.000,16.000 17.000,0.000-17.000,-16.000 18.000,16.000-18.000,0.000 0.000,-16.000 18.000,16.000-18.000,0.000 17.000,-16.000-17.000,16.000 18.000,0.000-18.000,-16.000 0.000,16.000 18.000,0.000-18.000,0.000 17.000,0.000-17.000,0.000 0.000,0.000 18.000,0.000-18.000,-16.000 0.000,16.000 17.000,0.000-17.000,0.000 0.000,-16.000 18.000,16.000-18.000,0.000 0.000,0.000 18.000,-16.000-18.000,16.000 0.000,0.000 0.000,-16.000 0.000,16.000 17.000,0.000-17.000,0.000 0.000,0.000 0.000,0.000 0.000,0.000 0.000,0.000 0.000,0.000 0.000,0.000 0.000,0.000 0.000,0.000 0.000,0.000 0.000,0.000 0.000,0.000 0.000,16.000 0.000,-16.000 0.000,0.000 0.000,0.000 0.000,0.000 0.000,0.000 0.000,0.000 0.000,0.000 0.000,0.000 0.000,0.000 0.000,0.000 0.000,0.000 0.000,0.000 0.000,0.000 0.000,0.000 0.000,0.000 0.000,0.000 0.000,16.000 0.000,-16.000 0.000,0.000 0.000,0.000 0.000,0.000 0.000,0.000 0.000,0.000 0.000,0.000 0.000,0.000 0.000,0.000 0.000,0.000 0.000,0.000 0.000,0.000 0.000,0.000 0.000,0.000 0.000,0.000 0.000,0.000 0.000,16.000 0.000,-16.000 0.000,0.000 0.000,0.000 0.000,0.000 0.000,0.000 0.000,0.000 0.000,0.000 0.000,0.000 0.000,0.000 0.000,0.000 0.000,0.000 0.000,0.000 0.000,0.000 0.000,0.000 0.000,0.000 0.000,0.000 0.000,16.000 0.000,-16.000 0.000,0.000 0.000,0.000 0.000,0.000 0.000,0.000 0.000,16.000 0.000,0.000 0.000,-16.000 0.000,16.000 0.000,0.000 0.000,0.000 0.000,0.000 0.000,0.000 0.000,-16.000 0.000,16.000 0.000,-16.000 0.000,16.000 0.000,-16.000 0.000,0.000 0.000,0.000 0.000,16.000 0.000,-16.000 0.000,0.000 0.000,16.000 0.000,-16.000 0.000,0.000 0.000,16.000 0.000,-16.000 0.000,16.000 0.000,-16.000 0.000,16.000 0.000,-16.000 0.000,16.000 0.000,-16.000 0.000,0.000 0.000,0.000 0.000,0.000 0.000,16.000 0.000,-16.000 0.000,0.000 0.000,0.000 0.000,0.000 0.000,0.000 0.000,16.000 0.000,-16.000 0.000,0.000 0.000,16.000 0.000,0.000 0.000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1307.000 2056.000,'-18.000'-18.000,"18.000"18.000,0.000 0.000,0.000 0.000,0.000 0.000,0.000 0.000,0.000 0.000,0.000 0.000,0.000 0.000,0.000 0.000,0.000 0.000,-17.000 0.000,17.000 0.000,0.000 0.000,0.000 0.000,0.000 0.000,0.000 0.000,0.000 0.000,-18.000 0.000,18.000 0.000,0.000 0.000,0.000 0.000,0.000 0.000,0.000 0.000,0.000 0.000,-18.000 0.000,18.000 0.000,0.000-17.000,-17.000 17.000,17.000 0.000,0.000 0.000,-18.000 0.000,18.000 0.000,0.000-18.000,-18.000 18.000,18.000-17.000,0.000 17.000,-17.000 0.000,17.000-17.000,0.000-1.000,0.000 1.000,-18.000-1.000,18.000 1.000,0.000-1.000,-17.000 1.000,17.000 0.000,0.000-18.000,-18.000 17.000,18.000 1.000,0.000-18.000,-18.000 18.000,18.000-1.000,0.000 1.000,-17.000-18.000,17.000 18.000,0.000-1.000,0.000 1.000,0.000-1.000,0.000 1.000,-18.000 0.000,18.000 17.000,0.000-35.000,0.000 17.000,0.000 1.000,0.000 17.000,0.000-18.000,0.000 1.000,0.000 0.000,0.000-1.000,0.000 1.000,0.000-1.000,0.000 1.000,18.000 0.000,-18.000-1.000,0.000 1.000,0.000-1.000,17.000 1.000,-17.000-1.000,18.000-16.000,-18.000 16.000,18.000 1.000,-18.000-1.000,0.000 1.000,17.000 0.000,1.000-1.000,-18.000 18.000,0.000-17.000,17.000-1.000,-17.000 18.000,0.000-17.000,18.000-1.000,-18.000 18.000,18.000-17.000,-18.000 17.000,17.000-17.000,-17.000-1.000,0.000 18.000,18.000-17.000,0.000 17.000,-18.000-18.000,17.000 1.000,1.000 0.000,0.000 17.000,-1.000-18.000,1.000 1.000,-18.000-1.000,17.000 18.000,1.000-17.000,0.000-1.000,-18.000 18.000,17.000-17.000,-17.000 17.000,18.000-17.000,-18.000 17.000,18.000 0.000,-18.000 0.000,0.000 0.000,17.000-18.000,-17.000 18.000,0.000 0.000,18.000 0.000,-18.000-17.000,18.000 17.000,-18.000 0.000,17.000 0.000,-17.000 0.000,18.000-18.000,-18.000 18.000,0.000 0.000,17.000 0.000,-17.000 0.000,18.000 0.000,-18.000 0.000,0.000 0.000,18.000 0.000,-18.000-17.000,17.000 17.000,1.000 0.000,-18.000 0.000,0.000 0.000,18.000 0.000,-18.000 0.000,17.000 0.000,-17.000 0.000,18.000 0.000,-18.000 0.000,18.000 0.000,-1.000 0.000,-17.000 0.000,18.000 0.000,17.000 0.000,-35.000 0.000,18.000 0.000,-1.000 0.000,19.000 0.000,-19.000 0.000,-17.000 0.000,18.000 0.000,-1.000 0.000,1.000 0.000,0.000 17.000,-1.000-17.000,19.000 0.000,-36.000 0.000,17.000 0.000,1.000 0.000,0.000 0.000,-18.000 0.000,0.000 0.000,17.000 0.000,-17.000 0.000,18.000 18.000,-18.000-18.000,17.000 0.000,-17.000 0.000,18.000 17.000,-18.000-17.000,18.000 0.000,-1.000 18.000,-17.000-18.000,18.000 17.000,0.000-17.000,-18.000 17.000,17.000 1.000,1.000-18.000,0.000 17.000,-1.000 1.000,1.000-18.000,-1.000 17.000,1.000 1.000,0.000-18.000,-18.000 17.000,17.000 0.000,1.000-17.000,0.000 0.000,-18.000 18.000,17.000-18.000,-17.000 17.000,18.000-17.000,-18.000 18.000,18.000-18.000,-18.000 17.000,0.000-17.000,17.000 0.000,-17.000 17.000,0.000-17.000,18.000 18.000,-18.000-18.000,0.000 0.000,0.000 17.000,17.000-17.000,-17.000 0.000,0.000 18.000,0.000-18.000,18.000 0.000,-18.000 17.000,0.000-17.000,0.000 0.000,0.000 18.000,0.000-18.000,0.000 0.000,18.000 17.000,-18.000-17.000,0.000 17.000,0.000-17.000,0.000 18.000,0.000-18.000,0.000 17.000,17.000-17.000,-17.000 18.000,0.000-18.000,0.000 17.000,0.000-17.000,0.000 17.000,0.000 1.000,0.000-18.000,0.000 17.000,0.000-17.000,0.000 18.000,0.000-18.000,0.000 17.000,0.000-17.000,0.000 18.000,0.000-18.000,0.000 17.000,0.000-17.000,0.000 0.000,0.000 17.000,0.000-17.000,0.000 0.000,0.000 18.000,0.000-18.000,0.000 0.000,0.000 0.000,0.000 17.000,0.000-17.000,0.000 0.000,0.000 18.000,-17.000-18.000,17.000 0.000,0.000 17.000,0.000-17.000,0.000 17.000,-18.000-17.000,18.000 18.000,0.000-18.000,-18.000 17.000,18.000-17.000,0.000 0.000,-17.000 18.000,17.000-1.000,0.000-17.000,-18.000 18.000,18.000-18.000,-17.000 17.000,17.000-17.000,-18.000 17.000,0.000 1.000,18.000-18.000,-17.000 17.000,-1.000 1.000,0.000-1.000,18.000 0.000,-17.000-17.000,17.000 18.000,-18.000-18.000,18.000 17.000,0.000-17.000,-18.000 18.000,18.000-18.000,-17.000 17.000,17.000-17.000,0.000 18.000,-18.000-18.000,18.000 0.000,0.000 0.000,-17.000 0.000,17.000 17.000,-18.000-17.000,18.000 0.000,0.000 0.000,-18.000 0.000,18.000 17.000,0.000-17.000,-17.000 0.000,17.000 0.000,0.000 18.000,-18.000-18.000,18.000 0.000,0.000 0.000,0.000 17.000,-18.000-17.000,18.000 0.000,-17.000 18.000,17.000-18.000,0.000 0.000,-18.000 0.000,18.000 17.000,-18.000-17.000,18.000 0.000,0.000 0.000,-17.000 0.000,17.000 0.000,-18.000 17.000,18.000-17.000,-17.000 0.000,17.000 0.000,-18.000 0.000,18.000 0.000,-18.000 18.000,18.000-18.000,-17.000 0.000,17.000 0.000,-18.000 17.000,18.000-17.000,-18.000 0.000,18.000 0.000,-17.000 18.000,17.000-18.000,-18.000 0.000,0.000 0.000,18.000 17.000,-17.000-17.000,17.000 0.000,-18.000 0.000,1.000 0.000,17.000 18.000,-18.000-18.000,0.000 0.000,1.000 0.000,17.000 0.000,-18.000 0.000,18.000 0.000,-18.000 0.000,18.000 17.000,0.000-17.000,-17.000 0.000,17.000 0.000,-18.000 0.000,18.000 17.000,-17.000-17.000,17.000 0.000,-18.000 0.000,0.000 0.000,18.000 18.000,-17.000-18.000,17.000 0.000,-18.000 0.000,18.000 0.000,0.000 0.000,0.000 0.000,-18.000 0.000,18.000 0.000,0.000 0.000,0.000 0.000,0.000 0.000,0.000 0.000,-17.000 0.000,17.000 0.000,0.000 0.000,0.000 0.000,0.000 0.000,0.000 0.000,0.000 0.000,0.000 0.000,0.000 0.000,0.000 0.000,0.000 0.000,0.000 0.000,0.000 0.000,-18.000 0.000,18.000 0.000,0.000 0.000,0.000 0.000,0.000 0.000,0.000 0.000,0.000 0.000,0.000 0.000,0.000 0.000,-18.000 0.000,18.000 0.000,0.000 0.000,0.000 0.000,-17.000 0.000,17.000 0.000,-18.000 0.000,1.000 0.000,17.000 0.000,-18.000 0.000,0.000 0.000,1.000 0.000,-1.000 0.000,0.000 0.000,18.000 0.000,-17.000 0.000,-1.000 0.000,18.000 0.000,0.000 0.000,-18.000 0.000,18.000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0.000,-17.000 0.000,17.000 0.000,0.000 0.000,0.000 0.000,0.000 0.000,0.000 0.000,0.000 0.000,0.000 0.000,0.000 0.000,0.000 0.000,0.000 0.000,0.000 0.000,0.000 0.000,0.000 0.000,0.000 0.000,0.000 0.000,0.000 0.000,0.000 0.000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1088.000 919.000,'0.000'-17.000,"0.000"17.000,0.000 0.000,0.000 0.000,0.000 0.000,0.000 0.000,0.000 0.000,0.000 0.000,0.000 0.000,0.000 0.000,0.000 0.000,0.000 0.000,0.000-18.000,0.000 18.000,0.000 0.000,0.000 0.000,0.000 0.000,0.000 0.000,0.000 0.000,0.000 0.000,0.000 0.000,0.000-18.000,0.000 18.000,0.000 0.000,0.000 0.000,0.000 0.000,0.000 0.000,0.000 0.000,0.000 0.000,0.000-17.000,0.000 17.000,0.000 0.000,0.000 0.000,0.000-18.000,0.000 18.000,0.000 0.000,0.000-17.000,17.000 17.000,-17.000 0.000,0.000-18.000,0.000 18.000,17.000 0.000,-17.000 0.000,0.000 0.000,17.000-18.000,-17.000 18.000,17.000 0.000,-17.000-17.000,17.000 17.000,-17.000 0.000,0.000 0.000,18.000 0.000,-18.000-18.000,0.000 18.000,0.000 0.000,17.000 0.000,-17.000 0.000,0.000 0.000,0.000 0.000,0.000 0.000,17.000 0.000,-17.000 0.000,0.000 0.000,0.000 0.000,0.000 0.000,17.000 0.000,-17.000 0.000,17.000 0.000,-17.000 0.000,17.000 0.000,0.000 0.000,-17.000 0.000,17.000 0.000,-17.000 0.000,0.000 0.000,17.000 0.000,-17.000 0.000,17.000 0.000,-17.000 18.000,18.000-18.000,-18.000 0.000,17.000 0.000,-17.000 0.000,0.000 0.000,17.000 0.000,-17.000 17.000,17.000-17.000,-17.000 0.000,0.000 0.000,17.000 18.000,-17.000-18.000,17.000 0.000,-17.000 18.000,0.000-18.000,17.000 0.000,-17.000 0.000,0.000 0.000,0.000 0.000,0.000 17.000,17.000-17.000,-17.000 0.000,0.000 0.000,0.000 18.000,0.000-18.000,0.000 0.000,0.000 17.000,0.000-17.000,0.000 18.000,17.000-18.000,-17.000 0.000,0.000 18.000,0.000-18.000,0.000 0.000,0.000 17.000,0.000-17.000,0.000 18.000,17.000 0.000,-17.000-18.000,0.000 17.000,0.000-17.000,0.000 18.000,0.000-18.000,0.000 18.000,-17.000-18.000,17.000 17.000,0.000-17.000,0.000 18.000,0.000-18.000,0.000 17.000,0.000-17.000,0.000 18.000,-17.000-18.000,17.000 18.000,0.000-1.000,-17.000 1.000,17.000 0.000,-17.000-18.000,17.000 17.000,0.000-17.000,0.000 18.000,0.000-18.000,-17.000 0.000,17.000 0.000,0.000 18.000,0.000-18.000,0.000 0.000,0.000 0.000,-17.000 0.000,17.000 0.000,0.000 17.000,-17.000-17.000,17.000 0.000,0.000 0.000,0.000 0.000,-17.000 18.000,17.000-18.000,-17.000 0.000,17.000 0.000,0.000 0.000,-18.000 17.000,18.000-17.000,-17.000 0.000,17.000 0.000,-17.000 0.000,17.000 0.000,-17.000 0.000,17.000 0.000,-17.000 0.000,17.000 18.000,0.000-18.000,-17.000 0.000,17.000 0.000,0.000 0.000,0.000 0.000,0.000 0.000,0.000 0.000,0.000 0.000,0.000 0.000,0.000 0.000,0.000 0.000,0.000 0.000,17.000 0.000,-17.000 0.000,0.000 0.000,0.000 0.000,0.000 0.000,0.000-18.000,0.000 18.000,0.000 0.000,0.000 0.000,17.000 0.000,-17.000 0.000,0.000 0.000,0.000 0.000,0.000 0.000,0.000 0.000,0.000 0.000,0.000 0.000,0.000 0.000,0.000 0.000,0.000 0.000,17.000 0.000,-17.000 0.000,0.000 0.000,0.000 0.000,0.000 0.000,0.000 0.000,0.000 0.000,0.000 0.000,0.000 0.000,0.000-17.000,17.000 17.000,-17.000 0.000,0.000 0.000,0.000 0.000,0.000 0.000,0.000 0.000,0.000 0.000,0.000 0.000,0.000 0.000,0.000 0.000,17.000 0.000,-17.000 0.000,0.000 0.000,0.000 0.000,18.000 0.000,-18.000 0.000,0.000 0.000,17.000 0.000,-17.000 0.000,0.000 0.000,17.000 0.000,-17.000 0.000,17.000 0.000,0.000 0.000,-17.000 0.000,17.000 0.000,-17.000 0.000,17.000 0.000,0.000 0.000,0.000 17.000,-17.000-17.000,17.000 0.000,-17.000 0.000,17.000 18.000,-17.000-18.000,18.000 0.000,-18.000 0.000,0.000 18.000,17.000-18.000,-17.000 0.000,0.000 0.000,0.000 0.000,0.000 0.000,0.000 0.000,0.000 0.000,17.000 0.000,-17.000 0.000,0.000 0.000,0.000 17.000,0.000-17.000,17.000 0.000,-17.000 0.000,0.000 18.000,0.000-18.000,0.000 0.000,0.000 18.000,0.000-18.000,0.000 0.000,0.000 17.000,17.000-17.000,-17.000 0.000,0.000 18.000,0.000-18.000,0.000 0.000,0.000 17.000,0.000-17.000,0.000 18.000,0.000-18.000,0.000 0.000,0.000 18.000,0.000-18.000,-17.000 17.000,17.000-17.000,0.000 0.000,0.000 18.000,0.000-18.000,0.000 0.000,0.000 0.000,0.000 18.000,0.000-18.000,0.000 0.000,0.000 17.000,0.000-17.000,0.000 0.000,0.000 18.000,0.000-18.000,0.000 0.000,0.000 18.000,0.000-18.000,-17.000 0.000,17.000 17.000,0.000-17.000,-17.000 0.000,17.000 0.000,0.000 0.000,0.000 18.000,0.000-18.000,-17.000 0.000,17.000 0.000,0.000 0.000,-18.000 0.000,18.000 17.000,-17.000-17.000,17.000 0.000,0.000 0.000,-17.000 18.000,17.000-18.000,0.000 0.000,-17.000 0.000,17.000 0.000,0.000 0.000,-17.000 18.000,17.000-18.000,0.000 0.000,-17.000 0.000,17.000 0.000,-17.000 17.000,17.000-17.000,-17.000 0.000,17.000 0.000,-17.000 0.000,17.000 0.000,-17.000 0.000,0.000 0.000,17.000 0.000,-18.000 0.000,18.000 0.000,-17.000 0.000,0.000 0.000,17.000 0.000,-17.000 0.000,0.000 0.000,0.000 0.000,0.000 0.000,0.000 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1469.000 2005.000,'-18.000'-17.000,"18.000"17.000,0.000 0.000,0.000 0.000,0.000 0.000,0.000 0.000,0.000 0.000,0.000 0.000,0.000 0.000,0.000 0.000,0.000 0.000,0.000 0.000,-18.000 0.000,18.000 0.000,0.000 0.000,0.000 0.000,0.000-18.000,0.000 18.000,0.000 0.000,0.000 0.000,-18.000 0.000,18.000 0.000,0.000 0.000,0.000 0.000,0.000 0.000,0.000 0.000,0.000 0.000,0.000-18.000,-18.000 18.000,18.000 0.000,0.000-17.000,0.000 17.000,0.000-18.000,-18.000 0.000,18.000 18.000,-18.000-17.000,18.000-1.000,0.000 1.000,-17.000-1.000,17.000 0.000,-18.000-17.000,18.000 17.000,0.000 18.000,-18.000-35.000,18.000 17.000,0.000 1.000,-18.000-1.000,18.000-17.000,0.000 17.000,0.000 1.000,0.000-1.000,-18.000 0.000,18.000-17.000,0.000 17.000,0.000 18.000,0.000-17.000,0.000-1.000,0.000-17.000,0.000 17.000,0.000 0.000,0.000-17.000,0.000 18.000,0.000-1.000,18.000-17.000,-18.000 17.000,0.000 0.000,18.000 1.000,-18.000-1.000,0.000 0.000,18.000-17.000,-18.000 17.000,18.000 1.000,-18.000 17.000,17.000-35.000,-17.000 17.000,18.000 0.000,0.000 1.000,0.000-1.000,-18.000-17.000,18.000 35.000,0.000-36.000,0.000 19.000,-18.000-1.000,18.000 0.000,17.000 1.000,-17.000-1.000,-18.000 1.000,18.000-1.000,0.000 0.000,0.000 18.000,-18.000-17.000,18.000 17.000,0.000 0.000,-18.000-18.000,0.000 18.000,18.000 0.000,0.000 0.000,-18.000-18.000,17.000 18.000,1.000 0.000,-18.000 0.000,18.000-17.000,-18.000 17.000,18.000 0.000,0.000 0.000,-18.000 0.000,18.000-18.000,-18.000 18.000,18.000 0.000,-18.000 0.000,0.000 0.000,0.000 0.000,18.000 0.000,-18.000 0.000,0.000 0.000,0.000 0.000,0.000 0.000,0.000 0.000,18.000 0.000,-18.000 0.000,0.000 0.000,17.000 0.000,-17.000 0.000,18.000 0.000,-18.000 0.000,18.000 0.000,0.000 18.000,0.000-18.000,0.000 0.000,0.000 0.000,0.000 17.000,0.000-17.000,-1.000 0.000,19.000 0.000,-18.000 18.000,0.000-18.000,-18.000 0.000,18.000 0.000,0.000 18.000,0.000-18.000,0.000 0.000,-1.000 0.000,1.000 0.000,-18.000 17.000,18.000-17.000,0.000 0.000,-18.000 0.000,18.000 0.000,0.000 18.000,-18.000-18.000,18.000 0.000,0.000 18.000,-18.000-18.000,18.000 0.000,-18.000 17.000,17.000-17.000,-17.000 0.000,0.000 0.000,18.000 18.000,-18.000-18.000,0.000 0.000,18.000 0.000,-18.000 17.000,0.000-17.000,0.000 0.000,18.000 0.000,-18.000 18.000,18.000-18.000,-18.000 0.000,18.000 18.000,-18.000-18.000,0.000 0.000,18.000 17.000,-18.000-17.000,0.000 18.000,0.000-18.000,18.000 18.000,-18.000-18.000,18.000 17.000,-18.000 1.000,0.000-18.000,17.000 18.000,-17.000-18.000,0.000 17.000,0.000-17.000,18.000 18.000,-18.000 0.000,0.000-18.000,18.000 17.000,-18.000-17.000,0.000 0.000,0.000 18.000,0.000-18.000,0.000 17.000,18.000-17.000,-18.000 0.000,0.000 18.000,0.000-18.000,0.000 0.000,0.000 18.000,0.000-18.000,0.000 17.000,0.000-17.000,0.000 18.000,0.000-18.000,0.000 18.000,0.000-18.000,0.000 17.000,0.000-17.000,0.000 18.000,0.000 0.000,0.000-18.000,0.000 17.000,0.000 1.000,0.000-18.000,0.000 18.000,-18.000-18.000,18.000 17.000,0.000-17.000,0.000 18.000,0.000-18.000,-18.000 17.000,18.000-17.000,0.000 18.000,-18.000 0.000,18.000-1.000,-17.000-17.000,17.000 18.000,-18.000 0.000,0.000-1.000,18.000-17.000,0.000 18.000,-18.000-18.000,18.000 18.000,0.000-1.000,-18.000-17.000,18.000 18.000,-18.000 0.000,18.000-18.000,-18.000 17.000,18.000-17.000,0.000 18.000,-18.000-1.000,18.000-17.000,-18.000 18.000,18.000 0.000,0.000-18.000,-17.000 0.000,17.000 17.000,-18.000-17.000,18.000 18.000,-18.000-18.000,18.000 18.000,-18.000-18.000,18.000 17.000,-18.000-17.000,18.000 18.000,0.000-18.000,-18.000 18.000,18.000-18.000,0.000 0.000,-18.000 17.000,18.000-17.000,0.000 18.000,-18.000-18.000,18.000 0.000,-18.000 0.000,18.000 18.000,-17.000-18.000,17.000 0.000,-18.000 0.000,18.000 17.000,-18.000-17.000,18.000 0.000,0.000 0.000,-18.000 0.000,18.000 0.000,-18.000 18.000,18.000-18.000,-18.000 0.000,0.000 17.000,18.000-17.000,-18.000 0.000,0.000 0.000,18.000 18.000,-17.000-18.000,-1.000 0.000,0.000 18.000,0.000-18.000,0.000 0.000,0.000 0.000,18.000 0.000,-18.000 17.000,18.000-17.000,-18.000 0.000,18.000 0.000,-18.000 0.000,1.000 18.000,17.000-18.000,-18.000 0.000,18.000 0.000,0.000 0.000,-18.000 0.000,18.000 0.000,-18.000 0.000,18.000 0.000,-18.000 18.000,18.000-18.000,-18.000 0.000,18.000 0.000,-18.000 0.000,0.000 0.000,18.000 0.000,-18.000 0.000,18.000 0.000,-17.000 0.000,17.000 0.000,0.000 0.000,-18.000 0.000,18.000 0.000,-18.000 0.000,18.000 0.000,0.000 0.000,-18.000 0.000,18.000 0.000,0.000 0.000,-18.000 0.000,18.000 0.000,-18.000 0.000,18.000 0.000,-18.000 0.000,18.000 0.000,-18.000 0.000,18.000 0.000,0.000 0.000,-18.000 0.000,18.000 0.000,-17.000 0.000,17.000 0.000,-18.000 0.000,18.000 0.000,0.000 0.000,-18.000 0.000,18.000 0.000,-18.000 0.000,18.000 0.000,-18.000 0.000,18.000 0.000,-18.000 0.000,18.000 0.000,0.000 0.000,0.000 0.000,-18.000 0.000,18.000 0.000,0.000 0.000,0.000 0.000,0.000 0.000,0.000 0.000,0.000 0.000,0.000 0.000,0.000 0.000,0.000 0.000,0.000 0.000,0.000 0.000,0.000 0.000,0.000 0.000,0.000 0.000,0.000 0.000,0.000 0.000,-18.000 0.000,18.000 0.000,0.000 0.000,0.000 0.000,0.000 0.000,0.000 0.000,0.000 0.000,0.000 0.000,0.000 0.000,0.000 0.000,0.000 0.000,0.000 0.000,0.000 0.000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1459.000 748.000,'-17.000'0.000,"17.000"0.000,0.000 0.000,0.000 0.000,0.000 0.000,0.000 0.000,0.000 0.000,0.000 0.000,0.000 0.000,0.000 0.000,0.000 17.000,0.000-17.000,0.000 0.000,0.000 0.000,0.000 0.000,0.000 0.000,0.000 17.000,0.000-17.000,0.000 0.000,0.000 0.000,-18.000 0.000,18.000 0.000,0.000 16.000,0.000-16.000,0.000 0.000,-17.000 17.000,17.000-17.000,0.000 17.000,0.000-17.000,0.000 17.000,-17.000 0.000,17.000 0.000,0.000-17.000,0.000 16.000,-18.000 1.000,18.000-17.000,0.000 0.000,0.000 17.000,0.000-17.000,-17.000 17.000,17.000-17.000,0.000 17.000,0.000-1.000,-17.000-16.000,17.000 17.000,0.000-17.000,-17.000 17.000,17.000-17.000,0.000 17.000,-18.000-17.000,18.000 17.000,0.000-17.000,0.000 17.000,0.000-17.000,-17.000 16.000,17.000-16.000,0.000 0.000,0.000 0.000,0.000 17.000,0.000-17.000,0.000 0.000,0.000 0.000,0.000 0.000,0.000 0.000,0.000 0.000,17.000 0.000,-17.000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0.000,18.000-17.000,-18.000 17.000,0.000 0.000,0.000 0.000,17.000 0.000,0.000 0.000,-17.000 0.000,17.000-16.000,1.000 16.000,-18.000 0.000,17.000 0.000,0.000 0.000,1.000-17.000,-18.000 17.000,17.000 0.000,0.000 0.000,0.000 0.000,1.000 0.000,-18.000 0.000,17.000 0.000,0.000 0.000,-17.000 0.000,17.000 0.000,-17.000 0.000,0.000 0.000,18.000 0.000,-18.000 0.000,0.000 0.000,0.000 0.000,0.000 0.000,0.000 0.000,17.000 0.000,-17.000 0.000,17.000 0.000,-17.000 0.000,18.000 0.000,-1.000 0.000,-17.000 0.000,17.000 0.000,0.000 0.000,1.000 0.000,-18.000 0.000,17.000 0.000,0.000 0.000,1.000 0.000,-1.000 0.000,0.000 0.000,0.000 0.000,18.000 0.000,-18.000 0.000,1.000 0.000,-1.000 0.000,-17.000 0.000,17.000 0.000,-17.000 0.000,17.000 0.000,-17.000 0.000,0.000 0.000,18.000 0.000,-18.000 0.000,0.000 0.000,0.000 0.000,0.000 0.000,17.000-17.000,-17.000 17.000,17.000 0.000,-17.000 0.000,17.000 0.000,1.000 0.000,-1.000 0.000,0.000 0.000,18.000 0.000,-35.000 0.000,17.000 0.000,0.000 0.000,-17.000 0.000,0.000 0.000,0.000 0.000,18.000 0.000,-18.000 0.000,0.000 0.000,0.000 0.000,0.000 0.000,0.000 0.000,-18.000 0.000,18.000 0.000,0.000 0.000,0.000 0.000,0.000 0.000,0.000 0.000,0.000 0.000,0.000 0.000,0.000 0.000,0.000 0.000,0.000 0.000,0.000 0.000,0.000 0.000,0.000 0.000,0.000 0.000,0.000 0.000,0.000 0.000,0.000 0.000,0.000 0.000,0.000 0.000,0.000 0.000,0.000 0.000,0.000 0.000,0.000 0.000,0.000 17.000,0.000-17.000,0.000 0.000,0.000 0.000,0.000 0.000,0.000 0.000,0.000 0.000,0.000 0.000,0.000 0.000,0.000 0.000,0.000 0.000,0.000 0.000,0.000 0.000,0.000 0.000,0.000 0.000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1309.000 747.000,'0.000'0.000,"0.000"0.000,0.000 0.000,0.000 0.000,0.000 0.000,0.000 0.000,0.000 0.000,0.000 0.000,0.000 0.000,0.000 17.000,0.000-17.000,0.000 0.000,0.000 0.000,0.000 0.000,0.000 17.000,0.000-17.000,0.000 0.000,0.000 0.000,0.000 18.000,0.000-18.000,0.000 17.000,0.000-17.000,0.000 0.000,0.000 17.000,0.000 0.000,0.000 1.000,0.000-1.000,0.000 0.000,0.000-17.000,0.000 17.000,0.000 1.000,0.000-1.000,0.000-17.000,0.000 17.000,0.000 0.000,0.000-17.000,0.000 17.000,0.000 1.000,0.000-18.000,0.000 17.000,0.000 0.000,0.000-17.000,0.000 17.000,0.000 1.000,0.000-18.000,0.000 17.000,0.000-17.000,0.000 17.000,0.000-17.000,0.000 17.000,0.000-17.000,0.000 18.000,0.000-18.000,0.000 17.000,0.000-17.000,0.000 17.000,0.000 0.000,0.000-17.000,0.000 0.000,0.000 18.000,0.000-18.000,0.000 17.000,0.000-17.000,0.000 17.000,0.000-17.000,0.000 17.000,0.000-17.000,0.000 17.000,0.000-17.000,0.000 18.000,0.000-18.000,0.000 0.000,0.000 17.000,0.000-17.000,0.000 0.000,0.000 17.000,0.000-17.000,0.000 0.000,0.000 17.000,0.000-17.000,0.000 18.000,0.000-18.000,0.000 0.000,0.000 17.000,0.000-17.000,0.000 0.000,0.000 17.000,0.000-17.000,0.000 0.000,0.000 0.000,0.000 17.000,0.000-17.000,0.000 0.000,0.000 0.000,0.000 0.000,0.000 0.000,0.000 0.000,0.000 0.000,0.000 0.000,0.000 0.000,0.000 0.000,0.000 0.000,0.000 0.000,0.000 0.000,0.000 0.000,0.000 0.000,0.000 0.000,0.000 0.000,0.000 0.000,0.000 18.000,0.000-18.000,0.000 0.000,0.000 0.000,0.000 0.000,0.000 0.000,0.000 0.000,0.000 0.000,0.000 0.000,0.000 0.000,0.000 0.000,0.000 0.000,0.000 0.000,0.000 0.000,0.000 0.000,0.000 0.000,0.000 0.000,0.000 0.000,0.000 0.000,0.000 0.000,0.000 0.000,0.000 0.000,0.000 17.000,0.000-17.000,0.000 0.000,0.000 0.000,0.000 0.000,0.000 0.000,0.000 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70.000 588.000,'53.000'0.000,"0.000"0.000,0.000 17.000,17.000 0.000,1.000-17.000,-18.000 16.000,-1.000-16.000,19.000 0.000,-18.000 17.000,35.000 0.000,-18.000-17.000,-17.000 0.000,18.000 16.000,-18.000-16.000,0.000 0.000,-1.000 17.000,1.000 0.000,18.000-17.000,-1.000 17.000,18.000-17.000,-35.000 0.000,0.000 17.000,0.000-17.000,0.000 0.000,0.000 0.000,0.000 0.000,0.000 0.000,-1.000 0.000,1.000 0.000,18.000 0.000,-1.000 0.000,1.000 0.000,-18.000 0.000,0.000 0.000,-1.000 0.000,19.000 0.000,-18.000 0.000,35.000 0.000,-17.000 0.000,17.000 0.000,-18.000 0.000,1.000 0.000,17.000 0.000,0.000 0.000,-18.000 0.000,36.000 0.000,-53.000 0.000,18.000 0.000,-1.000 0.000,1.000 0.000,-1.000 0.000,1.000 0.000,-19.000 0.000,19.000 0.000,-18.000 0.000,0.000 0.000,0.000 0.000,52.000 0.000,-52.000 0.000,0.000 0.000,35.000 0.000,-35.000 0.000,18.000 0.000,-1.000 0.000,-17.000 0.000,17.000 0.000,-17.000 0.000,0.000 0.000,18.000 0.000,-1.000 0.000,-17.000 0.000,0.000 0.000,0.000 0.000,35.000 0.000,-17.000 0.000,17.000 0.000,-35.000 0.000,-1.000 0.000,19.000-17.000,-18.000 17.000,17.000 0.000,-17.000 0.000,35.000 0.000,-35.000 0.000,35.000 0.000,0.000 0.000,1.000 0.000,-37.000 0.000,37.000 0.000,-37.000 0.000,1.000 0.000,18.000-17.000,-18.000 17.000,0.000-17.000,35.000 17.000,0.000 0.000,-35.000 0.000,17.000-17.000,1.000 17.000,-18.000 0.000,17.000 0.000,18.000 0.000,-17.000 0.000,-18.000 0.000,52.000 0.000,-52.000 0.000,35.000 0.000,-17.000 0.000,-1.000 0.000,-17.000 0.000,35.000 0.000,-35.000 0.000,0.000 0.000,18.000 0.000,17.000 0.000,-35.000 0.000,0.000 0.000,-1.000 0.000,19.000 0.000,-18.000 0.000,0.000 0.000,17.000 0.000,1.000 0.000,-1.000 0.000,-17.000 0.000,0.000 0.000,17.000 0.000,1.000 0.000,-1.000 0.000,19.000 0.000,-19.000 0.000,18.000 0.000,-17.000 0.000,-18.000 0.000,52.000 0.000,-52.000 0.000,0.000 0.000,0.000 0.000,35.000 0.000,-35.000 0.000,18.000 0.000,-1.000 0.000,-17.000 0.000,17.000 0.000,19.000 0.000,-37.000 0.000,19.000 0.000,17.000 17.000,0.000-17.000,-17.000 0.000,34.000 0.000,-34.000 0.000,-1.000 0.000,1.000 0.000,-18.000 0.000,17.000 0.000,-17.000 0.000,0.000 0.000,0.000 0.000,70.000 0.000,-35.000 0.000,-35.000 0.000,0.000 0.000,0.000 0.000,18.000 0.000,17.000 0.000,-18.000 0.000,18.000 0.000,-35.000 0.000,53.000 0.000,-53.000 0.000,0.000 0.000,17.000 0.000,18.000 17.000,-35.000-17.000,18.000 17.000,-1.000-17.000,18.000 17.000,-35.000-1.000,0.000-16.000,0.000 0.000,18.000 17.000,-19.000-17.000,1.000 0.000,0.000 0.000,18.000 17.000,-18.000-17.000,-1.000 16.000,37.000-16.000,-19.000 17.000,-17.000 0.000,0.000 0.000,35.000 0.000,-18.000-1.000,-17.000-16.000,0.000 0.000,0.000 0.000,0.000 0.000,0.000 0.000,17.000 0.000,1.000 0.000,-18.000 0.000,0.000 0.000,0.000 0.000,17.000 0.000,-17.000 0.000,53.000 0.000,-18.000 0.000,18.000 0.000,-36.000 0.000,1.000 0.000,-1.000 0.000,-17.000 0.000,17.000 0.000,1.000 0.000,-18.000 0.000,35.000 0.000,-35.000 0.000,53.000 0.000,-54.000 0.000,37.000 0.000,16.000 0.000,-34.000 0.000,17.000 0.000,-18.000 0.000,19.000-16.000,-37.000 16.000,1.000 0.000,18.000-17.000,-1.000 0.000,-17.000 17.000,18.000-17.000,17.000 17.000,-18.000-33.000,1.000 16.000,-1.000 17.000,19.000 0.000,-19.000-17.000,18.000 17.000,-17.000-16.000,17.000-1.000,18.000 17.000,-18.000 0.000,70.000 0.000,-52.000 0.000,35.000 0.000,0.000 0.000,35.000 0.000,53.000 0.000,-87.000 0.000,-1.000 0.000,0.000 0.000,0.000 0.000,0.000 0.000,0.000 0.000,0.000 0.000,17.000 0.000,-17.000 0.000,0.000 0.000,0.000 0.000,-35.000 0.000,0.000 0.000,17.000 0.000,18.000-17.000,-35.000 17.000,52.000-34.000,-16.000 34.000,-1.000-16.000,-36.000 16.000,19.000 0.000,-54.000 0.000,18.000 0.000,-17.000 0.000,-18.000 0.000,35.000 0.000,-35.000 0.000,0.000 0.000,35.000 0.000,-18.000 16.000,18.000-16.000,18.000 17.000,-18.000 0.000,18.000 17.000,70.000-18.000,-52.000-16.000,17.000 34.000,-18.000-18.000,-17.000 1.000,35.000-17.000,-18.000 17.000,18.000-17.000,0.000 0.000,0.000 0.000,0.000 0.000,-35.000 0.000,17.000 0.000,-17.000 0.000,-35.000 0.000,17.000 0.000,-18.000 34.000,1.000-34.000,-1.000 0.000,-17.000 0.000,0.000 0.000,17.000 0.000,19.000 0.000,-37.000 0.000,1.000 0.000,0.000 0.000,18.000 0.000,-18.000 0.000,-1.000 0.000,1.000 0.000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679.000 167.000,'0.000'70.000,"17.000"1.000,-17.000 17.000,17.000-18.000,0.000 19.000,0.000-19.000,-17.000-17.000,34.000 0.000,-18.000 0.000,-16.000-1.000,17.000 1.000,17.000 0.000,0.000 0.000,-17.000 0.000,-17.000 0.000,17.000-1.000,-17.000 1.000,17.000 0.000,0.000 18.000,0.000-1.000,-17.000 0.000,0.000-17.000,0.000 18.000,0.000-1.000,17.000-17.000,-17.000 18.000,0.000-1.000,0.000 0.000,0.000 1.000,16.000-18.000,-16.000 0.000,0.000-1.000,0.000 1.000,0.000 0.000,17.000 88.000,-17.000-53.000,34.000-17.000,-34.000 34.000,0.000 19.000,0.000-19.000,0.000-34.000,17.000 17.000,-17.000-18.000,0.000 18.000,0.000-17.000,0.000-18.000,0.000 17.000,0.000-17.000,0.000 0.000,0.000 0.000,0.000-1.000,0.000 19.000,0.000-1.000,0.000 1.000,-17.000-18.000,17.000 17.000,-34.000 18.000,34.000-35.000,-17.000 0.000,17.000 17.000,-16.000-17.000,16.000 0.000,0.000 0.000,-17.000 35.000,17.000-18.000,-17.000 18.000,0.000 0.000,17.000-35.000,-17.000 18.000,17.000-1.000,0.000 1.000,0.000-18.000,0.000 17.000,0.000-17.000,0.000 0.000,-17.000 17.000,17.000 1.000,0.000-19.000,-17.000 1.000,17.000 18.000,0.000-18.000,-17.000-1.000,17.000 1.000,0.000 0.000,0.000 0.000,-17.000 0.000,0.000 0.000,17.000 17.000,-17.000 1.000,17.000-1.000,0.000 0.000,0.000 1.000,0.000-18.000,0.000 17.000,0.000 18.000,0.000-35.000,0.000 18.000,0.000-19.000,0.000 1.000,0.000 0.000,0.000 0.000,0.000 17.000,0.000-17.000,0.000 0.000,0.000 0.000,0.000 0.000,0.000 17.000,0.000-17.000,0.000 18.000,0.000 17.000,17.000-18.000,-17.000 18.000,34.000 0.000,-17.000-17.000,-17.000 17.000,17.000-35.000,-17.000-1.000,0.000 1.000,17.000 18.000,0.000-18.000,-17.000-1.000,0.000 1.000,0.000 0.000,0.000 0.000,0.000 0.000,0.000 17.000,0.000-17.000,0.000 0.000,0.000 0.000,0.000 0.000,0.000-1.000,0.000 19.000,-17.000-1.000,17.000-17.000,-17.000 35.000,0.000 0.000,17.000-35.000,0.000 18.000,-17.000-18.000,17.000-1.000,0.000 1.000,0.000 18.000,0.000-18.000,0.000-1.000,0.000 1.000,0.000 0.000,0.000 18.000,0.000-19.000,0.000 19.000,-17.000 17.000,17.000-35.000,0.000 0.000,0.000-1.000,0.000 19.000,-17.000-1.000,17.000 18.000,0.000 18.000,-17.000-18.000,17.000 18.000,0.000 0.000,0.000-1.000,0.000 1.000,0.000 0.000,0.000 52.000,0.000-52.000,0.000-36.000,0.000 36.000,0.000-18.000,0.000-35.000,0.000 17.000,0.000 1.000,0.000-18.000,0.000-1.000,0.000 37.000,-33.000-1.000,33.000-36.000,0.000 1.000,0.000 0.000,0.000 0.000,0.000 0.000,0.000 0.000,0.000 17.000,0.000-17.000,0.000 17.000,0.000 1.000,0.000-18.000,0.000 17.000,0.000-17.000,0.000 35.000,0.000-17.000,0.000-19.000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00b050"/>
    </inkml:brush>
  </inkml:definitions>
  <inkml:trace contextRef="#ctx0" brushRef="#br0">1525.000 1160.000,'70.000'18.000,"18.000"-1.000,0.000 18.000,-18.000-18.000,1.000 0.000,-1.000-17.000,0.000 18.000,-17.000-18.000,0.000 17.000,0.000-17.000,34.000 0.000,-16.000 0.000,-18.000 0.000,17.000 0.000,0.000 0.000,1.000 0.000,-1.000 0.000,18.000 0.000,-35.000 0.000,35.000 0.000,-36.000 0.000,19.000 0.000,-19.000 0.000,36.000 0.000,-35.000 0.000,0.000 0.000,17.000 0.000,-17.000 0.000,17.000 0.000,-17.000 0.000,35.000 0.000,-35.000 0.000,35.000 0.000,17.000 0.000,36.000 0.000,0.000 0.000,-1.000 18.000,-17.000-18.000,-17.000 0.000,-36.000 0.000,18.000 0.000,-35.000 0.000,0.000 0.000,-1.000 0.000,19.000 0.000,-19.000 0.000,1.000 0.000,0.000 0.000,0.000 0.000,17.000 0.000,-17.000 0.000,0.000 17.000,-1.000-17.000,1.000 17.000,17.000 1.000,36.000 34.000,-53.000-52.000,70.000 35.000,-53.000-18.000,0.000 0.000,-17.000 1.000,0.000-18.000,0.000 0.000,17.000 0.000,0.000 0.000,-17.000-18.000,0.000 18.000,0.000-17.000,17.000 0.000,0.000-18.000,-17.000 0.000,17.000-34.000,-17.000 16.000,-35.000 1.000,-1.000 0.000,-17.000-17.000,0.000-1.000,0.000 18.000,-17.000-17.000,-1.000 16.000,-17.000 1.000,-18.000-17.000,18.000-1.000,-18.000 1.000,-17.000 17.000,17.000 34.000,-17.000 1.000,0.000 17.000,-18.000-17.000,17.000-1.000,19.000 18.000,-1.000 0.000,-18.000-17.000,19.000 17.000,-19.000-18.000,19.000 1.000,-1.000 17.000,-35.000 0.000,18.000 0.000,17.000 0.000,0.000 0.000,-35.000 0.000,18.000 0.000,-1.000 0.000,1.000 0.000,17.000 0.000,1.000 0.000,-1.000 0.000,-35.000 0.000,18.000 0.000,17.000 0.000,-35.000 0.000,35.000 0.000,-35.000 0.000,0.000 0.000,18.000 0.000,-18.000 0.000,-17.000 0.000,-1.000 0.000,-35.000-35.000,36.000 35.000,-18.000-17.000,17.000 17.000,18.000 0.000,18.000 0.000,17.000 0.000,0.000 0.000,-17.000 0.000,17.000 0.000,1.000 0.000,-1.000 0.000,-18.000 0.000,19.000 0.000,-1.000 0.000,-17.000 17.000,-18.000-17.000,17.000 0.000,19.000 0.000,-1.000 0.000,-18.000 0.000,1.000 0.000,-18.000 0.000,18.000 0.000,17.000 0.000,-17.000 0.000,17.000 0.000,-17.000 0.000,17.000 0.000,0.000 0.000,0.000 0.000,-17.000 0.000,-18.000 0.000,35.000 0.000,-17.000 0.000,0.000 18.000,-1.000-1.000,1.000 0.000,17.000 18.000,0.000 17.000,1.000-34.000,-1.000 16.000,18.000 19.000,-36.000-19.000,19.000 18.000,-1.000 1.000,0.000-19.000,36.000 18.000,17.000 1.000,-18.000 16.000,18.000-17.000,18.000 0.000,17.000 0.000,18.000-17.000,17.000 17.000,0.000 0.000,36.000 1.000,-18.000-1.000,-36.000-35.000,19.000 18.000,-19.000-35.000,19.000 17.000,-1.000-17.000,-17.000 0.000,0.000 0.000,17.000 0.000,-17.000 0.000,0.000 0.000,17.000-35.000,0.000 18.000,-17.000-18.000,0.000 1.000,0.000 16.000,-1.000-17.000,1.000 18.000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1383.000 437.000,'50.000'0.000,"1.000"0.000,-1.000 0.000,0.000 0.000,0.000 0.000,17.000 0.000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1239.000 440.000,'50.000'0.000,"0.000"0.000,-1.000 0.000,18.000 0.000,-18.000 0.000</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9T00:04:33"/>
    </inkml:context>
    <inkml:brush xml:id="br0">
      <inkml:brushProperty name="width" value="0.05292" units="cm"/>
      <inkml:brushProperty name="height" value="0.05292" units="cm"/>
      <inkml:brushProperty name="color" value="#ff0000"/>
    </inkml:brush>
  </inkml:definitions>
  <inkml:trace contextRef="#ctx0" brushRef="#br0">12242.000 8996.000,'35.000'0.000,"124.000"0.000,0.000 35.000,-18.000-35.000,-36.000 18.000,19.000-18.000,-18.000 17.000,-18.000 19.000,-35.000-36.000,-18.000 0.000,0.000 0.000,1.000 0.000,-1.000 0.000,-17.000 0.000,-1.000 0.000,19.000 0.000,16.000 0.000,-16.000 0.000,34.000 0.000,1.000 0.000,-18.000 0.000,35.000 0.000,-17.000 0.000,17.000 0.000,-18.000 0.000,36.000 0.000,-18.000 0.000,-35.000 0.000,53.000 0.000,-35.000 0.000,34.000 0.000,-16.000 0.000,-19.000 0.000,18.000 0.000,-17.000 0.000,17.000 0.000,-35.000 0.000,-18.000 0.000,1.000 0.000,-1.000 0.000,0.000 0.000,18.000 0.000,0.000 0.000,35.000 0.000,-17.000-36.000,17.000 36.000,-18.000 0.000,19.000 0.000,-36.000 0.000,-18.000 0.000,-17.000 0.000,-1.000 0.000,1.000 0.000,-1.000 0.000,36.000 0.000,0.000 0.000,0.000 0.000,53.000 0.000,-18.000 0.000,-35.000 0.000,35.000 0.000,-52.000 0.000,17.000 0.000,-18.000 0.000,0.000 0.000,18.000 0.000,0.000 0.000,17.000 0.000,19.000-17.000,-1.000 17.000,-35.000 0.000,17.000 0.000,-17.000 0.000,35.000 0.000,-17.000 0.000,17.000 0.000,-17.000 0.000,-1.000 0.000,-17.000 0.000,18.000 0.000,-36.000 0.000,18.000 0.000,-18.000 0.000,-17.000 0.000,17.000 0.000,18.000 0.000,0.000 0.000,35.000 0.000,-35.000 0.000,0.000 0.000,0.000 0.000,-18.000 0.000,36.000 0.000,-18.000 0.000,-18.000 0.000,0.000 0.000,-17.000 0.000,0.000 0.000,17.000 0.000,0.000-18.000,53.000 18.000,-17.000-18.000,35.000 18.000,17.000-17.000,-52.000 17.000,17.000 0.000,-53.000 0.000,18.000 0.000,0.000 0.000,0.000 0.000,35.000 0.000,-35.000 0.000,35.000 0.000,-35.000 0.000,-18.000 0.000,18.000 0.000,0.000 0.000,-17.000 0.000,16.000 0.000,-34.000 0.000,0.000 0.000,-1.000 0.000,19.000 0.000,-19.000 0.000,54.000 0.000,-36.000-18.000,36.000 18.000,-18.000 0.000,17.000 0.000,-17.000 0.000,-18.000 0.000,1.000-17.000,-19.000 17.000,1.000 0.000,52.000 0.000,1.000 0.000,17.000-18.000,-35.000 18.000,0.000 0.000,-18.000 0.000,1.000 0.000,-19.000 0.000,1.000 0.000,-1.000 0.000,1.000 0.000,0.000 0.000,-1.000 0.000,1.000 0.000,0.000 0.000,52.000 0.000,-17.000 0.000,0.000 0.000,-35.000 0.000,-1.000 0.000,1.000 0.000,0.000 0.000,52.000 0.000,-35.000 0.000,1.000 0.000,-19.000 0.000</inkml:trace>
  <inkml:trace contextRef="#ctx0" brushRef="#br0">2258.000 10019.000,'35.000'0.000,"1.000"0.000,52.000 0.000,-35.000 0.000,17.000 0.000,1.000 0.000,-1.000 0.000,36.000 0.000,71.000 0.000,-19.000 35.000,-52.000-35.000,0.000 18.000,0.000-18.000,17.000 0.000,-52.000 0.000,70.000 0.000,-70.000 0.000,34.000 0.000,37.000 0.000,-1.000 0.000,17.000 0.000,-16.000 0.000,-1.000 0.000,0.000 0.000,0.000 0.000,0.000 0.000,0.000 0.000,18.000 0.000,17.000 0.000,-35.000 0.000,36.000-35.000,17.000 17.000,-18.000-17.000,1.000 17.000,-19.000 18.000,-17.000 0.000,-70.000 0.000,17.000 0.000,-17.000 0.000,-36.000 0.000,18.000 0.000,-18.000-18.000,36.000 18.000,-1.000 0.000,1.000 0.000,35.000 0.000,52.000 0.000,-52.000 0.000,0.000 0.000,35.000 0.000,-35.000 0.000,18.000-17.000,-19.000 17.000,1.000 0.000,35.000 0.000,0.000 0.000,-17.000-36.000,-18.000 36.000,0.000 0.000,35.000 0.000,-53.000 0.000,-18.000 0.000,36.000 0.000,-18.000 0.000,-17.000 0.000,0.000-17.000,-1.000 17.000,-17.000 0.000,18.000 0.000,-19.000 0.000,19.000 0.000,-36.000-18.000,1.000 18.000,-1.000 0.000,0.000 0.000,-17.000 0.000,17.000 0.000,-17.000 0.000,-1.000 0.000,54.000 0.000,-36.000 0.000,36.000 0.000,-18.000 0.000,0.000 0.000,-18.000 0.000,0.000 0.000,0.000 0.000,-17.000 0.000,17.000 0.000,1.000 0.000,17.000 0.000,-1.000 0.000,37.000 0.000,-19.000 0.000,18.000 0.000,18.000 0.000,0.000 0.000,-18.000 35.000,18.000-35.000,70.000 18.000,-70.000-18.000,-18.000 18.000,54.000-18.000,-54.000 17.000,-18.000-17.000,-34.000 0.000,17.000 0.000,-18.000 0.000,-18.000 0.000,1.000 0.000,0.000 0.000,35.000 0.000,0.000 0.000,17.000 0.000,18.000 0.000,-17.000 0.000,17.000 0.000,-35.000 0.000,0.000 0.000,-18.000 0.000,18.000 0.000,18.000 0.000,-36.000 0.000,-17.000 0.000,17.000 0.000,0.000 0.000,0.000 0.000,1.000 0.000,-1.000 0.000,53.000 0.000,-17.000 0.000,17.000 0.000,-18.000 0.000,36.000 0.000,-35.000 0.000,35.000 0.000,17.000 0.000,-52.000 18.000,17.000-18.000,-18.000 0.000,19.000 0.000,-36.000 0.000,-1.000 0.000,1.000 0.000,-17.000 0.000,-1.000 0.000,18.000 0.000,-35.000 0.000,-1.000 0.000,36.000 0.000,53.000 0.000,-36.000 0.000,36.000 0.000,-35.000 0.000,-18.000 0.000,-36.000 0.000,1.000 18.000,0.000-18.000,-1.000 0.000,36.000 0.000,-17.000 0.000,-1.000 0.000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371.000 543.000,'66.000'0.000,"-17.000"-9.000,1.000 9.000,16.000 0.000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398.000 607.000,'48.000'0.000,"-1.000"0.000,1.000-9.000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360.000 683.000,'67.000'0.000,"0.000"0.000,0.000 0.000,-17.000 0.000,0.000 0.000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397.000 947.000,'17.000'50.000,"18.000"1.000,-18.000 0.000,0.000-1.000,35.000-50.000,17.000-34.000,-18.000-16.000,18.000 33.000,-17.000-34.000,0.000 34.000,0.000-16.000,16.000-35.000,-16.000 34.000,17.000 1.000,-17.000-1.000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269.000 1044.000,'50.000'-32.000,"0.000"16.000,0.000-15.000,0.000 15.000,0.000 16.000,-17.000-48.000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1005.000 889.000,'69.000'-17.000,"-18.000"-15.000,52.000 15.000,-17.000-15.000,-17.000 15.000,-1.000-16.000,-16.000 17.000,-1.000 0.000,18.000-17.000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10-16T16:36:29"/>
    </inkml:context>
    <inkml:brush xml:id="br0">
      <inkml:brushProperty name="width" value="0.09701" units="cm"/>
      <inkml:brushProperty name="height" value="0.09701" units="cm"/>
      <inkml:brushProperty name="color" value="#ff0000"/>
    </inkml:brush>
  </inkml:definitions>
  <inkml:trace contextRef="#ctx0" brushRef="#br0">1049.000 822.000,'50.000'-15.000,"-1.000"0.000,1.000-1.000,0.000-14.000,-1.000 15.000</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8T02:29:47"/>
    </inkml:context>
    <inkml:brush xml:id="br0">
      <inkml:brushProperty name="width" value="0.05292" units="cm"/>
      <inkml:brushProperty name="height" value="0.05292" units="cm"/>
      <inkml:brushProperty name="color" value="#ff0000"/>
    </inkml:brush>
  </inkml:definitions>
  <inkml:trace contextRef="#ctx0" brushRef="#br0">16228.000 6685.000,'-18.000'0.000,"-17.000"0.000,18.000 0.000,-19.000 0.000,1.000 0.000,0.000 0.000,-1.000 0.000,1.000 0.000,-35.000 0.000,-19.000 0.000,-16.000 0.000,-1.000 0.000,18.000 0.000,17.000 0.000,18.000 0.000,0.000 0.000,-17.000 0.000,34.000 0.000,1.000 0.000,17.000 0.000,-17.000 0.000,18.000 0.000,-1.000 0.000,-17.000 0.000,-18.000 0.000,17.000 0.000,-34.000 0.000,-1.000 0.000,18.000 0.000,0.000 0.000,1.000 0.000,16.000 0.000,-17.000 0.000,18.000 0.000,17.000 0.000,-17.000 0.000,18.000 0.000,-1.000 0.000,0.000 0.000,1.000 0.000,-19.000 0.000,1.000 0.000,-18.000 0.000,0.000 0.000,18.000 0.000,-53.000 0.000,-18.000 0.000,0.000-17.000,-17.000 17.000,-19.000-18.000,37.000 18.000,-19.000-35.000,-17.000 17.000,0.000 18.000,-35.000 0.000,17.000-18.000,18.000 18.000,70.000 0.000,-17.000 0.000,35.000 0.000,18.000 0.000,17.000 0.000,0.000 0.000,1.000 0.000,-36.000 18.000,18.000 0.000,-18.000 17.000,17.000-17.000,19.000-18.000,-18.000 17.000,-1.000 18.000,1.000 18.000,0.000-17.000,-1.000-1.000,-34.000 0.000,35.000 0.000,-1.000 1.000,1.000 17.000,0.000-18.000,-1.000-17.000,36.000 17.000,-17.000-35.000,-1.000 17.000,1.000-17.000,-19.000 36.000,19.000-19.000,-19.000 19.000,19.000-1.000,-19.000-17.000,19.000 17.000,-1.000 0.000,-17.000-17.000,17.000-1.000,18.000 19.000,-53.000-19.000,36.000 19.000,-1.000 17.000,-17.000-53.000,17.000 52.000,1.000-34.000,-19.000 0.000,36.000-1.000,-35.000 19.000,17.000-1.000,-35.000 0.000,36.000 0.000,17.000-17.000,-18.000 0.000,0.000-1.000,18.000 1.000,-17.000 0.000,-1.000 35.000,-17.000-18.000,0.000 0.000,-1.000 0.000,1.000 1.000,17.000-19.000,1.000 1.000,17.000 0.000,-18.000-18.000,1.000 17.000,-19.000 1.000,1.000 0.000,0.000-1.000,17.000-17.000,0.000 18.000,18.000-1.000,-17.000-17.000,-1.000 18.000,-17.000 0.000,-18.000-1.000,18.000 19.000,-36.000-19.000,36.000 1.000,-53.000 35.000,35.000-36.000,35.000-17.000,-17.000 18.000,17.000-18.000,18.000 18.000,-17.000-18.000,-19.000 0.000,1.000 0.000,17.000 0.000,-17.000 0.000,17.000 0.000,-17.000 0.000,18.000 0.000,-19.000 0.000,19.000 0.000,-19.000 17.000,19.000-17.000,-54.000 0.000,18.000 0.000,0.000 0.000,-35.000 0.000,18.000 0.000,17.000 0.000,0.000 0.000,17.000 0.000,1.000 0.000,18.000 0.000,-19.000 18.000,19.000-18.000,-1.000 0.000,0.000 0.000,1.000 0.000,-1.000 0.000,0.000 0.000,1.000 0.000,-1.000 0.000,0.000 18.000,1.000-18.000,-18.000 0.000,-1.000 0.000,1.000 0.000,0.000 17.000,-1.000-17.000,-16.000 0.000,-37.000 0.000,-16.000 18.000,34.000-18.000,-17.000 35.000,17.000-35.000,1.000 0.000,34.000 0.000,19.000 0.000,-36.000 0.000,0.000 0.000,-35.000 0.000,-18.000 0.000,35.000 0.000,-35.000 18.000,-52.000-18.000,87.000 0.000,-17.000 0.000,35.000 0.000,18.000 0.000,17.000 0.000,-35.000 0.000,-35.000 0.000,35.000 18.000,0.000-18.000,0.000 0.000,-17.000 0.000,34.000 0.000,1.000 17.000,0.000-17.000,35.000 18.000,-35.000-18.000,-1.000 17.000,1.000 1.000,-35.000-18.000,70.000 18.000,-18.000-18.000,0.000 17.000,1.000-17.000,-1.000 0.000,0.000 0.000,-17.000 18.000,17.000-18.000,-17.000 18.000,17.000-18.000,1.000 17.000,17.000 1.000,-18.000-18.000,1.000 18.000,-1.000-1.000,18.000 1.000,-18.000-18.000,1.000 17.000,-1.000 1.000,0.000 0.000,18.000-1.000,-35.000 19.000,35.000-19.000,-18.000-17.000,1.000 18.000,-1.000 17.000,-17.000-17.000,35.000-1.000,-18.000 1.000,1.000 17.000,-1.000-17.000,0.000 17.000,1.000 1.000,-1.000-1.000,-17.000 0.000,17.000 18.000,1.000-35.000,-19.000 52.000,19.000-34.000,-1.000 16.000,-17.000 19.000,17.000-18.000,-35.000 17.000,18.000 1.000,17.000-36.000,1.000 36.000,-19.000-36.000,36.000 0.000,-17.000 1.000,-1.000-1.000,0.000 0.000,1.000 18.000,17.000 0.000,-18.000-18.000,18.000 1.000,-35.000 34.000,35.000-35.000,0.000 18.000,0.000 0.000,0.000-17.000,0.000 34.000,0.000-35.000,0.000 54.000,0.000-19.000,0.000 18.000,0.000-17.000,0.000-18.000,0.000 17.000,0.000-34.000,0.000-19.000,0.000 54.000,0.000-36.000,0.000-17.000,0.000 17.000,0.000 0.000,0.000 1.000,0.000-1.000,0.000 18.000,0.000-18.000,0.000 36.000,0.000-54.000,0.000 19.000,0.000-1.000,0.000 0.000,0.000 18.000,0.000-18.000,0.000-17.000,0.000 35.000,0.000-18.000,0.000 18.000,0.000 0.000,0.000-18.000,0.000 1.000,0.000-1.000,0.000-18.000,0.000 19.000,0.000-19.000,17.000 1.000,-17.000 0.000,0.000 17.000,18.000 18.000,0.000-18.000,17.000 36.000,-35.000-54.000,0.000 19.000,18.000-1.000,-18.000-17.000,0.000-1.000,17.000 18.000,36.000 18.000,-35.000 18.000,-18.000-36.000,35.000-17.000,-17.000 17.000,-1.000-17.000,-17.000-1.000,0.000 1.000,18.000 0.000,-18.000-1.000,18.000-17.000,-18.000 18.000,0.000 0.000,35.000 17.000,-17.000-18.000,17.000 19.000,-17.000-1.000,17.000-17.000,0.000 17.000,36.000 36.000,-36.000-36.000,0.000-18.000,0.000 19.000,1.000-19.000,-19.000 1.000,1.000 0.000,17.000-1.000,36.000 1.000,-36.000 35.000,18.000-36.000,35.000 19.000,-35.000-1.000,35.000 18.000,-35.000-35.000,18.000-1.000,-18.000 18.000,-18.000-35.000,0.000 0.000,-17.000 0.000,-18.000 18.000,18.000-18.000,-1.000 0.000,36.000 0.000,0.000 0.000,0.000 0.000,53.000 0.000,-18.000 0.000,-35.000 0.000,-18.000 0.000,18.000 0.000,-35.000 18.000,-1.000-18.000,1.000 0.000,0.000 0.000,17.000 0.000,-17.000 0.000,17.000 0.000,-18.000 0.000,19.000 0.000,-1.000 0.000,-17.000 0.000,-1.000 0.000,1.000 0.000,0.000 0.000,-1.000 0.000,19.000 0.000,-19.000 0.000,1.000 0.000,-1.000 0.000,1.000 0.000,0.000 0.000,35.000 17.000,0.000 1.000,35.000 0.000,-18.000-1.000,54.000-17.000,-18.000 0.000,-71.000 18.000,0.000-18.000,-17.000 0.000,-1.000 0.000,89.000 0.000,18.000 0.000,17.000 0.000,0.000 0.000,0.000 0.000,0.000 0.000,-35.000 0.000,17.000 0.000,-52.000 18.000,-18.000-18.000,-18.000 0.000,-17.000 0.000,0.000 0.000,-1.000 0.000,1.000 0.000,17.000 0.000,0.000 0.000,1.000-18.000,-1.000 0.000,0.000-17.000,0.000 17.000,18.000 1.000,-17.000-19.000,-1.000 19.000,0.000-1.000,-35.000 1.000,35.000 17.000,-17.000 0.000,-18.000-18.000,18.000 18.000,-18.000-18.000,35.000 1.000,-17.000 17.000,-18.000-18.000,35.000-17.000,18.000-1.000,-53.000 19.000,18.000-1.000,-18.000 1.000,35.000-1.000,-18.000 0.000,-17.000 1.000,36.000-1.000,-19.000 0.000,1.000-17.000,0.000 17.000,-1.000-17.000,-17.000 18.000,18.000-1.000,0.000 0.000,-1.000 18.000,1.000-35.000,-1.000 17.000,1.000 1.000,-18.000-1.000,18.000 0.000,-18.000 1.000,17.000-1.000,1.000 0.000,0.000-17.000,17.000 0.000,-17.000 0.000,17.000-1.000,-18.000 1.000,19.000 0.000,-19.000 17.000,1.000-17.000,0.000 17.000,-1.000 1.000,1.000-1.000,0.000 0.000,-1.000 18.000,-17.000-17.000,0.000-1.000,18.000 0.000,0.000 1.000,-1.000-18.000,-17.000 17.000,18.000 18.000,-1.000-18.000,-17.000 1.000,18.000-1.000,0.000-17.000,-18.000 17.000,35.000-17.000,-17.000-1.000,-18.000 1.000,17.000 18.000,1.000 17.000,0.000 0.000,-1.000-36.000,1.000 19.000,-18.000-1.000,17.000 0.000,-17.000 1.000,0.000-1.000,18.000 18.000,0.000-18.000,-1.000 1.000,1.000-1.000,-18.000 1.000,18.000 17.000,-18.000-18.000,17.000 18.000,-17.000-18.000,0.000 1.000,18.000-1.000,0.000 0.000,-18.000 1.000,17.000 17.000,1.000-36.000,-1.000 19.000,-17.000-1.000,18.000 18.000,0.000 0.000,-18.000-17.000,17.000-1.000,-17.000 0.000,18.000 18.000,0.000-17.000,-1.000 17.000,1.000 0.000,-18.000-18.000,18.000 18.000,-1.000-18.000,1.000 18.000,0.000 0.000,-1.000 0.000,-17.000-17.000,18.000 17.000,17.000 0.000,0.000 0.000,1.000 0.000,-1.000-18.000,-17.000 18.000,-1.000 0.000,1.000-18.000,-1.000 18.000,1.000 0.000,0.000 0.000,-1.000 0.000,1.000 0.000,0.000-17.000,17.000 17.000,0.000 0.000,0.000 0.000,1.000 0.000,-19.000-18.000,1.000 18.000,17.000 0.000,1.000-18.000,-19.000 18.000,19.000 0.000,-19.000 0.000,1.000 0.000,17.000 0.000,0.000-17.000,-17.000 17.000,0.000 0.000,-1.000 0.000,-17.000-18.000,53.000 1.000,18.000-1.000,-36.000 0.000,18.000 18.000,-18.000-17.000,0.000 17.000,-17.000 0.000,0.000-18.000,-1.000 0.000,1.000 18.000,0.000 0.000,-1.000 0.000,1.000 0.000,0.000 0.000,-1.000 0.000,19.000-17.000,16.000 17.000,-16.000-18.000,34.000 18.000,-34.000-18.000,16.000 18.000,-34.000 0.000,17.000-17.000,-17.000 17.000,0.000 0.000,-1.000 0.000,1.000 0.000,0.000 0.000,17.000-18.000,0.000 18.000,0.000 0.000,-17.000 0.000,0.000 0.000,-1.000 0.000,1.000 0.000,-18.000-17.000,18.000 17.000,17.000 0.000,-17.000 0.000,52.000-18.000,-35.000 18.000,18.000-18.000,-17.000 18.000,-19.000 0.000,18.000 0.000,-17.000 0.000,53.000 0.000,-18.000 0.000,-1.000 0.000,-34.000 0.000,17.000 0.000,-17.000-17.000,0.000 17.000,-1.000 0.000,19.000 0.000,-1.000 0.000,0.000-18.000,0.000 18.000,-17.000 0.000,0.000 0.000,-1.000 0.000,1.000 0.000,0.000 0.000,17.000 0.000,0.000 0.000,-17.000 0.000,17.000-18.000,0.000 18.000,1.000-17.000,-1.000 17.000,-17.000 0.000,17.000 0.000,35.000-18.000,1.000 18.000,-36.000 0.000,18.000 0.000,-18.000-18.000,1.000 18.000,-1.000 0.000,-17.000 0.000,-1.000 0.000,1.000-17.000,0.000 17.000,-1.000 0.000,1.000-18.000,-1.000 18.000,-17.000-17.000,18.000 17.000,0.000 0.000,-1.000 0.000,-17.000-18.000,18.000 18.000,0.000 0.000,-18.000-18.000,17.000 18.000,19.000 0.000,-1.000 0.000,-18.000 0.000,19.000 0.000,-1.000 0.000,-17.000 0.000,-1.000 0.000,19.000 0.000,-1.000 0.000,-17.000 0.000,-1.000 0.000,1.000 0.000,17.000 0.000,-17.000 0.000,-1.000 0.000,19.000 0.000,-1.000 0.000,-17.000 0.000,-1.000 0.000,1.000 0.000,17.000 0.000,-17.000 0.000,17.000 0.000,-17.000 0.000,-1.000 0.000,1.000 0.000,0.000 0.000,-1.000 0.000,18.000 0.000,-17.000 0.000,0.000 0.000,-1.000 0.000,1.000 0.000,0.000 0.000,-1.000 0.000,1.000 0.000,17.000 0.000,-17.000-17.000,0.000 17.000,-1.000 0.000,1.000 0.000,-1.000 0.000,1.000 0.000,0.000 0.000,-1.000 0.000,1.000 0.000,0.000 0.000,17.000 0.000,0.000 0.000,-17.000 0.000,17.000 0.000,-17.000 0.000,17.000 0.000,-17.000 0.000,-1.000 0.000,1.000 0.000,0.000 0.000,-1.000 0.000,1.000 0.000,-1.000 0.000,1.000 0.000,17.000 0.000,1.000 0.000,-19.000 0.000,19.000 0.000,-19.000 0.000,19.000 0.000,-1.000 0.000,0.000 0.000,0.000 0.000,-17.000 0.000,0.000 0.000,-1.000 0.000,19.000 0.000,-1.000 17.000,0.000-17.000,0.000 0.000,-17.000 0.000,0.000 0.000,-1.000 0.000,1.000 0.000,-18.000 18.000,18.000-18.000,-1.000 0.000,1.000 18.000,-1.000-18.000,1.000 0.000,0.000 17.000,-1.000-17.000,54.000 0.000,-53.000 0.000,52.000 18.000,-35.000-1.000,1.000-17.000,-19.000 0.000,1.000 0.000,17.000 18.000,53.000 0.000,36.000 35.000,-36.000-18.000,18.000 0.000,-18.000 0.000,0.000-17.000,-35.000 0.000,0.000-18.000,-18.000 17.000,-35.000 72.000,0.000-54.000,0.000 0.000,0.000 0.000,0.000 1.000,0.000-1.000,0.000 0.000,18.000 1.000,-18.000-1.000,0.000 0.000,0.000 0.000,0.000 1.000,0.000-1.000,0.000-17.000,18.000 17.000,-18.000-18.000,0.000 1.000,0.000 17.000,0.000-17.000,0.000 17.000,17.000-35.000,-17.000 36.000,0.000-1.000,0.000-18.000,0.000 19.000,18.000-19.000,-18.000 1.000,0.000 17.000,0.000-17.000,18.000 17.000,-18.000-17.000,0.000 17.000,0.000-17.000,0.000-1.000,0.000 1.000,0.000 0.000,0.000-1.000,0.000 1.000,17.000 17.000,-17.000-17.000,0.000 0.000,0.000 17.000,0.000-18.000,18.000 19.000,-18.000-19.000,0.000 19.000,18.000-19.000,-18.000 19.000,0.000-19.000,0.000 18.000,17.000 1.000,-17.000-1.000,18.000 0.000,-18.000-17.000,17.000 17.000,-17.000 1.000,18.000-19.000,-18.000 18.000,18.000-17.000,-1.000-18.000,-17.000 18.000,0.000-1.000,18.000-17.000,0.000 36.000,-1.000-36.000,-17.000 17.000,18.000 1.000,0.000-18.000,-18.000 18.000,17.000-1.000,-17.000 1.000,18.000-18.000,0.000 17.000,-1.000-17.000,-17.000 18.000,0.000 0.000,18.000-18.000,-1.000 17.000,1.000 1.000,0.000 0.000,-1.000-18.000,-17.000 17.000,18.000-17.000,0.000 0.000,35.000 36.000,-1.000-1.000,1.000-35.000,0.000 35.000,-17.000-17.000,34.000-1.000,-17.000 1.000,-18.000-18.000,1.000 18.000,-1.000-1.000,-17.000-17.000,-1.000 18.000,18.000 0.000,-17.000-18.000,17.000 17.000,-17.000-17.000,0.000 0.000,-1.000 0.000,1.000 0.000,0.000 0.000,-18.000 18.000,35.000-18.000,0.000 0.000,-17.000 0.000,17.000 18.000,0.000-18.000,-17.000 0.000,0.000 0.000,17.000 0.000,0.000 17.000,0.000-17.000,-17.000 0.000,17.000 0.000,-17.000 0.000,0.000 0.000,-1.000 0.000,1.000 0.000,0.000 18.000,-1.000-18.000,1.000 0.000,-1.000 0.000,1.000 0.000,17.000 0.000,-17.000 0.000,17.000 0.000,1.000 0.000,-19.000 0.000,1.000 0.000,-1.000 0.000,19.000 0.000,-19.000 0.000,36.000 0.000,-17.000 0.000,-1.000 0.000,18.000 0.000,-18.000 0.000,0.000 0.000,-17.000 0.000,0.000 0.000,-1.000 0.000,1.000 0.000,0.000 0.000,-1.000 0.000,1.000 0.000,-1.000 0.000,19.000-18.000,-1.000 18.000,36.000 0.000,-54.000 0.000,18.000 0.000,36.000 0.000,-36.000-17.000,1.000 17.000,-19.000 0.000,18.000 0.000,36.000 0.000,-36.000 0.000,-17.000 0.000,0.000 0.000,-1.000-18.000,1.000 18.000,0.000 0.000,17.000 0.000,0.000 0.000,0.000 0.000,1.000-18.000,-1.000 18.000,0.000-17.000,0.000 17.000,18.000 0.000,-17.000 0.000,-19.000 0.000,1.000-18.000,0.000 18.000,-1.000 0.000,1.000 0.000,17.000-18.000,36.000 18.000,-54.000 0.000,19.000-17.000,34.000 17.000,-17.000 0.000,-18.000-18.000,-17.000 18.000,0.000 0.000,17.000-18.000,-17.000 18.000,-1.000-17.000,36.000-1.000,-18.000 18.000,1.000-18.000,-19.000 1.000,19.000 17.000,-19.000 0.000,1.000-18.000,-1.000 1.000,1.000 17.000,17.000-18.000,1.000 0.000,17.000 1.000,-18.000-36.000,18.000 35.000,0.000 0.000,-18.000 1.000,18.000-1.000,-18.000-17.000,36.000 0.000,-18.000-1.000,35.000-17.000,-35.000 18.000,-18.000 0.000,0.000 17.000,1.000 1.000,-19.000-1.000,1.000 0.000,0.000 1.000,-1.000-1.000,1.000 18.000,-18.000-18.000,17.000 18.000,-17.000-17.000,18.000-1.000,0.000 0.000,17.000 1.000,-17.000 17.000,-18.000-18.000,0.000 1.000,17.000 17.000,19.000-18.000,-1.000 0.000,18.000 1.000,-18.000-1.000,0.000 0.000,-17.000 1.000,0.000 17.000,-1.000 0.000,1.000 0.000,-1.000-18.000,19.000 0.000,-19.000 1.000,1.000 17.000,17.000-18.000,1.000 1.000,-36.000-1.000,35.000 0.000,-17.000 18.000,-1.000-17.000,1.000-1.000,-1.000 18.000,1.000 0.000,0.000-35.000,-1.000 35.000,19.000-36.000,-1.000 19.000,-17.000 17.000,-1.000-18.000,1.000 18.000,-18.000-17.000,17.000-1.000,1.000 18.000,-18.000-18.000,18.000 18.000,-18.000-17.000,17.000 17.000,1.000 0.000,0.000 0.000,-1.000 0.000,19.000-18.000,-36.000 0.000,17.000 18.000,-17.000-17.000,18.000 17.000,-1.000-18.000,1.000 18.000,-18.000-18.000,18.000 18.000,-18.000-17.000,17.000 17.000,19.000-18.000,-19.000 0.000,1.000 1.000,0.000 17.000,-1.000-18.000,-17.000 1.000,18.000 17.000,0.000 0.000,-1.000-18.000,18.000 0.000,-17.000 18.000,17.000-17.000,1.000-1.000,-19.000 18.000,-17.000-18.000,18.000 18.000,0.000-17.000,-1.000 17.000,1.000-18.000,-1.000 18.000,1.000 0.000,0.000-18.000,-1.000 1.000,19.000-1.000,-19.000 1.000,1.000 17.000,0.000 0.000,-1.000 0.000,-17.000-18.000,18.000 18.000,-18.000-18.000,35.000 1.000,-17.000 17.000,-18.000-18.000,17.000 0.000,1.000 18.000,-18.000-35.000,18.000 35.000,-18.000-18.000,17.000-17.000,-17.000 18.000,18.000-1.000,-18.000 0.000,18.000 1.000,-18.000-1.000,0.000 0.000,0.000 1.000,17.000 17.000,-17.000-18.000,0.000-17.000,0.000 17.000,0.000 0.000,0.000 1.000,0.000-1.000,18.000 1.000,-18.000-1.000,0.000-17.000,0.000-1.000,0.000 19.000,0.000-19.000,0.000 19.000,0.000-1.000,0.000 1.000,0.000-1.000,0.000-17.000,0.000 17.000,0.000-17.000,0.000 17.000,0.000 0.000,0.000 1.000,0.000-18.000,0.000-1.000,0.000 1.000,0.000 17.000,0.000-17.000,0.000 17.000,0.000 1.000,18.000 17.000,-18.000-18.000,0.000 0.000,0.000 1.000,0.000-1.000,0.000 1.000,0.000-1.000,0.000 0.000,0.000 1.000,0.000-1.000,0.000 0.000,0.000-17.000,0.000 17.000,0.000 1.000,0.000-1.000,0.000 1.000,0.000-19.000,17.000 1.000,18.000 0.000,-35.000 17.000,0.000 0.000,0.000 1.000,0.000-1.000,0.000 1.000,0.000-1.000,0.000 0.000,0.000 1.000,0.000-1.000,0.000 0.000,0.000 1.000,0.000-1.000,0.000 0.000,0.000 1.000,0.000-1.000,0.000 0.000,0.000 1.000,0.000-1.000,0.000 1.000,0.000-1.000,0.000-17.000,0.000 17.000,0.000 0.000,0.000 1.000,0.000-19.000,0.000 19.000,0.000-1.000,0.000 1.000,0.000-1.000,0.000 0.000,0.000 1.000,0.000-1.000,0.000 0.000,0.000 1.000,0.000-19.000,0.000 1.000,0.000 18.000,0.000-19.000,0.000 19.000,0.000-1.000,0.000 0.000,0.000-35.000,0.000 36.000,0.000-1.000,-17.000 0.000,17.000 1.000,0.000-1.000,0.000 1.000,-18.000-19.000,18.000 1.000,0.000 0.000,0.000-1.000,0.000 19.000,0.000-1.000,0.000 1.000,-17.000-19.000,17.000 19.000,0.000-1.000,0.000-17.000,-18.000-1.000,18.000 1.000,0.000 0.000,0.000 0.000,0.000 17.000,0.000 0.000,0.000 1.000,-18.000-1.000,18.000 0.000,0.000 1.000,0.000-1.000,0.000 0.000,0.000 1.000,-17.000-1.000,17.000-17.000,0.000 17.000,-18.000-35.000,0.000 18.000,1.000 0.000,-1.000-18.000,0.000 18.000,18.000-1.000,-17.000 19.000,17.000-1.000,-18.000-17.000,18.000 17.000,-18.000 1.000,1.000-19.000,-1.000 1.000,18.000 0.000,-17.000-18.000,-1.000 17.000,18.000 19.000,0.000-1.000,0.000 1.000,0.000-1.000,-18.000 0.000,18.000 1.000,0.000-1.000,0.000 0.000,-17.000-17.000,17.000 0.000,-36.000 0.000,1.000-18.000,17.000 17.000,1.000 1.000,-18.000-18.000,-1.000 18.000,36.000-36.000,-17.000 36.000,-1.000 17.000,18.000 1.000,-18.000-1.000,-17.000-17.000,17.000 0.000,1.000-1.000,-18.000 1.000,-36.000-53.000,36.000 53.000,17.000 17.000,0.000 0.000,1.000 18.000,-1.000 0.000,-17.000 0.000,-18.000 36.000,0.000-19.000,18.000-17.000,-18.000 18.000,18.000-1.000,17.000-17.000,-17.000 0.000,17.000 18.000,-17.000-18.000,-1.000 0.000,19.000 0.000,-1.000 0.000,1.000 0.000,-1.000 0.000,0.000 0.000,1.000 18.000,-19.000-18.000,-17.000 17.000,18.000 1.000,-18.000 0.000,18.000-1.000,-36.000 1.000,71.000 0.000,-17.000-1.000,-1.000-17.000,-17.000 0.000,35.000 18.000,-18.000-18.000,-17.000 17.000,0.000 1.000,-1.000 0.000,19.000-18.000,-1.000 17.000,0.000-17.000,1.000 18.000,-18.000-18.000,17.000 0.000,-17.000 18.000,17.000-18.000,18.000 17.000,-18.000-17.000,18.000 18.000,-17.000-18.000,-19.000 18.000,19.000-18.000,-19.000 17.000,1.000 1.000,0.000-18.000,17.000 18.000,1.000-18.000,-1.000 17.000,0.000-17.000,1.000 18.000,-1.000-18.000,0.000 0.000,1.000 17.000,-1.000-17.000,1.000 18.000,-1.000-18.000,-17.000 18.000,-18.000-1.000,17.000 1.000,-34.000-18.000,35.000 18.000,-18.000-1.000,17.000 1.000,1.000 0.000,-18.000-18.000,18.000 17.000,17.000-17.000,1.000 18.000,-1.000-18.000,-17.000 17.000,17.000-17.000,-17.000 18.000,17.000-18.000,1.000 0.000,-1.000 0.000,0.000 0.000,1.000 0.000,17.000 18.000,-18.000-18.000,0.000 0.000,1.000 17.000,-1.000-17.000,-17.000 0.000,0.000 0.000,-1.000 18.000,19.000-18.000,-19.000 0.000,1.000 0.000,0.000 0.000,-1.000 18.000,1.000-18.000,0.000 0.000,0.000 0.000,-1.000 0.000,19.000 0.000,-19.000 0.000,1.000 0.000,-35.000 17.000,34.000-17.000,19.000 0.000,-19.000 0.000,-34.000 18.000,17.000-18.000,-18.000 0.000,-17.000 0.000,-18.000 0.000,1.000 0.000,16.000 0.000,36.000 0.000,-17.000 0.000,-1.000-18.000,36.000 18.000,17.000 0.000,1.000 0.000,-36.000 0.000,0.000 0.000,-53.000 0.000,18.000 0.000,17.000-17.000,-17.000 17.000,53.000 0.000,17.000 0.000,-35.000 0.000,-35.000-18.000,18.000 18.000,-19.000-35.000,19.000 35.000,-1.000-18.000,54.000 18.000,-19.000 0.000,19.000 0.000,-1.000 0.000,-35.000-18.000,-35.000 1.000,-18.000-18.000,-17.000-1.000,34.000 19.000,19.000-1.000,17.000 0.000,35.000 18.000,1.000 0.000,17.000-17.000,0.000-19.000,-53.000-52.000,0.000 35.000,18.000 0.000,-1.000 0.000,-17.000 18.000,0.000-18.000,36.000 36.000,-1.000-19.000,-17.000 19.000,35.000-1.000,0.000 0.000,-18.000-17.000,18.000 18.000,-17.000-36.000,17.000 35.000,0.000 0.000,-18.000 1.000,0.000-36.000,1.000 35.000,17.000 1.000,0.000-1.000,0.000 0.000,-18.000 1.000,18.000-1.000,0.000 0.000,0.000 1.000,0.000-19.000,-18.000 19.000,18.000-1.000,-17.000 18.000,17.000-18.000,0.000 1.000,0.000-1.000,-18.000-17.000,18.000 0.000,0.000-1.000,-17.000 19.000,17.000-1.000,0.000 0.000,0.000-17.000,-18.000 18.000,18.000-1.000,0.000-17.000,0.000 17.000,0.000 0.000,0.000 1.000,-18.000-1.000,-35.000-35.000,36.000 36.000,-1.000 17.000,0.000 0.000,1.000 0.000,-1.000 0.000,1.000-18.000,-1.000 0.000,-53.000 1.000,36.000 17.000,-18.000-18.000,18.000 18.000,0.000 0.000,-1.000 0.000,19.000 0.000,-1.000 0.000,0.000 0.000,-17.000 0.000,-18.000 0.000,18.000 0.000,17.000 0.000,-17.000 0.000,17.000 0.000,1.000 0.000,-1.000 0.000,0.000 0.000,1.000 0.000,-18.000 0.000,17.000 0.000,0.000 0.000,1.000 0.000,-1.000 0.000,0.000 0.000,1.000 0.000,-19.000 0.000,19.000 0.000,-1.000 0.000,-17.000 0.000,-18.000 0.000,18.000 18.000,17.000-18.000,-17.000 0.000,17.000 0.000,0.000 0.000,1.000 17.000,-1.000-17.000,-17.000 0.000,-18.000 0.000,18.000 0.000,17.000 0.000,0.000 0.000,-17.000 0.000,18.000 0.000,-1.000 18.000,0.000-18.000,-17.000 0.000,17.000 0.000,1.000 18.000,-1.000-18.000,0.000 0.000,-17.000 0.000,-18.000 0.000,18.000 0.000,17.000 0.000,1.000 0.000,-1.000 0.000,-17.000 0.000,-1.000 0.000,19.000 0.000,-18.000 0.000,17.000 0.000,0.000 17.000,1.000-17.000,-1.000 0.000,0.000 0.000,1.000 0.000,-1.000 0.000,18.000 18.000,-18.000-18.000,1.000 0.000,-18.000 17.000,-1.000 1.000,1.000 0.000,17.000-18.000,1.000 17.000,17.000-34.000,0.000-19.000,0.000 19.000,0.000-1.000,0.000-17.000,0.000 17.000,0.000 1.000,0.000-1.000,-18.000 18.000,18.000 18.000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0-08T16:16:51"/>
    </inkml:context>
    <inkml:brush xml:id="br0">
      <inkml:brushProperty name="width" value="0.09701" units="cm"/>
      <inkml:brushProperty name="height" value="0.09701" units="cm"/>
      <inkml:brushProperty name="color" value="#ff0000"/>
    </inkml:brush>
  </inkml:definitions>
  <inkml:trace contextRef="#ctx0" brushRef="#br0">732.000 219.000,'0.000'0.000,"0.000"0.000,0.000 0.000,0.000 0.000,0.000 0.000,0.000 0.000,0.000 0.000,0.000 0.000,0.000 0.000,0.000 0.000,0.000 0.000,0.000 18.000,0.000-18.000,0.000 0.000,0.000 0.000,0.000 0.000,0.000 0.000,0.000 0.000,0.000 17.000,0.000-17.000,0.000 0.000,0.000 0.000,0.000 0.000,0.000 0.000,0.000 0.000,0.000 0.000,0.000 18.000,0.000-18.000,0.000 0.000,0.000 0.000,0.000 0.000,0.000 0.000,0.000 17.000,0.000-17.000,0.000 0.000,0.000 0.000,0.000 18.000,0.000-18.000,0.000 17.000,0.000-17.000,0.000 18.000,0.000-1.000,0.000 1.000,0.000-1.000,0.000 1.000,0.000-1.000,0.000 1.000,0.000-1.000,0.000 1.000,0.000-1.000,0.000 18.000,0.000-17.000,0.000-1.000,0.000 18.000,0.000-35.000,0.000 18.000,0.000 17.000,0.000-18.000,0.000 1.000,0.000-1.000,0.000-17.000,0.000 18.000,0.000-1.000,0.000 1.000,0.000-1.000,0.000-17.000,0.000 18.000,0.000-18.000,0.000 17.000,0.000 1.000,0.000-18.000,0.000 17.000,0.000-17.000,0.000 18.000,0.000-18.000,0.000 17.000,0.000-17.000,0.000 18.000,0.000-1.000,0.000-17.000,0.000 18.000,0.000-1.000,0.000 1.000,0.000-1.000,0.000-17.000,0.000 18.000,0.000-18.000,0.000 17.000,0.000 1.000,0.000-1.000,0.000-17.000,0.000 18.000,0.000-1.000,0.000 1.000,0.000-18.000,0.000 17.000,0.000 1.000,0.000-1.000,0.000 1.000,0.000-1.000,0.000 1.000,0.000-1.000,0.000 1.000,0.000-1.000,0.000 1.000,0.000-1.000,0.000 1.000,0.000-1.000,0.000 1.000,0.000-1.000,0.000 1.000,0.000-1.000,0.000 1.000,0.000-1.000,0.000 18.000,0.000-17.000,0.000-1.000,0.000 1.000,0.000-1.000,0.000 18.000,0.000-17.000,0.000 0.000,0.000-1.000,0.000 1.000,0.000-1.000,0.000 1.000,0.000 17.000,0.000-18.000,0.000 1.000,0.000-1.000,0.000 1.000,0.000 17.000,0.000-18.000,0.000 1.000,0.000-1.000,0.000 1.000,0.000 17.000,0.000-18.000,0.000 1.000,0.000-1.000,0.000-17.000,0.000 18.000,0.000-1.000,0.000 1.000,0.000-1.000,0.000 1.000,0.000-1.000,0.000 1.000,0.000-18.000,0.000 17.000,0.000 18.000,0.000-17.000,0.000-1.000,0.000 18.000,0.000-35.000,0.000 18.000,0.000 17.000,0.000-18.000,0.000 1.000,0.000 17.000,0.000-18.000,0.000 1.000,0.000-1.000,0.000 18.000,0.000 0.000,0.000-17.000,0.000-1.000,0.000 18.000,0.000-17.000,0.000 17.000,0.000-18.000,0.000 18.000,0.000-17.000,0.000-1.000,0.000 18.000,0.000-17.000,0.000-1.000,0.000 18.000,0.000-17.000,0.000-1.000,0.000 1.000,0.000 17.000,0.000-18.000,0.000 1.000,0.000-1.000,0.000 1.000,0.000 17.000,0.000-18.000,0.000 19.000,0.000-19.000,0.000 1.000,0.000 17.000,0.000-18.000,0.000 1.000,0.000-1.000,0.000 18.000,0.000-17.000,0.000-1.000,0.000 18.000,0.000-17.000,0.000-1.000,0.000 1.000,0.000-1.000,0.000 1.000,0.000-1.000,0.000 1.000,0.000 17.000,0.000-18.000,0.000 1.000,0.000-1.000,0.000 1.000,0.000-1.000,0.000 1.000,0.000-1.000,0.000 1.000,0.000-18.000,0.000 17.000,0.000 1.000,0.000-1.000,0.000-17.000,0.000 18.000,0.000-18.000,0.000 17.000,0.000 1.000,0.000-1.000,0.000-17.000,0.000 18.000,0.000-1.000,0.000-17.000,0.000 0.000,0.000 18.000,0.000-18.000,0.000 17.000,0.000-17.000,0.000 0.000,0.000 18.000,0.000-18.000,0.000 17.000,0.000 1.000,0.000-18.000,0.000 17.000,0.000-17.000,0.000 18.000,0.000-18.000,0.000 17.000,0.000-17.000,0.000 18.000,0.000-18.000,0.000 17.000,0.000 1.000,0.000-18.000,0.000 0.000,0.000 17.000,0.000-17.000,0.000 18.000,0.000-18.000,0.000 17.000,0.000 1.000,0.000-1.000,0.000 1.000,0.000-18.000,0.000 17.000,0.000-17.000,0.000 18.000,0.000-1.000,0.000 1.000,0.000-18.000,0.000 17.000,0.000-17.000,0.000 18.000,0.000-1.000,0.000-17.000,0.000 18.000,0.000-1.000,0.000-17.000,0.000 18.000,0.000-18.000,0.000 17.000,0.000 1.000,0.000-18.000,0.000 17.000,0.000-17.000,0.000 0.000,0.000 18.000,0.000-18.000,0.000 17.000,0.000-17.000,0.000 18.000,0.000-18.000,0.000 0.000,0.000 17.000,0.000-17.000,0.000 18.000,0.000-18.000,0.000 17.000,0.000-17.000,0.000 18.000,0.000-18.000,0.000 17.000,0.000-17.000,0.000 18.000,0.000-18.000,0.000 18.000,0.000-1.000,0.000-17.000,0.000 18.000,0.000-1.000,0.000-17.000,0.000 18.000,0.000-1.000,0.000 1.000,0.000-1.000,0.000 1.000,0.000-1.000,0.000 1.000,0.000-1.000,0.000 1.000,0.000-18.000,0.000 17.000,0.000 1.000,0.000-1.000,0.000 1.000,0.000-18.000,0.000 17.000,0.000 1.000,0.000-1.000,0.000-17.000,0.000 18.000,0.000-1.000,0.000 1.000,0.000-1.000,0.000-17.000,0.000 18.000,0.000-18.000,0.000 17.000,0.000 1.000,0.000-1.000,0.000 1.000,0.000-18.000,0.000 17.000,0.000 1.000,0.000-18.000,0.000 17.000,0.000 1.000,0.000-18.000,0.000 17.000,0.000-17.000,0.000 0.000,0.000 18.000,0.000-18.000,0.000 17.000,0.000-17.000,0.000 18.000,0.000-18.000,0.000 0.000,0.000 17.000,0.000-17.000,0.000 0.000,0.000 18.000,0.000-18.000,0.000 0.000,0.000 0.000,0.000 0.000,0.000 0.000,0.000 17.000,0.000-17.000,0.000 0.000,0.000 0.000,0.000 0.000,0.000 0.000,0.000 18.000,0.000-18.000,0.000 0.000,0.000 0.000,0.000 17.000,0.000-17.000,0.000 0.000,0.000 18.000,0.000-18.000,0.000 0.000,0.000 17.000,0.000-17.000,0.000 0.000,0.000 18.000,0.000-18.000,0.000 0.000,0.000 0.000,0.000 17.000,0.000-17.000,0.000 0.000,0.000 18.000,0.000-1.000,0.000-17.000,0.000 18.000,0.000-1.000,0.000-17.000,0.000 18.000,0.000-1.000,0.000 1.000,0.000-1.000,0.000-17.000,0.000 35.000,0.000-17.000,0.000-18.000,0.000 17.000,0.000-17.000,0.000 18.000,0.000-1.000,0.000 1.000,0.000-18.000,0.000 17.000,0.000 1.000,0.000-18.000,0.000 17.000,0.000 1.000,0.000-18.000,0.000 17.000,0.000 1.000,0.000-18.000,0.000 17.000,0.000 1.000,0.000-18.000,0.000 17.000,0.000 1.000,0.000-18.000,0.000 17.000,0.000-17.000,0.000 18.000,0.000-1.000,0.000-17.000,0.000 18.000,0.000-18.000,0.000 17.000,0.000 1.000,0.000-18.000,0.000 17.000,0.000 1.000,0.000-18.000,0.000 17.000,0.000 1.000,0.000-18.000,0.000 18.000,-17.000-1.000,17.000 1.000,0.000-1.000,0.000-17.000,0.000 35.000,0.000-17.000,0.000-18.000,0.000 17.000,0.000 1.000,0.000-1.000,0.000 1.000,0.000 17.000,0.000-18.000,-18.000 1.000,18.000-1.000,0.000 1.000,0.000 17.000,0.000-18.000,0.000 18.000,0.000-17.000,0.000-1.000,0.000 1.000,0.000 17.000,0.000-18.000,0.000 1.000,0.000-1.000,0.000 1.000,0.000-1.000,0.000 1.000,0.000-1.000,0.000-17.000,0.000 18.000,0.000-1.000,0.000 1.000,0.000-1.000,0.000 1.000,0.000-1.000,0.000-17.000,0.000 18.000,0.000 17.000,0.000-18.000,0.000 1.000,0.000 17.000,0.000 0.000,0.000-18.000,0.000 18.000,0.000 0.000,0.000-17.000,0.000 17.000,0.000-18.000,0.000 1.000,0.000-1.000,0.000 1.000,0.000-1.000,0.000 1.000,0.000 17.000,0.000-18.000,0.000 18.000,0.000-17.000,0.000-1.000,0.000 18.000,0.000 0.000,0.000-17.000,0.000 17.000,0.000 0.000,0.000 0.000,0.000-17.000,0.000 17.000,0.000 0.000,0.000-18.000,0.000 1.000,0.000-1.000,0.000 1.000,0.000-1.000,0.000 1.000,0.000-1.000,0.000 1.000,0.000-1.000,0.000 18.000,0.000-17.000,0.000 17.000,-17.000-18.000,17.000 18.000,0.000-17.000,0.000-1.000,-18.000 18.000,18.000-17.000,0.000 17.000,0.000 0.000,0.000 0.000,-18.000-18.000,18.000 36.000,0.000-18.000,0.000 0.000,0.000 0.000,0.000-18.000,0.000 18.000,-17.000-17.000,17.000 17.000,0.000 0.000,0.000-18.000,0.000 1.000,0.000 17.000,0.000 0.000,-18.000-18.000,18.000 18.000,0.000-17.000,0.000 17.000,0.000-18.000,0.000 18.000,0.000 0.000,0.000-17.000,0.000-1.000,0.000 18.000,0.000 0.000,-17.000-17.000,17.000 17.000,0.000 0.000,0.000 0.000,0.000-17.000,0.000-18.000,0.000 35.000,0.000-18.000,0.000 18.000,0.000 0.000,0.000-17.000,0.000 17.000,0.000-18.000,0.000 1.000,0.000 17.000,0.000 0.000,-18.000-18.000,18.000 18.000,0.000-17.000,0.000-1.000,0.000 18.000,0.000-35.000,0.000 35.000,0.000-17.000,0.000 17.000,0.000-18.000,0.000 1.000,18.000 17.000,-18.000 0.000,0.000 0.000,0.000-18.000,0.000 1.000,0.000 17.000,0.000-18.000,0.000 18.000,0.000-17.000,0.000-1.000,0.000 18.000,0.000-17.000,0.000-1.000,0.000 1.000,0.000 17.000,0.000-18.000,0.000 18.000,0.000-17.000,0.000 17.000,0.000 0.000,0.000-18.000,0.000 18.000,0.000 0.000,0.000-17.000,0.000 17.000,0.000 0.000,0.000 0.000,0.000 0.000,0.000 0.000,0.000 0.000,0.000 0.000,0.000 0.000,0.000-17.000,0.000-1.000,0.000 18.000,0.000-17.000,0.000 17.000,0.000 0.000,0.000 0.000,0.000-18.000,0.000 18.000,0.000-17.000,0.000-1.000,0.000 1.000,0.000 17.000,0.000 0.000,0.000 0.000,0.000-18.000,0.000 18.000,0.000 0.000,0.000 0.000,0.000-17.000,0.000 17.000,0.000 0.000,0.000 0.000,0.000 0.000,0.000-18.000,0.000 18.000,0.000 0.000,0.000 0.000,0.000 18.000,0.000-18.000,0.000-18.000,0.000 18.000,0.000 0.000,0.000-17.000,0.000-1.000,0.000 1.000,0.000-1.000,0.000 18.000,0.000-17.000,0.000 17.000,0.000-18.000,0.000 1.000,0.000 17.000,0.000 0.000,0.000-18.000,0.000 1.000,0.000 17.000,0.000-17.000,0.000-1.000,0.000 18.000,0.000-17.000,0.000 17.000,0.000-18.000,0.000 18.000,0.000-35.000,0.000 35.000,0.000 0.000,0.000 18.000,0.000-18.000,0.000 0.000,0.000 17.000,0.000-17.000,0.000-17.000,0.000 17.000,0.000 0.000,0.000 17.000,0.000-17.000,0.000-17.000,0.000 17.000,0.000-18.000,0.000 18.000,0.000-17.000,0.000 34.000,0.000-17.000,0.000 0.000,0.000 0.000,0.000 0.000,0.000 0.000,0.000 18.000,0.000-36.000,0.000 18.000,0.000 0.000,0.000 0.000,0.000 0.000,0.000 0.000,-18.000-17.000,18.000 17.000,0.000-18.000,0.000 1.000,0.000-1.000,0.000 1.000,0.000 17.000,0.000-17.000,0.000-1.000,0.000-17.000,0.000 18.000,0.000-1.000,0.000 1.000,0.000-18.000,0.000 17.000,0.000 1.000,0.000-1.000,0.000 1.000,0.000-1.000,0.000 1.000,0.000-1.000,0.000 1.000,0.000-1.000,0.000 18.000,0.000 0.000,0.000 0.000,0.000 0.000,0.000 0.000,0.000-17.000,0.000 17.000,0.000-18.000,0.000 18.000,0.000-17.000,0.000-1.000,0.000 18.000,0.000 0.000,0.000-17.000,0.000-1.000,0.000 18.000,0.000-17.000,0.000-1.000,0.000 18.000,0.000-17.000,0.000-1.000,0.000 18.000,0.000-17.000,0.000-1.000,0.000 1.000,0.000-1.000,0.000 1.000,0.000-1.000,0.000 1.000,0.000-1.000,0.000-17.000,0.000 35.000,0.000-17.000,0.000-18.000,0.000 17.000,0.000-17.000,0.000 18.000,0.000-1.000,0.000-17.000,0.000 18.000,0.000-1.000,0.000-17.000,0.000 18.000,0.000-18.000,0.000 0.000,0.000 17.000,0.000-17.000,0.000 0.000,0.000 0.000,0.000 18.000,0.000-18.000,18.000 0.000,-18.000 0.000,0.000 17.000,0.000-17.000,0.000 18.000,0.000-18.000,0.000 17.000,0.000 1.000,0.000-18.000,0.000 17.000,0.000-17.000,0.000 18.000,0.000-1.000,0.000-17.000,0.000 18.000,0.000-18.000,0.000 17.000,0.000-17.000,0.000 18.000,0.000-18.000,0.000 17.000,0.000-17.000</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30612" units="1/cm"/>
          <inkml:channelProperty channel="Y" name="resolution" value="65.45454" units="1/cm"/>
        </inkml:channelProperties>
      </inkml:inkSource>
      <inkml:timestamp xml:id="ts0" timeString="2019-09-25T06:13:13"/>
    </inkml:context>
    <inkml:brush xml:id="br0">
      <inkml:brushProperty name="width" value="0.05292" units="cm"/>
      <inkml:brushProperty name="height" value="0.05292" units="cm"/>
      <inkml:brushProperty name="color" value="#ff0000"/>
    </inkml:brush>
  </inkml:definitions>
  <inkml:trace contextRef="#ctx0" brushRef="#br0">8308.000 6897.000,'71.000'17.000,"-36.000"-17.000,53.000 0.000,-35.000 18.000,-18.000-18.000,71.000 0.000,-88.000 0.000,53.000 0.000,-1.000 0.000,-35.000 0.000,18.000 0.000,-35.000 0.000,0.000 0.000,17.000 0.000,-18.000 0.000,1.000 0.000,17.000 0.000,-17.000 0.000,0.000 0.000,-1.000 0.000,36.000 0.000,-35.000 0.000,17.000 0.000,0.000 0.000,18.000 0.000,-17.000 0.000,17.000 0.000,17.000 0.000,-17.000 0.000,-18.000 0.000,1.000 0.000,16.000 0.000,-16.000 0.000,-1.000 0.000,-17.000 0.000,17.000 0.000,0.000 0.000,0.000 0.000,18.000 0.000,36.000 0.000,-36.000 0.000,-1.000 0.000,37.000 0.000,-36.000 0.000,-1.000 0.000,37.000 0.000,-36.000 0.000,-18.000 0.000,35.000 0.000,-34.000 0.000,17.000 0.000,-18.000 0.000,0.000 0.000,-17.000 0.000,17.000 0.000,0.000 0.000,-17.000 0.000,17.000 0.000,-17.000 0.000,0.000 0.000,-1.000 0.000,1.000 0.000,35.000 0.000,-36.000 0.000,1.000 0.000,0.000 0.000,17.000 0.000,35.000 0.000,-52.000 0.000,0.000 0.000,17.000 0.000,-17.000 0.000,-1.000 0.000,19.000 0.000,-19.000 0.000,1.000 0.000,0.000 0.000,17.000 0.000,-18.000 0.000,1.000 0.000,17.000 0.000,-17.000 0.000,0.000 0.000,-1.000 0.000,1.000 0.000,0.000 0.000,-1.000 0.000,1.000 0.000,17.000 0.000,-17.000 0.000,-1.000 0.000,19.000 0.000,-19.000 0.000,19.000 0.000,-1.000 0.000,-18.000 0.000,-17.000-18.000</inkml:trace>
  <inkml:trace contextRef="#ctx0" brushRef="#br0">8273.000 9066.000,'0.000'-17.000,"35.000"-1.000,1.000 18.000,52.000 0.000,-18.000 0.000,18.000-18.000,-52.000 18.000,34.000-17.000,1.000 17.000,-36.000 0.000,0.000-18.000,-35.000 1.000,18.000 17.000,0.000 0.000,-1.000 0.000,19.000 0.000,-19.000 0.000,19.000 0.000,-19.000 0.000,18.000 0.000,-17.000 0.000,17.000 0.000,1.000 0.000,-19.000 0.000,19.000 0.000,-19.000 0.000,36.000 0.000,-35.000 0.000,-1.000 0.000,36.000 0.000,-35.000 0.000,0.000 0.000,17.000 0.000,-17.000 0.000,-1.000 0.000,1.000 0.000,17.000 0.000,-17.000 0.000,35.000 0.000,-36.000 0.000,1.000 0.000,35.000 0.000,-36.000 0.000,1.000 0.000,35.000 0.000,-35.000 0.000,-1.000 0.000,36.000 0.000,-35.000 0.000,17.000 0.000,-17.000 0.000,-1.000 0.000,1.000 0.000,17.000 0.000,-17.000 0.000,0.000 0.000,17.000 0.000,-17.000 0.000,-1.000 0.000,1.000 0.000,17.000 0.000,0.000 0.000,1.000 0.000,-1.000 0.000,-17.000 0.000,34.000 0.000,-16.000 0.000,-1.000 0.000,-17.000 0.000,35.000 0.000,-36.000 0.000,1.000 0.000,-1.000 0.000,36.000 0.000,-35.000 0.000,17.000 0.000,-17.000 0.000,0.000 0.000,35.000 0.000,-36.000 0.000,18.000 0.000,18.000 0.000,0.000 0.000,-17.000 0.000,-1.000 0.000,0.000 0.000,-17.000 0.000,17.000 0.000,0.000 0.000,-17.000 0.000,0.000 0.000,-1.000 0.000,1.000 0.000,-1.000 0.000,1.000 0.000,17.000 0.000</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8T02:40:53"/>
    </inkml:context>
    <inkml:brush xml:id="br0">
      <inkml:brushProperty name="width" value="0.05292" units="cm"/>
      <inkml:brushProperty name="height" value="0.05292" units="cm"/>
      <inkml:brushProperty name="color" value="#ff0000"/>
    </inkml:brush>
  </inkml:definitions>
  <inkml:trace contextRef="#ctx0" brushRef="#br0">18962.000 6403.000,'18.000'0.000,"-1.000"0.000,19.000 0.000,-19.000 0.000,19.000 0.000,-1.000 0.000,0.000-18.000,0.000 18.000,18.000 0.000,0.000 0.000,-17.000 0.000,-1.000 0.000,0.000 0.000,0.000 0.000,-17.000 0.000,0.000 0.000,17.000 0.000,18.000-17.000,-18.000 17.000,0.000 0.000,1.000 0.000,-1.000 0.000,-17.000 0.000,17.000-18.000,-17.000 18.000,-1.000 0.000,18.000 0.000,1.000 0.000,-1.000-18.000,0.000 18.000,-17.000 0.000,-18.000-17.000,18.000 17.000,-1.000 0.000,1.000 0.000,17.000 0.000,0.000 0.000,1.000 0.000,-1.000 0.000,0.000 0.000,1.000-18.000,-19.000 18.000,1.000 0.000,-1.000 0.000,1.000 0.000,0.000 0.000,-1.000 0.000,19.000 0.000,-1.000 0.000,18.000 0.000,-36.000 0.000,1.000 0.000</inkml:trace>
  <inkml:trace contextRef="#ctx0" brushRef="#br0">4340.000 7303.000,'52.000'0.000,"54.000"0.000,0.000 0.000,35.000 0.000,-35.000 0.000,35.000 0.000,-53.000 0.000,-17.000 0.000,17.000 0.000,-17.000 0.000,-18.000 0.000,17.000 0.000,-52.000 0.000,52.000 0.000,-34.000 0.000,-1.000 0.000,35.000 0.000,19.000 0.000,-19.000 0.000,18.000 0.000,18.000 0.000,-35.000 0.000,-18.000 0.000,35.000 0.000,-18.000 0.000,-17.000 0.000,18.000 0.000,-1.000 0.000,-17.000 0.000,36.000 0.000,-19.000 0.000,18.000 0.000,-17.000 0.000,17.000 0.000,-35.000 0.000,0.000 0.000,35.000 0.000,-17.000 17.000,-36.000-17.000,18.000 0.000,17.000 0.000,-17.000 0.000,53.000 0.000,-53.000 0.000,53.000 0.000,-36.000 0.000,36.000 0.000,-18.000 0.000,-17.000 0.000,17.000 0.000,-17.000 0.000,-1.000 0.000,1.000 0.000,-36.000 0.000,0.000 0.000,1.000 0.000,17.000 0.000,-18.000 0.000,0.000 0.000,36.000 0.000,-1.000-17.000,-17.000 17.000,18.000 0.000,-36.000 0.000,36.000 0.000,-18.000 0.000,-1.000 0.000,1.000 0.000,36.000 0.000,-19.000 0.000,36.000 0.000,-18.000 0.000,-35.000 0.000,0.000 0.000,-18.000 0.000,18.000 0.000,-18.000 0.000,1.000 0.000,-19.000 0.000,36.000 0.000,-17.000 0.000,16.000 0.000,19.000 0.000,0.000 0.000,-1.000 0.000,18.000 0.000,-35.000 0.000,0.000 0.000,18.000 0.000,17.000 0.000,-53.000 0.000,0.000 0.000,1.000 0.000,17.000 0.000,0.000 0.000,-18.000 0.000,18.000 0.000,35.000 0.000,-35.000 0.000,0.000 0.000,0.000 0.000,0.000 0.000,17.000 0.000,-17.000 0.000,18.000 0.000,-1.000 0.000,1.000 0.000,17.000 0.000,-35.000 0.000,17.000 0.000,19.000-18.000,-19.000 18.000,18.000 0.000,18.000 0.000,0.000 0.000,35.000 0.000,-35.000 0.000,17.000 0.000,-17.000-18.000,0.000 18.000,0.000 0.000,17.000-35.000,-52.000 35.000,17.000 0.000,-17.000 0.000,-1.000 0.000,1.000 0.000,-18.000 0.000,17.000-18.000,-17.000 18.000,-17.000 0.000,34.000-17.000,18.000 17.000,-35.000 0.000,18.000 0.000,-1.000-18.000,-34.000 18.000,17.000 0.000,-1.000 0.000,1.000-18.000,18.000 18.000,-18.000 0.000,0.000 0.000,17.000 0.000,18.000 0.000,-17.000 0.000,0.000 0.000,-18.000 0.000,17.000-17.000,18.000 17.000,-17.000 0.000,-36.000 0.000,36.000-18.000,-18.000 18.000,-1.000-35.000,1.000 35.000,-17.000 0.000,52.000-18.000,-35.000 18.000,0.000 0.000,35.000-17.000,-35.000 17.000,35.000 0.000,-17.000-18.000,17.000 18.000,18.000 0.000,-36.000-18.000,36.000 18.000,-35.000 0.000,-1.000 0.000,36.000 0.000,35.000 0.000,0.000 0.000,18.000-35.000,-18.000 35.000,0.000 0.000,-35.000 0.000,0.000 0.000,-18.000 0.000,-35.000 0.000,0.000 0.000,35.000 0.000,-17.000 0.000,-1.000 0.000,1.000 0.000,-18.000 0.000,0.000 0.000,17.000 0.000,-17.000 0.000,-18.000 0.000,1.000 0.000,-1.000 0.000,-18.000 0.000,1.000 0.000,0.000 0.000,-1.000 0.000,1.000 0.000,0.000 0.000,17.000 0.000,18.000 0.000,0.000 0.000,-18.000 0.000,0.000 0.000,18.000 0.000,-17.000 0.000,-1.000 0.000,0.000 0.000,0.000 0.000,1.000 0.000,-1.000 0.000,-17.000 0.000,-1.000 0.000,18.000 0.000,-17.000 0.000,0.000 0.000,17.000 18.000,18.000-18.000,0.000 17.000,0.000-17.000,17.000 0.000,-17.000 0.000,0.000 18.000,35.000-18.000,18.000 0.000,71.000 53.000,34.000-18.000,19.000 0.000,-54.000-17.000,-70.000 0.000,17.000-18.000,-17.000 0.000,-35.000 0.000,-36.000 0.000,0.000 0.000,-17.000 0.000,17.000 0.000,-17.000 0.000,-1.000 0.000,19.000 0.000,-1.000 0.000</inkml:trace>
  <inkml:trace contextRef="#ctx0" brushRef="#br0">4216.000 8255.000,'18.000'0.000,"17.000"0.000,0.000 0.000,36.000 0.000,17.000 0.000,18.000 0.000,0.000 0.000,-18.000 0.000,35.000 0.000,-17.000 0.000,18.000 0.000,-54.000 0.000,18.000 0.000,-70.000 0.000,17.000 0.000,1.000 0.000,34.000 0.000,-35.000 0.000,-17.000 0.000,17.000 0.000,-17.000 0.000,17.000 0.000,1.000 0.000,16.000 0.000,1.000 0.000,53.000 0.000,-53.000 0.000,53.000 0.000,-18.000 0.000,-17.000 0.000,-36.000 0.000,0.000 0.000,1.000 0.000,-19.000 0.000,18.000 0.000,1.000 0.000,17.000 18.000,0.000-18.000,35.000 0.000,-35.000 0.000,0.000 0.000,-1.000 0.000,-16.000 0.000,-1.000 0.000,-17.000 0.000,-1.000 0.000,1.000 0.000,0.000 0.000,17.000 0.000,0.000 0.000,0.000 0.000,1.000 0.000,-19.000 0.000,1.000 0.000,0.000 0.000,-1.000 0.000,36.000 0.000,-18.000 0.000,1.000 0.000,17.000 0.000,-18.000 0.000,-17.000 0.000,-1.000 0.000,1.000 0.000,88.000 0.000,17.000 0.000,18.000 0.000,-35.000 0.000,-53.000 0.000,0.000 0.000,-35.000 0.000</inkml:trace>
  <inkml:trace contextRef="#ctx0" brushRef="#br0">14993.000 10566.000,'36.000'0.000,"17.000"0.000,17.000 0.000,18.000 0.000,18.000 0.000,0.000 0.000,0.000 0.000,-18.000 17.000,18.000-17.000,0.000 18.000,-18.000-18.000,-18.000 0.000,19.000 0.000,16.000 18.000,-34.000-18.000,35.000 0.000,-18.000 35.000,0.000-35.000,-17.000 0.000,17.000 0.000,18.000 0.000,0.000 0.000,0.000 0.000,-1.000 0.000,1.000 0.000,-18.000 0.000,18.000 0.000,0.000 0.000,-53.000 0.000,53.000 0.000,-18.000 0.000,-17.000 0.000,17.000 0.000,-18.000 0.000,-34.000 0.000,-1.000 0.000,0.000 0.000,0.000 0.000,-17.000 0.000,0.000 0.000,17.000 0.000,36.000 0.000,-19.000 0.000,1.000 0.000,0.000 0.000,0.000 0.000,18.000 0.000,-36.000 0.000,36.000 0.000,-19.000 0.000,1.000 0.000,-35.000 0.000,0.000 0.000,17.000 0.000,18.000 0.000,0.000 0.000,17.000 0.000,-34.000 0.000,-1.000 0.000,18.000 0.000,0.000 0.000,17.000 0.000,-34.000 0.000,34.000 0.000,-52.000 0.000,52.000 0.000,-52.000 0.000</inkml:trace>
  <inkml:trace contextRef="#ctx0" brushRef="#br0">8273.000 11642.000,'35.000'0.000,"-17.000"0.000,17.000 0.000,-17.000 0.000,17.000 0.000,0.000 0.000,1.000 0.000,17.000 0.000,-18.000 0.000,18.000 0.000,35.000 0.000,-17.000 0.000,-1.000 0.000,-17.000 0.000,-18.000 0.000,1.000 0.000,16.000 0.000,-16.000 0.000,-1.000 0.000,-17.000 0.000,17.000 0.000,0.000 0.000,18.000 0.000,35.000 0.000,-35.000 0.000,0.000 0.000,-18.000 0.000,1.000 0.000,17.000 0.000,-18.000 0.000,0.000 0.000,18.000 0.000,-18.000 0.000,1.000 0.000,-1.000 0.000,0.000 0.000,0.000 0.000,1.000 0.000,-1.000 0.000,18.000 0.000,0.000 0.000,35.000 0.000,-17.000 0.000,17.000 0.000,-18.000 0.000,19.000 0.000,-19.000 0.000,18.000 0.000,-35.000 0.000,0.000 0.000,0.000 0.000,0.000 0.000,18.000 0.000,-19.000 0.000,1.000 0.000,36.000 0.000,-19.000 0.000,36.000 0.000,35.000 0.000,0.000 0.000,-35.000 0.000,53.000 0.000,-18.000 0.000,0.000 0.000,0.000 0.000,-35.000 0.000,0.000 0.000,17.000 0.000,-52.000 0.000,17.000 0.000,-17.000 0.000,17.000 0.000,-18.000 0.000,18.000 0.000,1.000 0.000,69.000 0.000,-16.000 0.000,-37.000 0.000,1.000 0.000,0.000 0.000,-18.000 0.000,-17.000 0.000,-18.000 0.000,35.000 0.000,-18.000 0.000,1.000 0.000,-36.000 0.000,-17.000 0.000,35.000 0.000,0.000 0.000,123.000 0.000,1.000-18.000,34.000 18.000,1.000 0.000,-71.000 0.000,0.000 0.000,-35.000 0.000,-36.000 0.000,-34.000 0.000,-1.000 0.000,-35.000-18.000,18.000 18.000,-1.000 0.000,36.000 0.000,18.000 0.000,17.000-17.000,0.000 17.000,36.000 0.000,52.000 0.000,-35.000 0.000,36.000 0.000,-54.000 0.000,-52.000 0.000,-36.000 0.000,0.000 0.000</inkml:trace>
  <inkml:trace contextRef="#ctx0" brushRef="#br0">11536.000 12718.000,'18.000'0.000,"17.000"0.000,18.000 0.000,0.000 0.000,17.000 0.000,36.000 0.000,-35.000 0.000,17.000 17.000,-17.000-17.000,17.000 0.000,-18.000 0.000,-34.000 0.000,-1.000 0.000,0.000 0.000,-17.000 0.000,-1.000 0.000,19.000 0.000,52.000 0.000,18.000 0.000,-36.000 0.000,36.000 0.000,35.000 0.000,-35.000 0.000,18.000 0.000,-54.000 0.000,-17.000 0.000,-18.000 0.000,1.000 0.000,-19.000 0.000,1.000 0.000,0.000 0.000,17.000 0.000,18.000 0.000,0.000 0.000,-18.000 0.000,0.000 0.000,0.000 0.000,-17.000 0.000,0.000 0.000,-1.000 0.000,19.000 0.000,52.000 0.000,-18.000 0.000,-17.000 0.000,53.000 0.000,0.000 0.000,17.000 0.000,-17.000 0.000,-53.000 0.000,-17.000 0.000,-1.000 0.000,-18.000 0.000,1.000 0.000,0.000 0.000,17.000 0.000,0.000 0.000,1.000-17.000,16.000 17.000,-34.000 0.000,17.000 0.000,1.000 0.000,34.000 0.000,18.000 0.000,18.000 0.000,-53.000 0.000,0.000 0.000,-18.000 0.000,-17.000 0.000,0.000 0.000</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17-09-18T02:54:09"/>
    </inkml:context>
    <inkml:brush xml:id="br0">
      <inkml:brushProperty name="width" value="0.05292" units="cm"/>
      <inkml:brushProperty name="height" value="0.05292" units="cm"/>
      <inkml:brushProperty name="color" value="#ff0000"/>
    </inkml:brush>
  </inkml:definitions>
  <inkml:trace contextRef="#ctx0" brushRef="#br0">9913.000 4833.000,'18.000'18.000,"0.000"17.000,-1.000 0.000,-17.000-17.000,18.000 0.000,0.000 17.000,-1.000 0.000,-17.000-17.000,0.000-1.000,18.000 1.000,0.000 0.000,-18.000-1.000,0.000 1.000,17.000 17.000,-17.000-17.000,0.000-1.000,0.000 1.000,0.000 0.000,0.000 17.000,0.000 0.000,0.000 1.000,0.000-1.000,0.000-17.000,18.000 34.000,-18.000 1.000,0.000-17.000,0.000-1.000,0.000-17.000,0.000 70.000,0.000-53.000,17.000 18.000,-17.000-18.000,0.000-17.000,0.000 17.000,0.000 0.000,0.000 18.000,0.000-17.000,0.000-1.000,0.000 0.000,0.000 0.000,0.000 18.000,0.000-17.000,18.000-1.000,-18.000-17.000,0.000-1.000,0.000 1.000,0.000 17.000,0.000-17.000,18.000 17.000,-18.000 0.000,0.000 1.000,0.000-19.000,0.000 1.000,0.000-1.000,17.000 19.000,-17.000-19.000,36.000-17.000,69.000 36.000,-16.000-19.000,52.000 19.000,53.000 17.000,-53.000-36.000,18.000 36.000,-54.000-35.000,-16.000 17.000,-54.000-17.000,-17.000-18.000,-36.000 35.000,-35.000-17.000,0.000-18.000,-35.000 35.000,-36.000-18.000,72.000 1.000,-54.000 0.000,-18.000 17.000,18.000 0.000,18.000 18.000,18.000-35.000,52.000-18.000,0.000 0.000,1.000 0.000,-1.000 0.000,0.000 17.000,18.000 1.000,-17.000-18.000,34.000 18.000,1.000 17.000,17.000 0.000,-17.000 1.000,-18.000-19.000,18.000 1.000,-1.000 35.000,1.000-18.000,0.000 0.000,-18.000 1.000,17.000-19.000,-17.000 1.000,0.000 0.000,18.000-1.000,-18.000 1.000,0.000-1.000,0.000 19.000,0.000-1.000,0.000 0.000,0.000-17.000,17.000 0.000,-17.000-1.000,0.000 18.000,0.000-17.000,0.000 0.000,0.000-1.000,0.000 19.000,0.000-19.000,0.000 1.000,0.000 17.000,0.000-17.000,-17.000 17.000,-1.000-17.000,18.000 17.000,0.000-17.000,-17.000 17.000,17.000 0.000,-18.000 1.000,18.000-1.000,0.000-18.000,-18.000-17.000,18.000 18.000,0.000 0.000,0.000-1.000,0.000 1.000,-17.000 0.000,17.000-1.000,-18.000 1.000,0.000 0.000,18.000 17.000,-17.000-18.000,-1.000 1.000,0.000 0.000,18.000-1.000,0.000 1.000,0.000 0.000,0.000-1.000,-17.000-17.000,17.000 18.000,0.000 0.000,-18.000-1.000,1.000 36.000,-1.000-18.000,0.000 1.000,-17.000-1.000,35.000 0.000,0.000-17.000,0.000 0.000,-18.000-18.000,18.000 17.000,-17.000 18.000,-19.000-17.000,36.000 0.000,-17.000-18.000,-1.000 0.000,1.000 17.000,-1.000-17.000,18.000 18.000,-18.000 0.000,-17.000-18.000,17.000 17.000,-17.000-17.000,35.000 18.000,-18.000-18.000,1.000 0.000,-1.000 0.000,18.000 18.000</inkml:trace>
  <inkml:trace contextRef="#ctx0" brushRef="#br0">11501.000 5821.000,'35.000'0.000,"71.000"0.000,0.000 0.000,17.000 0.000,-52.000 0.000,17.000 0.000,-35.000 0.000,-18.000 0.000,-17.000 0.000,17.000 0.000,53.000 0.000,-35.000 0.000,53.000-35.000,-18.000 35.000,18.000 0.000,-53.000 0.000,-18.000 0.000,-35.000-18.000</inkml:trace>
  <inkml:trace contextRef="#ctx0" brushRef="#br0">12242.000 5045.000,'0.000'53.000,"0.000"0.000,0.000 35.000,0.000 18.000,0.000-1.000,0.000 1.000,0.000 0.000,0.000 0.000,0.000 17.000,0.000-52.000,0.000 17.000,0.000-17.000,0.000 17.000,0.000-18.000,0.000 19.000,0.000-19.000,0.000 18.000,0.000-70.000,0.000 53.000,0.000-36.000,0.000 0.000,0.000 18.000,0.000 0.000,0.000 18.000,17.000 17.000,-17.000-18.000,0.000-34.000,0.000 34.000,0.000-35.000,0.000-17.000,0.000 17.000,0.000-17.000,0.000-71.000,0.000-18.000</inkml:trace>
  <inkml:trace contextRef="#ctx0" brushRef="#br0">12154.000 5909.000,'0.000'35.000,"-18.000"36.000,-35.000-18.000,35.000 35.000,-17.000-53.000,-18.000 53.000,18.000 1.000,-36.000-1.000,36.000-35.000,-18.000 35.000,18.000-35.000,17.000 17.000,1.000-34.000,-1.000-1.000,18.000-17.000,-18.000-1.000,1.000 1.000,17.000 0.000,0.000-1.000</inkml:trace>
  <inkml:trace contextRef="#ctx0" brushRef="#br0">12348.000 5962.000,'17.000'18.000,"-17.000"-1.000,18.000 19.000,-1.000-19.000,-17.000 1.000,0.000-1.000,18.000 1.000,0.000 0.000,-1.000-1.000,1.000 1.000,-18.000 0.000,0.000-1.000,18.000-17.000,-18.000 18.000,17.000-18.000</inkml:trace>
  <inkml:trace contextRef="#ctx0" brushRef="#br0">12753.000 5362.000,'18.000'0.000,"0.000"0.000,70.000 0.000,53.000 0.000,0.000 0.000,0.000 0.000,0.000 0.000,-17.000 36.000,-54.000-36.000,-17.000 0.000,-18.000 0.000,-17.000 0.000,0.000 0.000,-1.000 0.000,1.000 0.000,0.000 0.000,-1.000 0.000,-17.000 17.000,0.000 36.000,-17.000 18.000,-1.000-18.000,0.000 17.000,1.000-17.000,-1.000 35.000,0.000-35.000,-35.000 0.000,36.000 18.000,17.000-18.000,-18.000-1.000,1.000-16.000,17.000 17.000,-18.000-18.000,18.000-17.000,0.000 17.000,-18.000-18.000,18.000 1.000,0.000 0.000,-17.000-18.000</inkml:trace>
  <inkml:trace contextRef="#ctx0" brushRef="#br0">12965.000 5803.000,'18.000'0.000,"-1.000"0.000,1.000 0.000,-1.000 0.000,1.000 0.000,0.000 0.000,-1.000 0.000,19.000 0.000,-19.000 0.000,19.000 0.000,-1.000 0.000,-17.000 0.000,17.000 0.000,-18.000 0.000,1.000 0.000</inkml:trace>
  <inkml:trace contextRef="#ctx0" brushRef="#br0">13000.000 6297.000,'53.000'0.000,"35.000"0.000,-17.000 0.000,-1.000 0.000,-17.000 0.000,-17.000 0.000,-1.000 0.000,-35.000-18.000,18.000 18.000</inkml:trace>
  <inkml:trace contextRef="#ctx0" brushRef="#br0">12736.000 5680.000,'17.000'35.000,"1.000"36.000,-18.000-1.000,35.000 18.000,-35.000-35.000,0.000-17.000,18.000 52.000,-18.000-35.000,0.000-18.000,17.000 18.000,-17.000-18.000,0.000 18.000,0.000-18.000,0.000 1.000,0.000-19.000,0.000 18.000,0.000-17.000,0.000 17.000,0.000-17.000,0.000 17.000,0.000 1.000,0.000-1.000,0.000 0.000,0.000 0.000,0.000 1.000,0.000-19.000,0.000 1.000,0.000 17.000,0.000 1.000,0.000-19.000,0.000 1.000,0.000 17.000,0.000 0.000,0.000 1.000,0.000-19.000,18.000-17.000,53.000-17.000,17.000-36.000,0.000 35.000,-35.000 0.000,-18.000 1.000,-17.000-1.000,0.000 1.000,-1.000 17.000,-17.000-18.000,35.000 18.000,-17.000 0.000</inkml:trace>
  <inkml:trace contextRef="#ctx0" brushRef="#br0">13247.000 6703.000,'0.000'35.000,"0.000"0.000,0.000 1.000,18.000 34.000,-1.000-35.000,36.000 36.000,-17.000-18.000,-19.000-18.000,1.000 0.000,0.000-17.000,-1.000-18.000</inkml:trace>
  <inkml:trace contextRef="#ctx0" brushRef="#br0">13882.000 5592.000,'35.000'0.000,"1.000"0.000,34.000 0.000,71.000 0.000,36.000-18.000,-1.000 18.000,36.000 0.000,-71.000 0.000,0.000 0.000,-70.000 0.000,-36.000 0.000,-70.000 18.000,-36.000 17.000,-17.000 0.000,-71.000 36.000,18.000-54.000,-53.000 19.000</inkml:trace>
  <inkml:trace contextRef="#ctx0" brushRef="#br0">13900.000 5891.000,'0.000'18.000,"0.000"0.000,0.000 17.000,0.000 36.000,0.000-19.000,0.000 1.000,0.000-17.000,0.000 34.000,0.000 1.000,0.000-36.000,35.000-35.000,71.000 0.000,70.000 0.000,-17.000 0.000,53.000 0.000,-36.000 0.000,-35.000 0.000,-70.000 0.000,-36.000 0.000,0.000 0.000</inkml:trace>
  <inkml:trace contextRef="#ctx0" brushRef="#br0">14641.000 5927.000,'-36.000'17.000,"19.000"19.000,-36.000 34.000,18.000 18.000,-1.000 1.000,1.000-37.000,0.000 37.000,-1.000-54.000,19.000 18.000,-36.000 35.000,35.000-35.000,-17.000-18.000,17.000 36.000,1.000-18.000,-1.000-36.000,18.000 1.000,-18.000-18.000,18.000 18.000,-35.000 17.000,35.000-17.000,-18.000-18.000,-17.000 35.000,18.000-18.000,-19.000 1.000,1.000 17.000,17.000-35.000,1.000 18.000,-1.000 0.000,0.000-1.000,1.000 1.000,-1.000-18.000,-17.000 35.000,0.000-17.000,17.000-1.000,-17.000-17.000</inkml:trace>
  <inkml:trace contextRef="#ctx0" brushRef="#br0">14517.000 6650.000,'0.000'35.000,"0.000"-17.000,0.000-1.000,0.000 19.000,0.000-19.000,0.000 1.000,0.000 17.000,18.000 1.000,-18.000 34.000,17.000-35.000,1.000-35.000,0.000 18.000,-1.000-18.000,1.000 18.000,0.000-18.000,17.000 0.000,-17.000 0.000,17.000 35.000,18.000-35.000,0.000 0.000,-18.000 18.000,18.000-18.000,-18.000 0.000,0.000 0.000,1.000 0.000,-19.000 0.000,19.000 0.000,-1.000 0.000,0.000 0.000,18.000 0.000,0.000 0.000,-18.000 0.000,-17.000 0.000,0.000 0.000,-1.000 0.000,-17.000-36.000,0.000 1.000,18.000 0.000,-18.000-1.000,0.000-16.000,0.000 16.000,0.000 1.000,0.000 0.000,0.000-1.000,0.000 19.000</inkml:trace>
  <inkml:trace contextRef="#ctx0" brushRef="#br0">16687.000 4551.000,'0.000'35.000,"0.000"0.000,-36.000 1.000,19.000 17.000,-18.000 35.000,-18.000 0.000,17.000-35.000,-17.000 35.000,18.000 0.000,18.000-35.000,-19.000 35.000,1.000 1.000,0.000-36.000,-1.000 35.000,19.000 0.000,-36.000 0.000,0.000 18.000,18.000-18.000,-1.000-17.000,-17.000 17.000,18.000-53.000,35.000 0.000,-17.000 1.000,-1.000-36.000,18.000 17.000,-18.000 1.000,18.000 0.000,-17.000 17.000,17.000-17.000,-18.000-1.000,18.000 1.000</inkml:trace>
  <inkml:trace contextRef="#ctx0" brushRef="#br0">16740.000 4551.000,'0.000'35.000,"0.000"0.000,0.000 1.000,0.000-19.000</inkml:trace>
  <inkml:trace contextRef="#ctx0" brushRef="#br0">16757.000 4674.000,'0.000'36.000,"0.000"-1.000,0.000 0.000,0.000 0.000,18.000 18.000,17.000 18.000,0.000-1.000,-17.000 19.000,35.000-1.000,-35.000 0.000,-1.000-35.000,1.000-18.000,0.000 1.000,-1.000 16.000,19.000 19.000,16.000 0.000,-34.000-1.000,0.000 1.000,17.000 17.000,18.000 0.000,-18.000 0.000,-35.000-52.000,35.000-1.000,-35.000 0.000,0.000-17.000,18.000 17.000,35.000 0.000,-35.000 18.000,35.000 18.000,-18.000-36.000,0.000 0.000,-17.000 1.000,-1.000-19.000,-17.000-34.000</inkml:trace>
  <inkml:trace contextRef="#ctx0" brushRef="#br0">16546.000 5503.000,'0.000'36.000,"0.000"-1.000,0.000 0.000,0.000-17.000,0.000 17.000,17.000 0.000,-17.000-17.000</inkml:trace>
  <inkml:trace contextRef="#ctx0" brushRef="#br0">16228.000 5891.000,'18.000'0.000,"17.000"0.000,0.000 0.000,18.000 0.000,-17.000-17.000,16.000 17.000,19.000 0.000,-53.000 0.000,-1.000 0.000,1.000 0.000,0.000 0.000,-1.000 0.000,1.000 0.000,-1.000 0.000,1.000 0.000,0.000 0.000,-1.000 0.000,-17.000 17.000,-17.000-17.000,17.000 36.000,-18.000-19.000,18.000 19.000,0.000-19.000,-18.000 19.000,-17.000-1.000,0.000 18.000,0.000 0.000,17.000-36.000,-17.000 19.000,35.000-19.000</inkml:trace>
  <inkml:trace contextRef="#ctx0" brushRef="#br0">16105.000 6526.000,'-18.000'0.000,"18.000"18.000,-18.000-18.000,18.000 18.000,-35.000 35.000,17.000-18.000,-17.000 35.000,18.000-17.000,-54.000 53.000,18.000-18.000,18.000-17.000,0.000-18.000,35.000-36.000</inkml:trace>
  <inkml:trace contextRef="#ctx0" brushRef="#br0">16158.000 6879.000,'17.000'0.000,"-17.000"35.000,0.000-17.000,0.000 17.000,0.000-17.000,0.000 17.000,0.000 1.000,0.000-1.000,0.000-18.000,18.000-17.000,-1.000 0.000,36.000 18.000,53.000 0.000,0.000-18.000,-18.000 17.000,18.000-17.000,0.000 0.000,-53.000 0.000,35.000 0.000,-53.000 0.000,-17.000 0.000,0.000 0.000,-1.000 0.000,1.000 0.000,17.000 0.000,0.000 0.000,1.000 0.000,-19.000 0.000,1.000 0.000,17.000 0.000,1.000 0.000,-1.000-17.000,18.000 17.000,-18.000 0.000,-17.000-18.000,-18.000 0.000,-36.000-52.000,-17.000-18.000,36.000 52.000,-36.000-16.000,18.000 16.000,17.000 1.000,-17.000-18.000,17.000 53.000,0.000-35.000,1.000 17.000</inkml:trace>
  <inkml:trace contextRef="#ctx0" brushRef="#br0">16722.000 6703.000,'0.000'17.000,"0.000"1.000,0.000 17.000,0.000 1.000,0.000-19.000,0.000 19.000,0.000-19.000,18.000-17.000,-18.000 18.000,17.000-1.000,-17.000 1.000,0.000 0.000,18.000-18.000,17.000 0.000</inkml:trace>
  <inkml:trace contextRef="#ctx0" brushRef="#br0">17392.000 6738.000,'0.000'18.000,"18.000"-1.000,0.000 1.000,-18.000 0.000,0.000-1.000,17.000 1.000,1.000 0.000,-18.000-1.000,0.000 1.000,0.000-1.000,17.000 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761A70-DE7D-4EB4-AA2A-C61685A39D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BEBA01-D1BD-4CD7-A132-46AC1F968D5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 a student to read</a:t>
            </a:r>
            <a:r>
              <a:rPr lang="en-US" altLang="zh-CN" baseline="0" dirty="0" smtClean="0"/>
              <a:t> these texts.</a:t>
            </a:r>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Find a student to read</a:t>
            </a:r>
            <a:r>
              <a:rPr lang="en-US" altLang="zh-CN" baseline="0" dirty="0" smtClean="0"/>
              <a:t> these texts.</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t>Find a student to read</a:t>
            </a:r>
            <a:r>
              <a:rPr lang="en-US" altLang="zh-CN" baseline="0" dirty="0" smtClean="0"/>
              <a:t> these texts.</a:t>
            </a:r>
            <a:endParaRPr lang="zh-CN" altLang="en-US" dirty="0" smtClean="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直到用户无意见，就是成品了。</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 a student to read</a:t>
            </a:r>
            <a:r>
              <a:rPr lang="en-US" altLang="zh-CN" baseline="0" dirty="0" smtClean="0"/>
              <a:t> these texts.</a:t>
            </a:r>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 a student to read</a:t>
            </a:r>
            <a:r>
              <a:rPr lang="en-US" altLang="zh-CN" baseline="0" dirty="0" smtClean="0"/>
              <a:t> these texts.</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Find a student to read</a:t>
            </a:r>
            <a:r>
              <a:rPr lang="en-US" altLang="zh-CN" baseline="0" dirty="0" smtClean="0"/>
              <a:t> these texts.</a:t>
            </a:r>
            <a:endParaRPr lang="zh-CN" altLang="en-US" dirty="0" smtClean="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数据流图、软件结构</a:t>
            </a:r>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a:t>
            </a:r>
            <a:r>
              <a:rPr lang="en-US" altLang="zh-CN" baseline="0" dirty="0" smtClean="0"/>
              <a:t> Iteration</a:t>
            </a:r>
            <a:endParaRPr lang="en-US" altLang="zh-CN" baseline="0" dirty="0" smtClean="0"/>
          </a:p>
          <a:p>
            <a:endParaRPr lang="en-US" altLang="zh-CN" baseline="0" dirty="0" smtClean="0"/>
          </a:p>
          <a:p>
            <a:r>
              <a:rPr lang="en-US" altLang="zh-CN" baseline="0" dirty="0" smtClean="0"/>
              <a:t>S: Selection</a:t>
            </a:r>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输入与输出的</a:t>
            </a:r>
            <a:r>
              <a:rPr lang="en-US" altLang="zh-CN" smtClean="0"/>
              <a:t>data structure</a:t>
            </a:r>
            <a:endParaRPr lang="zh-CN" altLang="en-US"/>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0BEBA01-D1BD-4CD7-A132-46AC1F968D5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CD9A6FB-15D4-412A-A6C4-5BDA92C2A90A}"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8E75274-FB93-4774-8724-798A6A5021B6}"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C2BE1CF-AC49-44DA-8DB2-5166C1652964}"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C66B5AB-5DA4-43BF-8391-67EB3E1AAF9C}" type="datetime1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7EEABA6-65A6-4402-99D2-B2EB50AC6EF1}" type="datetime1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7E26999-378C-484A-A679-DB2547149FED}" type="datetime1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1EBE767-B056-4D19-AC65-D8D045E88C85}"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C582AE1A-1E7F-47A8-9B14-E14A9A56A946}" type="datetime1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72B18D-6D34-4278-930E-5A4B2937966D}"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B3BFA2A-15B4-442E-8835-5FEBC9DD3979}" type="datetime1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6A875D-3B33-468F-A295-7C0BB9698E19}" type="datetime11">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2.xml"/><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customXml" Target="../ink/ink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png"/><Relationship Id="rId7" Type="http://schemas.openxmlformats.org/officeDocument/2006/relationships/customXml" Target="../ink/ink6.xml"/><Relationship Id="rId6" Type="http://schemas.openxmlformats.org/officeDocument/2006/relationships/image" Target="../media/image13.png"/><Relationship Id="rId5" Type="http://schemas.openxmlformats.org/officeDocument/2006/relationships/customXml" Target="../ink/ink5.xml"/><Relationship Id="rId4" Type="http://schemas.openxmlformats.org/officeDocument/2006/relationships/image" Target="../media/image12.png"/><Relationship Id="rId3" Type="http://schemas.openxmlformats.org/officeDocument/2006/relationships/customXml" Target="../ink/ink4.xml"/><Relationship Id="rId2" Type="http://schemas.openxmlformats.org/officeDocument/2006/relationships/image" Target="../media/image10.png"/><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customXml" Target="../ink/ink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customXml" Target="../ink/ink8.xml"/><Relationship Id="rId2" Type="http://schemas.openxmlformats.org/officeDocument/2006/relationships/image" Target="../media/image16.png"/><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xml"/><Relationship Id="rId3" Type="http://schemas.openxmlformats.org/officeDocument/2006/relationships/image" Target="../media/image11.png"/><Relationship Id="rId2" Type="http://schemas.openxmlformats.org/officeDocument/2006/relationships/tags" Target="../tags/tag1.xml"/><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customXml" Target="../ink/ink9.xml"/></Relationships>
</file>

<file path=ppt/slides/_rels/slide52.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customXml" Target="../ink/ink13.xml"/><Relationship Id="rId7" Type="http://schemas.openxmlformats.org/officeDocument/2006/relationships/image" Target="../media/image23.png"/><Relationship Id="rId6" Type="http://schemas.openxmlformats.org/officeDocument/2006/relationships/customXml" Target="../ink/ink12.xml"/><Relationship Id="rId5" Type="http://schemas.openxmlformats.org/officeDocument/2006/relationships/image" Target="../media/image22.png"/><Relationship Id="rId4" Type="http://schemas.openxmlformats.org/officeDocument/2006/relationships/customXml" Target="../ink/ink11.xml"/><Relationship Id="rId3" Type="http://schemas.openxmlformats.org/officeDocument/2006/relationships/image" Target="../media/image21.png"/><Relationship Id="rId22" Type="http://schemas.openxmlformats.org/officeDocument/2006/relationships/slideLayout" Target="../slideLayouts/slideLayout2.xml"/><Relationship Id="rId21" Type="http://schemas.openxmlformats.org/officeDocument/2006/relationships/image" Target="../media/image30.png"/><Relationship Id="rId20" Type="http://schemas.openxmlformats.org/officeDocument/2006/relationships/customXml" Target="../ink/ink19.xml"/><Relationship Id="rId2" Type="http://schemas.openxmlformats.org/officeDocument/2006/relationships/customXml" Target="../ink/ink10.xml"/><Relationship Id="rId19" Type="http://schemas.openxmlformats.org/officeDocument/2006/relationships/image" Target="../media/image29.png"/><Relationship Id="rId18" Type="http://schemas.openxmlformats.org/officeDocument/2006/relationships/customXml" Target="../ink/ink18.xml"/><Relationship Id="rId17" Type="http://schemas.openxmlformats.org/officeDocument/2006/relationships/image" Target="../media/image28.png"/><Relationship Id="rId16" Type="http://schemas.openxmlformats.org/officeDocument/2006/relationships/customXml" Target="../ink/ink17.xml"/><Relationship Id="rId15" Type="http://schemas.openxmlformats.org/officeDocument/2006/relationships/image" Target="../media/image27.png"/><Relationship Id="rId14" Type="http://schemas.openxmlformats.org/officeDocument/2006/relationships/customXml" Target="../ink/ink16.xml"/><Relationship Id="rId13" Type="http://schemas.openxmlformats.org/officeDocument/2006/relationships/image" Target="../media/image26.png"/><Relationship Id="rId12" Type="http://schemas.openxmlformats.org/officeDocument/2006/relationships/customXml" Target="../ink/ink15.xml"/><Relationship Id="rId11" Type="http://schemas.openxmlformats.org/officeDocument/2006/relationships/image" Target="../media/image25.png"/><Relationship Id="rId10" Type="http://schemas.openxmlformats.org/officeDocument/2006/relationships/customXml" Target="../ink/ink14.xml"/><Relationship Id="rId1" Type="http://schemas.openxmlformats.org/officeDocument/2006/relationships/image" Target="../media/image20.pn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customXml" Target="../ink/ink21.xml"/><Relationship Id="rId4" Type="http://schemas.openxmlformats.org/officeDocument/2006/relationships/image" Target="../media/image32.png"/><Relationship Id="rId3" Type="http://schemas.openxmlformats.org/officeDocument/2006/relationships/customXml" Target="../ink/ink20.xml"/><Relationship Id="rId2" Type="http://schemas.openxmlformats.org/officeDocument/2006/relationships/image" Target="../media/image20.png"/><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customXml" Target="../ink/ink22.xml"/><Relationship Id="rId1" Type="http://schemas.openxmlformats.org/officeDocument/2006/relationships/image" Target="../media/image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4.xml"/><Relationship Id="rId3" Type="http://schemas.openxmlformats.org/officeDocument/2006/relationships/image" Target="../media/image43.png"/><Relationship Id="rId2" Type="http://schemas.openxmlformats.org/officeDocument/2006/relationships/customXml" Target="../ink/ink23.xml"/><Relationship Id="rId1" Type="http://schemas.openxmlformats.org/officeDocument/2006/relationships/image" Target="../media/image42.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customXml" Target="../ink/ink25.xml"/><Relationship Id="rId1" Type="http://schemas.openxmlformats.org/officeDocument/2006/relationships/image" Target="../media/image45.png"/></Relationships>
</file>

<file path=ppt/slides/_rels/slide66.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customXml" Target="../ink/ink29.xml"/><Relationship Id="rId7" Type="http://schemas.openxmlformats.org/officeDocument/2006/relationships/image" Target="../media/image50.png"/><Relationship Id="rId6" Type="http://schemas.openxmlformats.org/officeDocument/2006/relationships/customXml" Target="../ink/ink28.xml"/><Relationship Id="rId5" Type="http://schemas.openxmlformats.org/officeDocument/2006/relationships/image" Target="../media/image49.png"/><Relationship Id="rId4" Type="http://schemas.openxmlformats.org/officeDocument/2006/relationships/customXml" Target="../ink/ink27.xml"/><Relationship Id="rId3" Type="http://schemas.openxmlformats.org/officeDocument/2006/relationships/image" Target="../media/image48.png"/><Relationship Id="rId2" Type="http://schemas.openxmlformats.org/officeDocument/2006/relationships/customXml" Target="../ink/ink26.xml"/><Relationship Id="rId17" Type="http://schemas.openxmlformats.org/officeDocument/2006/relationships/notesSlide" Target="../notesSlides/notesSlide10.xml"/><Relationship Id="rId16" Type="http://schemas.openxmlformats.org/officeDocument/2006/relationships/slideLayout" Target="../slideLayouts/slideLayout2.xml"/><Relationship Id="rId15" Type="http://schemas.openxmlformats.org/officeDocument/2006/relationships/image" Target="../media/image54.png"/><Relationship Id="rId14" Type="http://schemas.openxmlformats.org/officeDocument/2006/relationships/customXml" Target="../ink/ink32.xml"/><Relationship Id="rId13" Type="http://schemas.openxmlformats.org/officeDocument/2006/relationships/image" Target="../media/image53.png"/><Relationship Id="rId12" Type="http://schemas.openxmlformats.org/officeDocument/2006/relationships/customXml" Target="../ink/ink31.xml"/><Relationship Id="rId11" Type="http://schemas.openxmlformats.org/officeDocument/2006/relationships/image" Target="../media/image52.png"/><Relationship Id="rId10" Type="http://schemas.openxmlformats.org/officeDocument/2006/relationships/customXml" Target="../ink/ink30.xml"/><Relationship Id="rId1" Type="http://schemas.openxmlformats.org/officeDocument/2006/relationships/image" Target="../media/image47.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9.png"/><Relationship Id="rId2" Type="http://schemas.openxmlformats.org/officeDocument/2006/relationships/customXml" Target="../ink/ink33.xml"/><Relationship Id="rId1" Type="http://schemas.openxmlformats.org/officeDocument/2006/relationships/image" Target="../media/image5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62.png"/><Relationship Id="rId2" Type="http://schemas.openxmlformats.org/officeDocument/2006/relationships/customXml" Target="../ink/ink34.xml"/><Relationship Id="rId1" Type="http://schemas.openxmlformats.org/officeDocument/2006/relationships/image" Target="../media/image61.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customXml" Target="../ink/ink35.xml"/><Relationship Id="rId2" Type="http://schemas.openxmlformats.org/officeDocument/2006/relationships/image" Target="../media/image65.png"/><Relationship Id="rId1" Type="http://schemas.openxmlformats.org/officeDocument/2006/relationships/image" Target="../media/image64.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customXml" Target="../ink/ink36.xml"/><Relationship Id="rId1"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customXml" Target="../ink/ink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en-US" altLang="zh-CN" dirty="0" smtClean="0"/>
              <a:t>Q1: </a:t>
            </a:r>
            <a:r>
              <a:rPr lang="zh-CN" altLang="en-US" dirty="0" smtClean="0"/>
              <a:t>请</a:t>
            </a:r>
            <a:r>
              <a:rPr lang="zh-CN" altLang="en-US" dirty="0"/>
              <a:t>解释说明以下几个概念：深度、宽度、（模块的）扇出与扇入。</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标题 1"/>
          <p:cNvSpPr>
            <a:spLocks noGrp="1"/>
          </p:cNvSpPr>
          <p:nvPr>
            <p:ph type="title"/>
          </p:nvPr>
        </p:nvSpPr>
        <p:spPr/>
        <p:txBody>
          <a:bodyPr>
            <a:normAutofit fontScale="90000"/>
          </a:bodyPr>
          <a:lstStyle/>
          <a:p>
            <a:r>
              <a:rPr lang="en-US" altLang="zh-CN" dirty="0" smtClean="0"/>
              <a:t>Revisiting what we learned last time</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4525963"/>
          </a:xfrm>
        </p:spPr>
        <p:txBody>
          <a:bodyPr/>
          <a:lstStyle/>
          <a:p>
            <a:pPr marL="514350" indent="-514350">
              <a:buFont typeface="+mj-lt"/>
              <a:buAutoNum type="alphaLcParenR"/>
              <a:defRPr/>
            </a:pPr>
            <a:r>
              <a:rPr lang="zh-CN" altLang="en-US" dirty="0"/>
              <a:t>深度：软件结构的层数。</a:t>
            </a:r>
            <a:endParaRPr lang="en-US" altLang="zh-CN" dirty="0"/>
          </a:p>
          <a:p>
            <a:pPr marL="514350" indent="-514350">
              <a:buFont typeface="+mj-lt"/>
              <a:buAutoNum type="alphaLcParenR"/>
              <a:defRPr/>
            </a:pPr>
            <a:r>
              <a:rPr lang="zh-CN" altLang="en-US" dirty="0"/>
              <a:t>宽度：同一层最大模块数。</a:t>
            </a:r>
            <a:endParaRPr lang="en-US" altLang="zh-CN" dirty="0"/>
          </a:p>
          <a:p>
            <a:pPr marL="514350" indent="-514350">
              <a:buFont typeface="+mj-lt"/>
              <a:buAutoNum type="alphaLcParenR"/>
              <a:defRPr/>
            </a:pPr>
            <a:r>
              <a:rPr lang="zh-CN" altLang="en-US" dirty="0">
                <a:highlight>
                  <a:srgbClr val="FFFF00"/>
                </a:highlight>
              </a:rPr>
              <a:t>（模块的）扇出</a:t>
            </a:r>
            <a:r>
              <a:rPr lang="zh-CN" altLang="en-US" dirty="0"/>
              <a:t>：一个模块直接调用的模块数 （</a:t>
            </a:r>
            <a:r>
              <a:rPr lang="zh-CN" altLang="en-US" dirty="0">
                <a:solidFill>
                  <a:srgbClr val="FF0000"/>
                </a:solidFill>
              </a:rPr>
              <a:t>往下看</a:t>
            </a:r>
            <a:r>
              <a:rPr lang="zh-CN" altLang="en-US" dirty="0"/>
              <a:t>）。</a:t>
            </a:r>
            <a:endParaRPr lang="en-US" altLang="zh-CN" dirty="0"/>
          </a:p>
          <a:p>
            <a:pPr marL="514350" indent="-514350">
              <a:buFont typeface="+mj-lt"/>
              <a:buAutoNum type="alphaLcParenR"/>
              <a:defRPr/>
            </a:pPr>
            <a:r>
              <a:rPr lang="zh-CN" altLang="en-US" dirty="0">
                <a:highlight>
                  <a:srgbClr val="FFFF00"/>
                </a:highlight>
              </a:rPr>
              <a:t>（模块的）扇入</a:t>
            </a:r>
            <a:r>
              <a:rPr lang="zh-CN" altLang="en-US" dirty="0"/>
              <a:t>：调用当前模块的模块个数 （</a:t>
            </a:r>
            <a:r>
              <a:rPr lang="zh-CN" altLang="en-US" dirty="0">
                <a:solidFill>
                  <a:srgbClr val="FF0000"/>
                </a:solidFill>
              </a:rPr>
              <a:t>往上看</a:t>
            </a:r>
            <a:r>
              <a:rPr lang="zh-CN" altLang="en-US" dirty="0"/>
              <a:t>）</a:t>
            </a:r>
            <a:r>
              <a:rPr lang="zh-CN" altLang="en-US" dirty="0" smtClean="0"/>
              <a:t>。</a:t>
            </a:r>
            <a:endParaRPr lang="en-US" altLang="zh-CN"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en-US" altLang="zh-CN" dirty="0" smtClean="0"/>
              <a:t>Q2: </a:t>
            </a:r>
            <a:r>
              <a:rPr lang="zh-CN" altLang="en-US" dirty="0" smtClean="0"/>
              <a:t>阐述面向数据流的设计方法中变换分析的步骤。</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标题 5"/>
          <p:cNvSpPr>
            <a:spLocks noGrp="1"/>
          </p:cNvSpPr>
          <p:nvPr>
            <p:ph type="title"/>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面向数据流的设计方法中变换分析的步骤</a:t>
            </a:r>
            <a:endParaRPr lang="zh-CN" altLang="en-US" dirty="0"/>
          </a:p>
        </p:txBody>
      </p:sp>
      <p:sp>
        <p:nvSpPr>
          <p:cNvPr id="3" name="内容占位符 2"/>
          <p:cNvSpPr>
            <a:spLocks noGrp="1"/>
          </p:cNvSpPr>
          <p:nvPr>
            <p:ph idx="1"/>
          </p:nvPr>
        </p:nvSpPr>
        <p:spPr>
          <a:xfrm>
            <a:off x="457200" y="1600200"/>
            <a:ext cx="8003232" cy="4525963"/>
          </a:xfrm>
        </p:spPr>
        <p:txBody>
          <a:bodyPr>
            <a:normAutofit/>
          </a:bodyPr>
          <a:lstStyle/>
          <a:p>
            <a:pPr marL="571500" indent="-571500">
              <a:buFont typeface="+mj-lt"/>
              <a:buAutoNum type="romanUcPeriod"/>
            </a:pPr>
            <a:r>
              <a:rPr lang="zh-CN" altLang="en-US" sz="2800" dirty="0" smtClean="0"/>
              <a:t>复查基本系统模型 （顶级数据流图）；</a:t>
            </a:r>
            <a:endParaRPr lang="en-US" altLang="zh-CN" sz="2800" dirty="0" smtClean="0"/>
          </a:p>
          <a:p>
            <a:pPr marL="571500" indent="-571500">
              <a:buFont typeface="+mj-lt"/>
              <a:buAutoNum type="romanUcPeriod"/>
            </a:pPr>
            <a:r>
              <a:rPr lang="zh-CN" altLang="en-US" sz="2800" dirty="0" smtClean="0"/>
              <a:t>复查并精化数据流图 （细化、分解数据流图）；</a:t>
            </a:r>
            <a:endParaRPr lang="en-US" altLang="zh-CN" sz="2800" dirty="0" smtClean="0"/>
          </a:p>
          <a:p>
            <a:pPr marL="571500" indent="-571500">
              <a:buFont typeface="+mj-lt"/>
              <a:buAutoNum type="romanUcPeriod"/>
            </a:pPr>
            <a:r>
              <a:rPr lang="zh-CN" altLang="en-US" sz="2800" dirty="0" smtClean="0"/>
              <a:t>判定数据流图具有变换特性还是事务特性；</a:t>
            </a:r>
            <a:endParaRPr lang="en-US" altLang="zh-CN" sz="2800" dirty="0" smtClean="0"/>
          </a:p>
          <a:p>
            <a:pPr marL="571500" indent="-571500">
              <a:buFont typeface="+mj-lt"/>
              <a:buAutoNum type="romanUcPeriod"/>
            </a:pPr>
            <a:r>
              <a:rPr lang="zh-CN" altLang="en-US" sz="2800" dirty="0" smtClean="0"/>
              <a:t>确定输入流和输出流的边界，从而孤立出变换中心；</a:t>
            </a:r>
            <a:endParaRPr lang="en-US" altLang="zh-CN" sz="2800" dirty="0" smtClean="0"/>
          </a:p>
          <a:p>
            <a:pPr marL="571500" indent="-571500">
              <a:buFont typeface="+mj-lt"/>
              <a:buAutoNum type="romanUcPeriod"/>
            </a:pPr>
            <a:r>
              <a:rPr lang="zh-CN" altLang="en-US" sz="2800" dirty="0" smtClean="0"/>
              <a:t>完成</a:t>
            </a:r>
            <a:r>
              <a:rPr lang="zh-CN" altLang="en-US" sz="2800" dirty="0" smtClean="0">
                <a:highlight>
                  <a:srgbClr val="FFFF00"/>
                </a:highlight>
              </a:rPr>
              <a:t>“第一级分解”</a:t>
            </a:r>
            <a:r>
              <a:rPr lang="zh-CN" altLang="en-US" sz="2800" dirty="0">
                <a:highlight>
                  <a:srgbClr val="FFFF00"/>
                </a:highlight>
              </a:rPr>
              <a:t> （第一级映射） </a:t>
            </a:r>
            <a:r>
              <a:rPr lang="zh-CN" altLang="en-US" sz="2800" dirty="0" smtClean="0"/>
              <a:t>；</a:t>
            </a:r>
            <a:endParaRPr lang="en-US" altLang="zh-CN" sz="2800" dirty="0"/>
          </a:p>
          <a:p>
            <a:pPr marL="571500" indent="-571500">
              <a:buFont typeface="+mj-lt"/>
              <a:buAutoNum type="romanUcPeriod"/>
            </a:pPr>
            <a:r>
              <a:rPr lang="zh-CN" altLang="en-US" sz="2800" dirty="0"/>
              <a:t>完成</a:t>
            </a:r>
            <a:r>
              <a:rPr lang="zh-CN" altLang="en-US" sz="2800" dirty="0" smtClean="0">
                <a:highlight>
                  <a:srgbClr val="FFFF00"/>
                </a:highlight>
              </a:rPr>
              <a:t>“第二级分解”</a:t>
            </a:r>
            <a:r>
              <a:rPr lang="zh-CN" altLang="en-US" sz="2800" dirty="0">
                <a:highlight>
                  <a:srgbClr val="FFFF00"/>
                </a:highlight>
              </a:rPr>
              <a:t> （第二级映射）</a:t>
            </a:r>
            <a:r>
              <a:rPr lang="zh-CN" altLang="en-US" sz="2800" dirty="0"/>
              <a:t> </a:t>
            </a:r>
            <a:r>
              <a:rPr lang="zh-CN" altLang="en-US" sz="2800" dirty="0" smtClean="0"/>
              <a:t>；</a:t>
            </a:r>
            <a:endParaRPr lang="en-US" altLang="zh-CN" sz="2800" dirty="0" smtClean="0"/>
          </a:p>
          <a:p>
            <a:pPr marL="571500" indent="-571500">
              <a:buFont typeface="+mj-lt"/>
              <a:buAutoNum type="romanUcPeriod"/>
            </a:pPr>
            <a:r>
              <a:rPr lang="zh-CN" altLang="en-US" sz="2800" dirty="0" smtClean="0"/>
              <a:t>使用启发规则对软件结构进行优化。</a:t>
            </a:r>
            <a:endParaRPr lang="en-US" altLang="zh-CN" sz="2800" dirty="0"/>
          </a:p>
          <a:p>
            <a:pPr marL="571500" indent="-571500">
              <a:buFont typeface="+mj-lt"/>
              <a:buAutoNum type="romanUcPeriod"/>
            </a:pPr>
            <a:endParaRPr lang="en-US" altLang="zh-CN" sz="2800" dirty="0" smtClean="0"/>
          </a:p>
          <a:p>
            <a:pPr marL="571500" indent="-571500">
              <a:buFont typeface="+mj-lt"/>
              <a:buAutoNum type="romanUcPeriod"/>
            </a:pPr>
            <a:endParaRPr lang="en-US" altLang="zh-CN" sz="2800" dirty="0" smtClean="0"/>
          </a:p>
          <a:p>
            <a:pPr marL="571500" indent="-571500">
              <a:buFont typeface="+mj-lt"/>
              <a:buAutoNum type="romanUcPeriod"/>
            </a:pPr>
            <a:endParaRPr lang="zh-CN" altLang="en-US" sz="2800"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764704"/>
            <a:ext cx="8229600" cy="1143000"/>
          </a:xfrm>
        </p:spPr>
        <p:txBody>
          <a:bodyPr>
            <a:normAutofit fontScale="90000"/>
          </a:bodyPr>
          <a:lstStyle/>
          <a:p>
            <a:r>
              <a:rPr lang="en-US" altLang="zh-CN" dirty="0" smtClean="0"/>
              <a:t>Q3: </a:t>
            </a:r>
            <a:r>
              <a:rPr lang="zh-CN" altLang="en-US" dirty="0"/>
              <a:t>可行性研究、需求分析与总体设计阶段的图形工具有哪些？</a:t>
            </a:r>
            <a:r>
              <a:rPr lang="en-US" altLang="zh-CN" dirty="0"/>
              <a:t> </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19256" cy="4929411"/>
          </a:xfrm>
        </p:spPr>
        <p:txBody>
          <a:bodyPr>
            <a:normAutofit fontScale="77500" lnSpcReduction="20000"/>
          </a:bodyPr>
          <a:lstStyle/>
          <a:p>
            <a:pPr marL="514350" indent="-514350">
              <a:buFont typeface="Calibri Light" panose="020F0302020204030204" pitchFamily="34" charset="0"/>
              <a:buAutoNum type="alphaLcParenR"/>
            </a:pPr>
            <a:r>
              <a:rPr lang="zh-CN" altLang="en-US" noProof="1">
                <a:solidFill>
                  <a:srgbClr val="000000"/>
                </a:solidFill>
              </a:rPr>
              <a:t>系统流程图 （系统的物理实现）</a:t>
            </a:r>
            <a:endParaRPr lang="zh-CN" altLang="zh-CN" noProof="1">
              <a:solidFill>
                <a:srgbClr val="000000"/>
              </a:solidFill>
            </a:endParaRPr>
          </a:p>
          <a:p>
            <a:pPr marL="514350" indent="-514350">
              <a:buFont typeface="Calibri Light" panose="020F0302020204030204" pitchFamily="34" charset="0"/>
              <a:buAutoNum type="alphaLcParenR"/>
            </a:pPr>
            <a:r>
              <a:rPr lang="zh-CN" altLang="en-US" noProof="1">
                <a:solidFill>
                  <a:srgbClr val="000000"/>
                </a:solidFill>
              </a:rPr>
              <a:t>数据流图 （系统的逻辑模型）</a:t>
            </a:r>
            <a:endParaRPr lang="zh-CN" altLang="zh-CN" noProof="1">
              <a:solidFill>
                <a:srgbClr val="000000"/>
              </a:solidFill>
            </a:endParaRPr>
          </a:p>
          <a:p>
            <a:pPr marL="514350" indent="-514350">
              <a:buFont typeface="Calibri Light" panose="020F0302020204030204" pitchFamily="34" charset="0"/>
              <a:buAutoNum type="alphaLcParenR"/>
            </a:pPr>
            <a:r>
              <a:rPr lang="zh-CN" altLang="en-US" noProof="1">
                <a:solidFill>
                  <a:srgbClr val="000000"/>
                </a:solidFill>
              </a:rPr>
              <a:t>实体</a:t>
            </a:r>
            <a:r>
              <a:rPr lang="zh-CN" altLang="zh-CN" noProof="1">
                <a:solidFill>
                  <a:srgbClr val="000000"/>
                </a:solidFill>
              </a:rPr>
              <a:t>-</a:t>
            </a:r>
            <a:r>
              <a:rPr lang="zh-CN" altLang="en-US" noProof="1">
                <a:solidFill>
                  <a:srgbClr val="000000"/>
                </a:solidFill>
              </a:rPr>
              <a:t>联系图 （表示数据对象或实体之间的联系）</a:t>
            </a:r>
            <a:endParaRPr lang="zh-CN" altLang="zh-CN" noProof="1">
              <a:solidFill>
                <a:srgbClr val="000000"/>
              </a:solidFill>
            </a:endParaRPr>
          </a:p>
          <a:p>
            <a:pPr marL="514350" indent="-514350">
              <a:buFont typeface="Calibri Light" panose="020F0302020204030204" pitchFamily="34" charset="0"/>
              <a:buAutoNum type="alphaLcParenR"/>
            </a:pPr>
            <a:r>
              <a:rPr lang="zh-CN" altLang="en-US" noProof="1">
                <a:solidFill>
                  <a:srgbClr val="000000"/>
                </a:solidFill>
              </a:rPr>
              <a:t>状态转换图 （系统中存在的状态以及状态间如何转换）</a:t>
            </a:r>
            <a:endParaRPr lang="zh-CN" altLang="zh-CN" noProof="1">
              <a:solidFill>
                <a:srgbClr val="000000"/>
              </a:solidFill>
            </a:endParaRPr>
          </a:p>
          <a:p>
            <a:pPr marL="514350" indent="-514350">
              <a:buFont typeface="Calibri Light" panose="020F0302020204030204" pitchFamily="34" charset="0"/>
              <a:buAutoNum type="alphaLcParenR"/>
            </a:pPr>
            <a:r>
              <a:rPr lang="zh-CN" altLang="en-US" noProof="1">
                <a:solidFill>
                  <a:srgbClr val="000000"/>
                </a:solidFill>
              </a:rPr>
              <a:t>层次方框图 （树形结构，分层，</a:t>
            </a:r>
            <a:r>
              <a:rPr lang="zh-CN" altLang="en-US" noProof="1">
                <a:solidFill>
                  <a:srgbClr val="FF0000"/>
                </a:solidFill>
              </a:rPr>
              <a:t>上下层模块间是组成关系</a:t>
            </a:r>
            <a:r>
              <a:rPr lang="zh-CN" altLang="en-US" noProof="1">
                <a:solidFill>
                  <a:srgbClr val="000000"/>
                </a:solidFill>
              </a:rPr>
              <a:t>）</a:t>
            </a:r>
            <a:endParaRPr lang="zh-CN" altLang="zh-CN" noProof="1">
              <a:solidFill>
                <a:srgbClr val="000000"/>
              </a:solidFill>
            </a:endParaRPr>
          </a:p>
          <a:p>
            <a:pPr marL="514350" indent="-514350">
              <a:buFont typeface="Calibri Light" panose="020F0302020204030204" pitchFamily="34" charset="0"/>
              <a:buAutoNum type="alphaLcParenR"/>
            </a:pPr>
            <a:r>
              <a:rPr lang="en-US" altLang="zh-CN" noProof="1">
                <a:solidFill>
                  <a:srgbClr val="000000"/>
                </a:solidFill>
              </a:rPr>
              <a:t>Warnier</a:t>
            </a:r>
            <a:r>
              <a:rPr lang="zh-CN" altLang="en-US" noProof="1">
                <a:solidFill>
                  <a:srgbClr val="000000"/>
                </a:solidFill>
              </a:rPr>
              <a:t>图 （树形结构，同级或同类信息放在一个花括号里）</a:t>
            </a:r>
            <a:endParaRPr lang="zh-CN" altLang="zh-CN" noProof="1">
              <a:solidFill>
                <a:srgbClr val="000000"/>
              </a:solidFill>
            </a:endParaRPr>
          </a:p>
          <a:p>
            <a:pPr marL="514350" indent="-514350">
              <a:buFont typeface="Calibri Light" panose="020F0302020204030204" pitchFamily="34" charset="0"/>
              <a:buAutoNum type="alphaLcParenR"/>
            </a:pPr>
            <a:r>
              <a:rPr lang="en-US" altLang="zh-CN" noProof="1">
                <a:solidFill>
                  <a:srgbClr val="000000"/>
                </a:solidFill>
              </a:rPr>
              <a:t>IPO</a:t>
            </a:r>
            <a:r>
              <a:rPr lang="zh-CN" altLang="en-US" noProof="1">
                <a:solidFill>
                  <a:srgbClr val="000000"/>
                </a:solidFill>
              </a:rPr>
              <a:t>图 （输入 </a:t>
            </a:r>
            <a:r>
              <a:rPr lang="zh-CN" altLang="zh-CN" noProof="1">
                <a:solidFill>
                  <a:srgbClr val="000000"/>
                </a:solidFill>
              </a:rPr>
              <a:t>- </a:t>
            </a:r>
            <a:r>
              <a:rPr lang="zh-CN" altLang="en-US" noProof="1">
                <a:solidFill>
                  <a:srgbClr val="000000"/>
                </a:solidFill>
              </a:rPr>
              <a:t>处理 </a:t>
            </a:r>
            <a:r>
              <a:rPr lang="zh-CN" altLang="zh-CN" noProof="1">
                <a:solidFill>
                  <a:srgbClr val="000000"/>
                </a:solidFill>
              </a:rPr>
              <a:t>- </a:t>
            </a:r>
            <a:r>
              <a:rPr lang="zh-CN" altLang="en-US" noProof="1">
                <a:solidFill>
                  <a:srgbClr val="000000"/>
                </a:solidFill>
              </a:rPr>
              <a:t>输出）</a:t>
            </a:r>
            <a:endParaRPr lang="zh-CN" altLang="zh-CN" noProof="1"/>
          </a:p>
          <a:p>
            <a:pPr marL="514350" indent="-514350">
              <a:buFont typeface="Calibri Light" panose="020F0302020204030204" pitchFamily="34" charset="0"/>
              <a:buAutoNum type="alphaLcParenR"/>
            </a:pPr>
            <a:r>
              <a:rPr lang="zh-CN" altLang="en-US" dirty="0"/>
              <a:t>层次图 （</a:t>
            </a:r>
            <a:r>
              <a:rPr lang="zh-CN" altLang="en-US" noProof="1">
                <a:solidFill>
                  <a:srgbClr val="000000"/>
                </a:solidFill>
              </a:rPr>
              <a:t>树形结构，分层，</a:t>
            </a:r>
            <a:r>
              <a:rPr lang="zh-CN" altLang="en-US" noProof="1">
                <a:solidFill>
                  <a:srgbClr val="FF0000"/>
                </a:solidFill>
              </a:rPr>
              <a:t>上下层模块间是调用关系</a:t>
            </a:r>
            <a:r>
              <a:rPr lang="zh-CN" altLang="en-US" dirty="0"/>
              <a:t>）</a:t>
            </a:r>
            <a:endParaRPr lang="en-US" altLang="zh-CN" dirty="0"/>
          </a:p>
          <a:p>
            <a:pPr marL="514350" indent="-514350">
              <a:buFont typeface="Calibri Light" panose="020F0302020204030204" pitchFamily="34" charset="0"/>
              <a:buAutoNum type="alphaLcParenR"/>
            </a:pPr>
            <a:r>
              <a:rPr lang="en-US" altLang="zh-CN" dirty="0"/>
              <a:t>HIPO</a:t>
            </a:r>
            <a:r>
              <a:rPr lang="zh-CN" altLang="en-US" dirty="0"/>
              <a:t>图 （层次图</a:t>
            </a:r>
            <a:r>
              <a:rPr lang="en-US" altLang="zh-CN" dirty="0"/>
              <a:t>+IPO</a:t>
            </a:r>
            <a:r>
              <a:rPr lang="zh-CN" altLang="en-US" dirty="0"/>
              <a:t>图；注意画法）</a:t>
            </a:r>
            <a:endParaRPr lang="en-US" altLang="zh-CN" dirty="0"/>
          </a:p>
          <a:p>
            <a:pPr marL="514350" indent="-514350">
              <a:buFont typeface="Calibri Light" panose="020F0302020204030204" pitchFamily="34" charset="0"/>
              <a:buAutoNum type="alphaLcParenR"/>
            </a:pPr>
            <a:r>
              <a:rPr lang="zh-CN" altLang="en-US" dirty="0"/>
              <a:t>结构图 （树形结构，模块间调用关系，调用可双向）</a:t>
            </a:r>
            <a:endParaRPr lang="zh-CN" altLang="en-US" noProof="1">
              <a:solidFill>
                <a:srgbClr val="000000"/>
              </a:solidFill>
            </a:endParaRPr>
          </a:p>
          <a:p>
            <a:pPr marL="0" indent="0">
              <a:buNone/>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6</a:t>
            </a:r>
            <a:r>
              <a:rPr lang="zh-CN" altLang="en-US" dirty="0" smtClean="0"/>
              <a:t>章 详细设计</a:t>
            </a:r>
            <a:endParaRPr lang="zh-CN" altLang="en-US" dirty="0"/>
          </a:p>
        </p:txBody>
      </p:sp>
      <p:sp>
        <p:nvSpPr>
          <p:cNvPr id="3" name="副标题 2"/>
          <p:cNvSpPr>
            <a:spLocks noGrp="1"/>
          </p:cNvSpPr>
          <p:nvPr>
            <p:ph type="subTitle" idx="1"/>
          </p:nvPr>
        </p:nvSpPr>
        <p:spPr>
          <a:xfrm>
            <a:off x="1331640" y="3861048"/>
            <a:ext cx="6800800" cy="1752600"/>
          </a:xfrm>
        </p:spPr>
        <p:txBody>
          <a:bodyPr/>
          <a:lstStyle/>
          <a:p>
            <a:r>
              <a:rPr lang="zh-CN" altLang="en-US" dirty="0" smtClean="0"/>
              <a:t>吕国华</a:t>
            </a:r>
            <a:endParaRPr lang="en-US" altLang="zh-CN" dirty="0" smtClean="0"/>
          </a:p>
          <a:p>
            <a:r>
              <a:rPr lang="zh-CN" altLang="en-US" dirty="0"/>
              <a:t>齐鲁</a:t>
            </a:r>
            <a:r>
              <a:rPr lang="zh-CN" altLang="en-US" dirty="0" smtClean="0"/>
              <a:t>工业大学（山东省科学院）</a:t>
            </a:r>
            <a:endParaRPr lang="zh-CN" altLang="en-US" dirty="0" smtClean="0"/>
          </a:p>
          <a:p>
            <a:r>
              <a:rPr lang="zh-CN" altLang="en-US" dirty="0" smtClean="0"/>
              <a:t>计算机科学与技术学部</a:t>
            </a: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6" y="0"/>
            <a:ext cx="9143093"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日期占位符 2"/>
          <p:cNvSpPr>
            <a:spLocks noGrp="1"/>
          </p:cNvSpPr>
          <p:nvPr>
            <p:ph type="dt" sz="half" idx="10"/>
          </p:nvPr>
        </p:nvSpPr>
        <p:spPr/>
        <p:txBody>
          <a:bodyPr/>
          <a:lstStyle/>
          <a:p>
            <a:fld id="{B23CEE52-937E-4C12-9497-217EC3173E3E}"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lstStyle/>
          <a:p>
            <a:r>
              <a:rPr lang="zh-CN" altLang="en-US" dirty="0" smtClean="0"/>
              <a:t>详细设计概述 （</a:t>
            </a:r>
            <a:r>
              <a:rPr lang="en-US" altLang="zh-CN" dirty="0" smtClean="0"/>
              <a:t>overview</a:t>
            </a:r>
            <a:r>
              <a:rPr lang="zh-CN" altLang="en-US" dirty="0" smtClean="0"/>
              <a:t>）</a:t>
            </a:r>
            <a:endParaRPr lang="en-US" altLang="zh-CN" dirty="0" smtClean="0"/>
          </a:p>
          <a:p>
            <a:r>
              <a:rPr lang="zh-CN" altLang="en-US" dirty="0" smtClean="0"/>
              <a:t>结构程序设计</a:t>
            </a:r>
            <a:endParaRPr lang="en-US" altLang="zh-CN" dirty="0" smtClean="0"/>
          </a:p>
          <a:p>
            <a:r>
              <a:rPr lang="zh-CN" altLang="en-US" dirty="0" smtClean="0"/>
              <a:t>人机界面设计</a:t>
            </a:r>
            <a:endParaRPr lang="en-US" altLang="zh-CN" dirty="0" smtClean="0"/>
          </a:p>
          <a:p>
            <a:r>
              <a:rPr lang="zh-CN" altLang="en-US" dirty="0"/>
              <a:t>过程</a:t>
            </a:r>
            <a:r>
              <a:rPr lang="zh-CN" altLang="en-US" dirty="0" smtClean="0"/>
              <a:t>设计的工具</a:t>
            </a:r>
            <a:endParaRPr lang="en-US" altLang="zh-CN" dirty="0" smtClean="0"/>
          </a:p>
          <a:p>
            <a:r>
              <a:rPr lang="zh-CN" altLang="en-US" dirty="0" smtClean="0"/>
              <a:t>面向数据结构的设计方法</a:t>
            </a:r>
            <a:endParaRPr lang="en-US" altLang="zh-CN" dirty="0" smtClean="0"/>
          </a:p>
          <a:p>
            <a:r>
              <a:rPr lang="zh-CN" altLang="en-US" dirty="0" smtClean="0"/>
              <a:t>程序复杂程度的定量度量</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C35D3F57-F453-4555-BCD9-F9F6EAD7127E}"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6.1 </a:t>
            </a:r>
            <a:r>
              <a:rPr lang="zh-CN" altLang="en-US" dirty="0" smtClean="0"/>
              <a:t>详细设计概述</a:t>
            </a:r>
            <a:endParaRPr lang="zh-CN" altLang="en-US" dirty="0"/>
          </a:p>
        </p:txBody>
      </p:sp>
      <p:sp>
        <p:nvSpPr>
          <p:cNvPr id="3" name="内容占位符 2"/>
          <p:cNvSpPr>
            <a:spLocks noGrp="1"/>
          </p:cNvSpPr>
          <p:nvPr>
            <p:ph idx="1"/>
          </p:nvPr>
        </p:nvSpPr>
        <p:spPr/>
        <p:txBody>
          <a:bodyPr>
            <a:normAutofit/>
          </a:bodyPr>
          <a:lstStyle/>
          <a:p>
            <a:r>
              <a:rPr lang="zh-CN" altLang="en-US" sz="2400" dirty="0" smtClean="0">
                <a:solidFill>
                  <a:srgbClr val="0000FF"/>
                </a:solidFill>
              </a:rPr>
              <a:t>详细设计的根本目标</a:t>
            </a:r>
            <a:r>
              <a:rPr lang="zh-CN" altLang="en-US" sz="2400" dirty="0" smtClean="0"/>
              <a:t>：确定怎样</a:t>
            </a:r>
            <a:r>
              <a:rPr lang="zh-CN" altLang="en-US" sz="2400" dirty="0" smtClean="0">
                <a:solidFill>
                  <a:srgbClr val="0000FF"/>
                </a:solidFill>
              </a:rPr>
              <a:t>具体地实现</a:t>
            </a:r>
            <a:r>
              <a:rPr lang="zh-CN" altLang="en-US" sz="2400" dirty="0" smtClean="0"/>
              <a:t>所要求的系统。经过这个阶段的设计工作，应该得出对目标系统的</a:t>
            </a:r>
            <a:r>
              <a:rPr lang="zh-CN" altLang="en-US" sz="2400" dirty="0" smtClean="0">
                <a:highlight>
                  <a:srgbClr val="FFFF00"/>
                </a:highlight>
              </a:rPr>
              <a:t>精确描述（</a:t>
            </a:r>
            <a:r>
              <a:rPr lang="en-US" altLang="zh-CN" sz="2400" dirty="0" smtClean="0">
                <a:highlight>
                  <a:srgbClr val="FFFF00"/>
                </a:highlight>
              </a:rPr>
              <a:t>precise description</a:t>
            </a:r>
            <a:r>
              <a:rPr lang="zh-CN" altLang="en-US" sz="2400" dirty="0" smtClean="0">
                <a:highlight>
                  <a:srgbClr val="FFFF00"/>
                </a:highlight>
              </a:rPr>
              <a:t>）</a:t>
            </a:r>
            <a:r>
              <a:rPr lang="zh-CN" altLang="en-US" sz="2400" dirty="0" smtClean="0"/>
              <a:t>，从而在</a:t>
            </a:r>
            <a:r>
              <a:rPr lang="zh-CN" altLang="en-US" sz="2400" dirty="0" smtClean="0">
                <a:solidFill>
                  <a:srgbClr val="0000FF"/>
                </a:solidFill>
              </a:rPr>
              <a:t>编码阶段可以把这个描述直接翻译成用某种程序设计语言书写的程序</a:t>
            </a:r>
            <a:r>
              <a:rPr lang="zh-CN" altLang="en-US" sz="2400" dirty="0" smtClean="0"/>
              <a:t>。</a:t>
            </a:r>
            <a:endParaRPr lang="en-US" altLang="zh-CN" sz="2400" dirty="0"/>
          </a:p>
          <a:p>
            <a:endParaRPr lang="en-US" altLang="zh-CN" sz="2400" dirty="0" smtClean="0"/>
          </a:p>
          <a:p>
            <a:r>
              <a:rPr lang="zh-CN" altLang="en-US" sz="2400" dirty="0" smtClean="0"/>
              <a:t>详细设计的任务不是具体地编写程序，而是要</a:t>
            </a:r>
            <a:r>
              <a:rPr lang="zh-CN" altLang="en-US" sz="2400" dirty="0" smtClean="0">
                <a:solidFill>
                  <a:srgbClr val="0000FF"/>
                </a:solidFill>
              </a:rPr>
              <a:t>设计出程序的</a:t>
            </a:r>
            <a:r>
              <a:rPr lang="zh-CN" altLang="en-US" sz="2400" dirty="0" smtClean="0">
                <a:solidFill>
                  <a:srgbClr val="0000FF"/>
                </a:solidFill>
                <a:highlight>
                  <a:srgbClr val="FFFF00"/>
                </a:highlight>
              </a:rPr>
              <a:t>“蓝图”</a:t>
            </a:r>
            <a:r>
              <a:rPr lang="zh-CN" altLang="en-US" sz="2400" dirty="0" smtClean="0"/>
              <a:t>，程序员将根据这个蓝图写出实际的程序代码。</a:t>
            </a:r>
            <a:endParaRPr lang="en-US" altLang="zh-CN" sz="2400" dirty="0" smtClean="0"/>
          </a:p>
          <a:p>
            <a:endParaRPr lang="en-US" altLang="zh-CN" sz="2400" dirty="0" smtClean="0"/>
          </a:p>
          <a:p>
            <a:r>
              <a:rPr lang="zh-CN" altLang="en-US" sz="2400" dirty="0" smtClean="0">
                <a:solidFill>
                  <a:srgbClr val="0000FF"/>
                </a:solidFill>
              </a:rPr>
              <a:t>结构程序设计</a:t>
            </a:r>
            <a:r>
              <a:rPr lang="zh-CN" altLang="en-US" sz="2400" dirty="0" smtClean="0"/>
              <a:t>是实现详细设计目标的关键技术，是详细设计的逻辑基础。</a:t>
            </a:r>
            <a:endParaRPr lang="en-US" altLang="zh-CN" sz="24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E7488B19-291F-4EE2-8F22-679E92E55A17}"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详细设计的基本任务</a:t>
            </a:r>
            <a:endParaRPr lang="zh-CN" altLang="en-US" dirty="0"/>
          </a:p>
        </p:txBody>
      </p:sp>
      <p:sp>
        <p:nvSpPr>
          <p:cNvPr id="3" name="内容占位符 2"/>
          <p:cNvSpPr>
            <a:spLocks noGrp="1"/>
          </p:cNvSpPr>
          <p:nvPr>
            <p:ph idx="1"/>
          </p:nvPr>
        </p:nvSpPr>
        <p:spPr/>
        <p:txBody>
          <a:bodyPr>
            <a:normAutofit lnSpcReduction="20000"/>
          </a:bodyPr>
          <a:lstStyle/>
          <a:p>
            <a:r>
              <a:rPr lang="zh-CN" altLang="en-US" dirty="0" smtClean="0"/>
              <a:t>确定每个模块的具体执行过程，包括：</a:t>
            </a:r>
            <a:endParaRPr lang="en-US" altLang="zh-CN" dirty="0" smtClean="0"/>
          </a:p>
          <a:p>
            <a:pPr marL="914400" lvl="1" indent="-514350">
              <a:buFont typeface="+mj-lt"/>
              <a:buAutoNum type="alphaLcParenR"/>
            </a:pPr>
            <a:r>
              <a:rPr lang="zh-CN" altLang="en-US" dirty="0" smtClean="0"/>
              <a:t>为每个模块进行详细的</a:t>
            </a:r>
            <a:r>
              <a:rPr lang="zh-CN" altLang="en-US" dirty="0" smtClean="0">
                <a:solidFill>
                  <a:srgbClr val="0000FF"/>
                </a:solidFill>
              </a:rPr>
              <a:t>算法设计</a:t>
            </a:r>
            <a:r>
              <a:rPr lang="zh-CN" altLang="en-US" dirty="0" smtClean="0"/>
              <a:t>；</a:t>
            </a:r>
            <a:endParaRPr lang="en-US" altLang="zh-CN" dirty="0" smtClean="0"/>
          </a:p>
          <a:p>
            <a:pPr marL="914400" lvl="1" indent="-514350">
              <a:buFont typeface="+mj-lt"/>
              <a:buAutoNum type="alphaLcParenR"/>
            </a:pPr>
            <a:r>
              <a:rPr lang="zh-CN" altLang="en-US" dirty="0" smtClean="0"/>
              <a:t>为模块内的</a:t>
            </a:r>
            <a:r>
              <a:rPr lang="zh-CN" altLang="en-US" dirty="0" smtClean="0">
                <a:solidFill>
                  <a:srgbClr val="0000FF"/>
                </a:solidFill>
              </a:rPr>
              <a:t>数据结构</a:t>
            </a:r>
            <a:r>
              <a:rPr lang="zh-CN" altLang="en-US" dirty="0" smtClean="0"/>
              <a:t>进行设计。</a:t>
            </a:r>
            <a:r>
              <a:rPr lang="en-US" altLang="zh-CN" dirty="0" smtClean="0"/>
              <a:t>    </a:t>
            </a:r>
            <a:endParaRPr lang="en-US" altLang="zh-CN" dirty="0" smtClean="0"/>
          </a:p>
          <a:p>
            <a:r>
              <a:rPr lang="zh-CN" altLang="en-US" dirty="0" smtClean="0"/>
              <a:t>对数据库进行物理设计（数据库语言、存储结构、存取方式等）</a:t>
            </a:r>
            <a:endParaRPr lang="en-US" altLang="zh-CN" dirty="0" smtClean="0"/>
          </a:p>
          <a:p>
            <a:r>
              <a:rPr lang="zh-CN" altLang="en-US" dirty="0" smtClean="0"/>
              <a:t>其它设计：代码设计（程序文件组织、编码风格等），输入</a:t>
            </a:r>
            <a:r>
              <a:rPr lang="en-US" altLang="zh-CN" dirty="0" smtClean="0"/>
              <a:t>/</a:t>
            </a:r>
            <a:r>
              <a:rPr lang="zh-CN" altLang="en-US" dirty="0" smtClean="0"/>
              <a:t>输出格式设计，人机</a:t>
            </a:r>
            <a:r>
              <a:rPr lang="zh-CN" altLang="en-US" dirty="0"/>
              <a:t>界面</a:t>
            </a:r>
            <a:r>
              <a:rPr lang="zh-CN" altLang="en-US" dirty="0" smtClean="0"/>
              <a:t>设计</a:t>
            </a:r>
            <a:endParaRPr lang="en-US" altLang="zh-CN" dirty="0" smtClean="0"/>
          </a:p>
          <a:p>
            <a:r>
              <a:rPr lang="zh-CN" altLang="en-US" dirty="0" smtClean="0"/>
              <a:t>编写</a:t>
            </a:r>
            <a:r>
              <a:rPr lang="zh-CN" altLang="en-US" dirty="0" smtClean="0">
                <a:solidFill>
                  <a:srgbClr val="0000FF"/>
                </a:solidFill>
              </a:rPr>
              <a:t>详细设计说明书</a:t>
            </a:r>
            <a:endParaRPr lang="en-US" altLang="zh-CN" dirty="0" smtClean="0">
              <a:solidFill>
                <a:srgbClr val="0000FF"/>
              </a:solidFill>
            </a:endParaRPr>
          </a:p>
          <a:p>
            <a:r>
              <a:rPr lang="zh-CN" altLang="en-US" dirty="0" smtClean="0"/>
              <a:t>评审此阶段工作</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DF3BBA00-14D8-4AB8-8537-FAAD7409CE6B}"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dirty="0" smtClean="0"/>
              <a:t>6.2 </a:t>
            </a:r>
            <a:r>
              <a:rPr lang="zh-CN" altLang="en-US" dirty="0" smtClean="0"/>
              <a:t>结构程序设计</a:t>
            </a:r>
            <a:endParaRPr lang="zh-CN" altLang="en-US" dirty="0"/>
          </a:p>
        </p:txBody>
      </p:sp>
      <p:sp>
        <p:nvSpPr>
          <p:cNvPr id="3" name="内容占位符 2"/>
          <p:cNvSpPr>
            <a:spLocks noGrp="1"/>
          </p:cNvSpPr>
          <p:nvPr>
            <p:ph idx="1"/>
          </p:nvPr>
        </p:nvSpPr>
        <p:spPr>
          <a:xfrm>
            <a:off x="457200" y="1412776"/>
            <a:ext cx="8229600" cy="5328592"/>
          </a:xfrm>
        </p:spPr>
        <p:txBody>
          <a:bodyPr/>
          <a:lstStyle/>
          <a:p>
            <a:pPr marL="0" indent="0">
              <a:buNone/>
            </a:pPr>
            <a:r>
              <a:rPr lang="zh-CN" altLang="en-US" dirty="0" smtClean="0"/>
              <a:t>什么是结构化程序？</a:t>
            </a:r>
            <a:endParaRPr lang="en-US" altLang="zh-CN" dirty="0" smtClean="0"/>
          </a:p>
          <a:p>
            <a:r>
              <a:rPr lang="zh-CN" altLang="en-US" dirty="0" smtClean="0"/>
              <a:t>由</a:t>
            </a:r>
            <a:r>
              <a:rPr lang="en-US" altLang="zh-CN" dirty="0" smtClean="0"/>
              <a:t>E. W. Dijkstra</a:t>
            </a:r>
            <a:r>
              <a:rPr lang="zh-CN" altLang="en-US" dirty="0" smtClean="0"/>
              <a:t>于</a:t>
            </a:r>
            <a:r>
              <a:rPr lang="en-US" altLang="zh-CN" dirty="0" smtClean="0"/>
              <a:t>1965</a:t>
            </a:r>
            <a:r>
              <a:rPr lang="zh-CN" altLang="en-US" dirty="0" smtClean="0"/>
              <a:t>年最早提出</a:t>
            </a:r>
            <a:endParaRPr lang="en-US" altLang="zh-CN" dirty="0" smtClean="0"/>
          </a:p>
          <a:p>
            <a:r>
              <a:rPr lang="zh-CN" altLang="en-US" dirty="0" smtClean="0">
                <a:solidFill>
                  <a:srgbClr val="0000FF"/>
                </a:solidFill>
              </a:rPr>
              <a:t>定义一（经典）</a:t>
            </a:r>
            <a:r>
              <a:rPr lang="zh-CN" altLang="en-US" dirty="0" smtClean="0"/>
              <a:t>：如果一个程序的代码块仅仅通过顺序、选择和循环</a:t>
            </a:r>
            <a:r>
              <a:rPr lang="en-US" altLang="zh-CN" dirty="0" smtClean="0">
                <a:solidFill>
                  <a:srgbClr val="0000FF"/>
                </a:solidFill>
              </a:rPr>
              <a:t>3</a:t>
            </a:r>
            <a:r>
              <a:rPr lang="zh-CN" altLang="en-US" dirty="0" smtClean="0">
                <a:solidFill>
                  <a:srgbClr val="0000FF"/>
                </a:solidFill>
              </a:rPr>
              <a:t>种基本控制结构</a:t>
            </a:r>
            <a:r>
              <a:rPr lang="zh-CN" altLang="en-US" dirty="0" smtClean="0"/>
              <a:t>进行连接，而且</a:t>
            </a:r>
            <a:r>
              <a:rPr lang="zh-CN" altLang="en-US" dirty="0" smtClean="0">
                <a:solidFill>
                  <a:srgbClr val="0000FF"/>
                </a:solidFill>
              </a:rPr>
              <a:t>每个代码块只有一个入口和一个出口</a:t>
            </a:r>
            <a:r>
              <a:rPr lang="zh-CN" altLang="en-US" dirty="0" smtClean="0"/>
              <a:t>，则称这个程序是结构化的。</a:t>
            </a:r>
            <a:endParaRPr lang="en-US" altLang="zh-CN" dirty="0" smtClean="0"/>
          </a:p>
          <a:p>
            <a:r>
              <a:rPr lang="zh-CN" altLang="en-US" dirty="0" smtClean="0">
                <a:solidFill>
                  <a:srgbClr val="0000FF"/>
                </a:solidFill>
              </a:rPr>
              <a:t>定义二</a:t>
            </a:r>
            <a:r>
              <a:rPr lang="zh-CN" altLang="en-US" dirty="0" smtClean="0"/>
              <a:t>：结构程序设计是</a:t>
            </a:r>
            <a:r>
              <a:rPr lang="zh-CN" altLang="en-US" dirty="0" smtClean="0">
                <a:solidFill>
                  <a:srgbClr val="0000FF"/>
                </a:solidFill>
              </a:rPr>
              <a:t>尽可能少用</a:t>
            </a:r>
            <a:r>
              <a:rPr lang="en-US" altLang="zh-CN" dirty="0" smtClean="0">
                <a:solidFill>
                  <a:srgbClr val="0000FF"/>
                </a:solidFill>
              </a:rPr>
              <a:t>GOTO</a:t>
            </a:r>
            <a:r>
              <a:rPr lang="zh-CN" altLang="en-US" dirty="0" smtClean="0">
                <a:solidFill>
                  <a:srgbClr val="0000FF"/>
                </a:solidFill>
              </a:rPr>
              <a:t>语句</a:t>
            </a:r>
            <a:r>
              <a:rPr lang="zh-CN" altLang="en-US" dirty="0" smtClean="0"/>
              <a:t>的程序设计方法。最好仅仅在</a:t>
            </a:r>
            <a:r>
              <a:rPr lang="zh-CN" altLang="en-US" dirty="0" smtClean="0">
                <a:solidFill>
                  <a:srgbClr val="0000FF"/>
                </a:solidFill>
              </a:rPr>
              <a:t>检测出错误时才使用</a:t>
            </a:r>
            <a:r>
              <a:rPr lang="en-US" altLang="zh-CN" dirty="0" smtClean="0">
                <a:solidFill>
                  <a:srgbClr val="0000FF"/>
                </a:solidFill>
              </a:rPr>
              <a:t>GOTO</a:t>
            </a:r>
            <a:r>
              <a:rPr lang="zh-CN" altLang="en-US" dirty="0" smtClean="0"/>
              <a:t>语句，而且应该总是使用前向的</a:t>
            </a:r>
            <a:r>
              <a:rPr lang="en-US" altLang="zh-CN" dirty="0" smtClean="0"/>
              <a:t>GOTO</a:t>
            </a:r>
            <a:r>
              <a:rPr lang="zh-CN" altLang="en-US" dirty="0" smtClean="0"/>
              <a:t>语句。</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94DDF18A-6A60-47A3-BAE6-D7879F108B43}"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逐步求精</a:t>
            </a:r>
            <a:endParaRPr lang="zh-CN" altLang="en-US" dirty="0"/>
          </a:p>
        </p:txBody>
      </p:sp>
      <p:sp>
        <p:nvSpPr>
          <p:cNvPr id="3" name="内容占位符 2"/>
          <p:cNvSpPr>
            <a:spLocks noGrp="1"/>
          </p:cNvSpPr>
          <p:nvPr>
            <p:ph idx="1"/>
          </p:nvPr>
        </p:nvSpPr>
        <p:spPr>
          <a:xfrm>
            <a:off x="457200" y="1600200"/>
            <a:ext cx="8363272" cy="4853136"/>
          </a:xfrm>
        </p:spPr>
        <p:txBody>
          <a:bodyPr/>
          <a:lstStyle/>
          <a:p>
            <a:r>
              <a:rPr lang="zh-CN" altLang="en-US" dirty="0" smtClean="0"/>
              <a:t>逐步求精是结构程序设计的指导思想；</a:t>
            </a:r>
            <a:endParaRPr lang="en-US" altLang="zh-CN" dirty="0" smtClean="0"/>
          </a:p>
          <a:p>
            <a:r>
              <a:rPr lang="zh-CN" altLang="en-US" u="sng" dirty="0" smtClean="0">
                <a:solidFill>
                  <a:schemeClr val="tx1"/>
                </a:solidFill>
              </a:rPr>
              <a:t>总体设计阶段逐步求精的含义</a:t>
            </a:r>
            <a:r>
              <a:rPr lang="zh-CN" altLang="en-US" dirty="0" smtClean="0"/>
              <a:t>：把</a:t>
            </a:r>
            <a:r>
              <a:rPr lang="zh-CN" altLang="en-US" dirty="0" smtClean="0">
                <a:solidFill>
                  <a:srgbClr val="0000FF"/>
                </a:solidFill>
              </a:rPr>
              <a:t>软件系统</a:t>
            </a:r>
            <a:r>
              <a:rPr lang="zh-CN" altLang="en-US" dirty="0" smtClean="0"/>
              <a:t>分解和细化成由</a:t>
            </a:r>
            <a:r>
              <a:rPr lang="zh-CN" altLang="en-US" dirty="0" smtClean="0">
                <a:solidFill>
                  <a:srgbClr val="0000FF"/>
                </a:solidFill>
              </a:rPr>
              <a:t>许多模块组成的层次结构</a:t>
            </a:r>
            <a:r>
              <a:rPr lang="zh-CN" altLang="en-US" dirty="0" smtClean="0"/>
              <a:t>；</a:t>
            </a:r>
            <a:endParaRPr lang="en-US" altLang="zh-CN" dirty="0" smtClean="0"/>
          </a:p>
          <a:p>
            <a:r>
              <a:rPr lang="zh-CN" altLang="en-US" u="sng" dirty="0" smtClean="0">
                <a:solidFill>
                  <a:schemeClr val="tx1"/>
                </a:solidFill>
              </a:rPr>
              <a:t>详细设计阶段逐步求精的含</a:t>
            </a:r>
            <a:r>
              <a:rPr lang="zh-CN" altLang="en-US" u="sng" dirty="0" smtClean="0"/>
              <a:t>义</a:t>
            </a:r>
            <a:r>
              <a:rPr lang="zh-CN" altLang="en-US" dirty="0" smtClean="0"/>
              <a:t>：把每个</a:t>
            </a:r>
            <a:r>
              <a:rPr lang="zh-CN" altLang="en-US" dirty="0" smtClean="0">
                <a:solidFill>
                  <a:srgbClr val="0000FF"/>
                </a:solidFill>
              </a:rPr>
              <a:t>模块的功能</a:t>
            </a:r>
            <a:r>
              <a:rPr lang="zh-CN" altLang="en-US" dirty="0" smtClean="0"/>
              <a:t>分解细化为一系列</a:t>
            </a:r>
            <a:r>
              <a:rPr lang="zh-CN" altLang="en-US" dirty="0" smtClean="0">
                <a:solidFill>
                  <a:srgbClr val="FF0000"/>
                </a:solidFill>
              </a:rPr>
              <a:t>具体的处理步骤或某种高级语言的语句</a:t>
            </a:r>
            <a:r>
              <a:rPr lang="zh-CN" altLang="en-US" dirty="0" smtClean="0"/>
              <a:t>。</a:t>
            </a:r>
            <a:endParaRPr lang="en-US" altLang="zh-CN" dirty="0" smtClean="0"/>
          </a:p>
          <a:p>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逐步求精的要领</a:t>
            </a:r>
            <a:endParaRPr lang="zh-CN" altLang="en-US" dirty="0"/>
          </a:p>
        </p:txBody>
      </p:sp>
      <p:sp>
        <p:nvSpPr>
          <p:cNvPr id="3" name="内容占位符 2"/>
          <p:cNvSpPr>
            <a:spLocks noGrp="1"/>
          </p:cNvSpPr>
          <p:nvPr>
            <p:ph idx="1"/>
          </p:nvPr>
        </p:nvSpPr>
        <p:spPr/>
        <p:txBody>
          <a:bodyPr/>
          <a:lstStyle/>
          <a:p>
            <a:r>
              <a:rPr lang="zh-CN" altLang="en-US" dirty="0" smtClean="0"/>
              <a:t>不要急于用</a:t>
            </a:r>
            <a:r>
              <a:rPr lang="zh-CN" altLang="en-US" dirty="0" smtClean="0">
                <a:solidFill>
                  <a:srgbClr val="0000FF"/>
                </a:solidFill>
              </a:rPr>
              <a:t>计算机指令、数字和逻辑符号（具体的表示方式）</a:t>
            </a:r>
            <a:r>
              <a:rPr lang="zh-CN" altLang="en-US" dirty="0" smtClean="0"/>
              <a:t>去表示对问题的解法，而是用自然语言描述问题的解法，最开始的描述处于比较高的抽象层次，接着对抽象描述逐步分解，直到描述能被计算机理解（</a:t>
            </a:r>
            <a:r>
              <a:rPr lang="zh-CN" altLang="en-US" dirty="0" smtClean="0">
                <a:solidFill>
                  <a:srgbClr val="0000FF"/>
                </a:solidFill>
              </a:rPr>
              <a:t>最具体的表示</a:t>
            </a:r>
            <a:r>
              <a:rPr lang="zh-CN" altLang="en-US" dirty="0" smtClean="0"/>
              <a:t>）为止。</a:t>
            </a:r>
            <a:endParaRPr lang="zh-CN" altLang="en-US" dirty="0" smtClean="0"/>
          </a:p>
          <a:p>
            <a:endParaRPr lang="zh-CN" altLang="en-US" dirty="0"/>
          </a:p>
          <a:p>
            <a:r>
              <a:rPr lang="zh-CN" altLang="en-US" dirty="0">
                <a:highlight>
                  <a:srgbClr val="FFFF00"/>
                </a:highlight>
              </a:rPr>
              <a:t>推迟对具体细节的描述和实现</a:t>
            </a:r>
            <a:r>
              <a:rPr lang="zh-CN" altLang="en-US" dirty="0"/>
              <a:t>。</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逐步求精的例子</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读入三个数，找出并输出其中的最大数。</a:t>
            </a:r>
            <a:endParaRPr lang="en-US" altLang="zh-CN" dirty="0" smtClean="0"/>
          </a:p>
          <a:p>
            <a:pPr marL="0" indent="0">
              <a:buNone/>
            </a:pPr>
            <a:r>
              <a:rPr lang="zh-CN" altLang="en-US" dirty="0" smtClean="0"/>
              <a:t>一级算法：</a:t>
            </a:r>
            <a:endParaRPr lang="en-US" altLang="zh-CN" dirty="0" smtClean="0"/>
          </a:p>
          <a:p>
            <a:pPr marL="514350" indent="-514350">
              <a:buAutoNum type="arabicParenR"/>
            </a:pPr>
            <a:r>
              <a:rPr lang="zh-CN" altLang="en-US" dirty="0" smtClean="0"/>
              <a:t>输入</a:t>
            </a:r>
            <a:r>
              <a:rPr lang="en-US" altLang="zh-CN" dirty="0" smtClean="0"/>
              <a:t>X1</a:t>
            </a:r>
            <a:r>
              <a:rPr lang="zh-CN" altLang="en-US" dirty="0" smtClean="0"/>
              <a:t>，</a:t>
            </a:r>
            <a:r>
              <a:rPr lang="en-US" altLang="zh-CN" dirty="0" smtClean="0"/>
              <a:t>X2</a:t>
            </a:r>
            <a:r>
              <a:rPr lang="zh-CN" altLang="en-US" dirty="0" smtClean="0"/>
              <a:t>，</a:t>
            </a:r>
            <a:r>
              <a:rPr lang="en-US" altLang="zh-CN" dirty="0" smtClean="0"/>
              <a:t>X3</a:t>
            </a:r>
            <a:r>
              <a:rPr lang="zh-CN" altLang="en-US" dirty="0" smtClean="0"/>
              <a:t>；</a:t>
            </a:r>
            <a:endParaRPr lang="en-US" altLang="zh-CN" dirty="0" smtClean="0"/>
          </a:p>
          <a:p>
            <a:pPr marL="514350" indent="-514350">
              <a:buAutoNum type="arabicParenR"/>
            </a:pPr>
            <a:r>
              <a:rPr lang="zh-CN" altLang="en-US" dirty="0" smtClean="0"/>
              <a:t>将</a:t>
            </a:r>
            <a:r>
              <a:rPr lang="en-US" altLang="zh-CN" dirty="0" smtClean="0"/>
              <a:t>X1</a:t>
            </a:r>
            <a:r>
              <a:rPr lang="zh-CN" altLang="en-US" dirty="0" smtClean="0"/>
              <a:t>与</a:t>
            </a:r>
            <a:r>
              <a:rPr lang="en-US" altLang="zh-CN" dirty="0" smtClean="0"/>
              <a:t>X2</a:t>
            </a:r>
            <a:r>
              <a:rPr lang="zh-CN" altLang="en-US" dirty="0" smtClean="0"/>
              <a:t>的大数存于</a:t>
            </a:r>
            <a:r>
              <a:rPr lang="en-US" altLang="zh-CN" dirty="0" smtClean="0"/>
              <a:t>MAX</a:t>
            </a:r>
            <a:r>
              <a:rPr lang="zh-CN" altLang="en-US" dirty="0" smtClean="0"/>
              <a:t>中；</a:t>
            </a:r>
            <a:endParaRPr lang="en-US" altLang="zh-CN" dirty="0" smtClean="0"/>
          </a:p>
          <a:p>
            <a:pPr marL="514350" indent="-514350">
              <a:buAutoNum type="arabicParenR"/>
            </a:pPr>
            <a:r>
              <a:rPr lang="zh-CN" altLang="en-US" dirty="0" smtClean="0"/>
              <a:t>将</a:t>
            </a:r>
            <a:r>
              <a:rPr lang="en-US" altLang="zh-CN" dirty="0" smtClean="0"/>
              <a:t>X3</a:t>
            </a:r>
            <a:r>
              <a:rPr lang="zh-CN" altLang="en-US" dirty="0" smtClean="0"/>
              <a:t>与</a:t>
            </a:r>
            <a:r>
              <a:rPr lang="en-US" altLang="zh-CN" dirty="0" smtClean="0"/>
              <a:t>MAX</a:t>
            </a:r>
            <a:r>
              <a:rPr lang="zh-CN" altLang="en-US" dirty="0" smtClean="0"/>
              <a:t>的大数存于</a:t>
            </a:r>
            <a:r>
              <a:rPr lang="en-US" altLang="zh-CN" dirty="0" smtClean="0"/>
              <a:t>MAX</a:t>
            </a:r>
            <a:r>
              <a:rPr lang="zh-CN" altLang="en-US" dirty="0" smtClean="0"/>
              <a:t>中；</a:t>
            </a:r>
            <a:endParaRPr lang="en-US" altLang="zh-CN" dirty="0" smtClean="0"/>
          </a:p>
          <a:p>
            <a:pPr marL="514350" indent="-514350">
              <a:buAutoNum type="arabicParenR"/>
            </a:pPr>
            <a:r>
              <a:rPr lang="zh-CN" altLang="en-US" dirty="0" smtClean="0"/>
              <a:t>输出结果。</a:t>
            </a:r>
            <a:endParaRPr lang="en-US" altLang="zh-CN" dirty="0" smtClean="0"/>
          </a:p>
          <a:p>
            <a:pPr marL="514350" indent="-514350">
              <a:buAutoNum type="arabicParenR"/>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smtClean="0"/>
              <a:t>二级算法（针对步骤</a:t>
            </a:r>
            <a:r>
              <a:rPr lang="en-US" altLang="zh-CN" dirty="0" smtClean="0"/>
              <a:t>2</a:t>
            </a:r>
            <a:r>
              <a:rPr lang="zh-CN" altLang="en-US" dirty="0" smtClean="0"/>
              <a:t>和</a:t>
            </a:r>
            <a:r>
              <a:rPr lang="en-US" altLang="zh-CN" dirty="0" smtClean="0"/>
              <a:t>3</a:t>
            </a:r>
            <a:r>
              <a:rPr lang="zh-CN" altLang="en-US" dirty="0" smtClean="0"/>
              <a:t>）：</a:t>
            </a:r>
            <a:endParaRPr lang="en-US" altLang="zh-CN" dirty="0"/>
          </a:p>
          <a:p>
            <a:r>
              <a:rPr lang="zh-CN" altLang="en-US" dirty="0" smtClean="0"/>
              <a:t>将</a:t>
            </a:r>
            <a:r>
              <a:rPr lang="en-US" altLang="zh-CN" dirty="0"/>
              <a:t>X1</a:t>
            </a:r>
            <a:r>
              <a:rPr lang="zh-CN" altLang="en-US" dirty="0"/>
              <a:t>与</a:t>
            </a:r>
            <a:r>
              <a:rPr lang="en-US" altLang="zh-CN" dirty="0"/>
              <a:t>X2</a:t>
            </a:r>
            <a:r>
              <a:rPr lang="zh-CN" altLang="en-US" dirty="0"/>
              <a:t>的大数存于</a:t>
            </a:r>
            <a:r>
              <a:rPr lang="en-US" altLang="zh-CN" dirty="0"/>
              <a:t>MAX</a:t>
            </a:r>
            <a:r>
              <a:rPr lang="zh-CN" altLang="en-US" dirty="0" smtClean="0"/>
              <a:t>中</a:t>
            </a:r>
            <a:endParaRPr lang="en-US" altLang="zh-CN" dirty="0" smtClean="0"/>
          </a:p>
          <a:p>
            <a:pPr marL="0" indent="0">
              <a:buNone/>
            </a:pPr>
            <a:r>
              <a:rPr lang="en-US" altLang="zh-CN" dirty="0"/>
              <a:t> </a:t>
            </a:r>
            <a:r>
              <a:rPr lang="en-US" altLang="zh-CN" dirty="0" smtClean="0"/>
              <a:t>   if x1&gt;=x2 then max=x1</a:t>
            </a:r>
            <a:endParaRPr lang="en-US" altLang="zh-CN" dirty="0" smtClean="0"/>
          </a:p>
          <a:p>
            <a:pPr marL="0" indent="0">
              <a:buNone/>
            </a:pPr>
            <a:r>
              <a:rPr lang="en-US" altLang="zh-CN" dirty="0"/>
              <a:t> </a:t>
            </a:r>
            <a:r>
              <a:rPr lang="en-US" altLang="zh-CN" dirty="0" smtClean="0"/>
              <a:t>                    else max=x2</a:t>
            </a:r>
            <a:endParaRPr lang="en-US" altLang="zh-CN" dirty="0" smtClean="0"/>
          </a:p>
          <a:p>
            <a:r>
              <a:rPr lang="zh-CN" altLang="en-US" dirty="0" smtClean="0"/>
              <a:t>将</a:t>
            </a:r>
            <a:r>
              <a:rPr lang="en-US" altLang="zh-CN" dirty="0" smtClean="0"/>
              <a:t>X3</a:t>
            </a:r>
            <a:r>
              <a:rPr lang="zh-CN" altLang="en-US" dirty="0"/>
              <a:t>与</a:t>
            </a:r>
            <a:r>
              <a:rPr lang="en-US" altLang="zh-CN" dirty="0"/>
              <a:t>MAX</a:t>
            </a:r>
            <a:r>
              <a:rPr lang="zh-CN" altLang="en-US" dirty="0"/>
              <a:t>的大数存于</a:t>
            </a:r>
            <a:r>
              <a:rPr lang="en-US" altLang="zh-CN" dirty="0"/>
              <a:t>MAX</a:t>
            </a:r>
            <a:r>
              <a:rPr lang="zh-CN" altLang="en-US" dirty="0" smtClean="0"/>
              <a:t>中</a:t>
            </a:r>
            <a:endParaRPr lang="en-US" altLang="zh-CN" dirty="0" smtClean="0"/>
          </a:p>
          <a:p>
            <a:pPr marL="0" indent="0">
              <a:buNone/>
            </a:pPr>
            <a:r>
              <a:rPr lang="en-US" altLang="zh-CN" dirty="0"/>
              <a:t> </a:t>
            </a:r>
            <a:r>
              <a:rPr lang="en-US" altLang="zh-CN" dirty="0" smtClean="0"/>
              <a:t>    if x3&gt;max then max=x3</a:t>
            </a:r>
            <a:endParaRPr lang="en-US" altLang="zh-CN" dirty="0" smtClean="0"/>
          </a:p>
          <a:p>
            <a:pPr marL="514350" indent="-514350">
              <a:buAutoNum type="arabicParenR"/>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结构程序设计的主要原则</a:t>
            </a:r>
            <a:endParaRPr lang="zh-CN" altLang="en-US" dirty="0"/>
          </a:p>
        </p:txBody>
      </p:sp>
      <p:sp>
        <p:nvSpPr>
          <p:cNvPr id="3" name="内容占位符 2"/>
          <p:cNvSpPr>
            <a:spLocks noGrp="1"/>
          </p:cNvSpPr>
          <p:nvPr>
            <p:ph idx="1"/>
          </p:nvPr>
        </p:nvSpPr>
        <p:spPr/>
        <p:txBody>
          <a:bodyPr/>
          <a:lstStyle/>
          <a:p>
            <a:pPr marL="514350" indent="-514350">
              <a:buFont typeface="+mj-lt"/>
              <a:buAutoNum type="alphaLcParenR"/>
            </a:pPr>
            <a:r>
              <a:rPr lang="zh-CN" altLang="en-US" dirty="0" smtClean="0"/>
              <a:t>使用顺序、选择、重复等基本控制结构表示程序逻辑；</a:t>
            </a:r>
            <a:endParaRPr lang="en-US" altLang="zh-CN" dirty="0" smtClean="0"/>
          </a:p>
          <a:p>
            <a:pPr marL="514350" indent="-514350">
              <a:buFont typeface="+mj-lt"/>
              <a:buAutoNum type="alphaLcParenR"/>
            </a:pPr>
            <a:r>
              <a:rPr lang="zh-CN" altLang="en-US" dirty="0" smtClean="0"/>
              <a:t>选用的控制结构</a:t>
            </a:r>
            <a:r>
              <a:rPr lang="zh-CN" altLang="en-US" u="sng" dirty="0" smtClean="0"/>
              <a:t>只准许有一个入口和一个出口</a:t>
            </a:r>
            <a:r>
              <a:rPr lang="zh-CN" altLang="en-US" dirty="0" smtClean="0"/>
              <a:t>；</a:t>
            </a:r>
            <a:endParaRPr lang="en-US" altLang="zh-CN" dirty="0" smtClean="0"/>
          </a:p>
          <a:p>
            <a:pPr marL="514350" indent="-514350">
              <a:buFont typeface="+mj-lt"/>
              <a:buAutoNum type="alphaLcParenR"/>
            </a:pPr>
            <a:r>
              <a:rPr lang="zh-CN" altLang="en-US" dirty="0" smtClean="0">
                <a:solidFill>
                  <a:srgbClr val="0000FF"/>
                </a:solidFill>
              </a:rPr>
              <a:t>复杂结构</a:t>
            </a:r>
            <a:r>
              <a:rPr lang="zh-CN" altLang="en-US" dirty="0" smtClean="0"/>
              <a:t>应该</a:t>
            </a:r>
            <a:r>
              <a:rPr lang="zh-CN" altLang="en-US" dirty="0" smtClean="0">
                <a:solidFill>
                  <a:srgbClr val="0000FF"/>
                </a:solidFill>
              </a:rPr>
              <a:t>用基本控制结构进行组合、嵌套</a:t>
            </a:r>
            <a:r>
              <a:rPr lang="zh-CN" altLang="en-US" dirty="0" smtClean="0"/>
              <a:t>来实现；</a:t>
            </a:r>
            <a:endParaRPr lang="en-US" altLang="zh-CN" dirty="0" smtClean="0"/>
          </a:p>
          <a:p>
            <a:pPr marL="514350" indent="-514350">
              <a:buFont typeface="+mj-lt"/>
              <a:buAutoNum type="alphaLcParenR"/>
            </a:pPr>
            <a:r>
              <a:rPr lang="zh-CN" altLang="en-US" dirty="0" smtClean="0"/>
              <a:t>严格控制</a:t>
            </a:r>
            <a:r>
              <a:rPr lang="en-US" altLang="zh-CN" dirty="0" smtClean="0"/>
              <a:t>GOTO</a:t>
            </a:r>
            <a:r>
              <a:rPr lang="zh-CN" altLang="en-US" dirty="0" smtClean="0"/>
              <a:t>语句的使用。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9EB2E2F0-7409-45C9-8758-182266AC7461}"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5</a:t>
            </a:r>
            <a:r>
              <a:rPr lang="zh-CN" altLang="en-US" dirty="0" smtClean="0"/>
              <a:t>种基本控制结构</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1332172"/>
            <a:ext cx="7704856" cy="5260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A9084587-6C10-486A-8054-36FD60A2D1CA}"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32040" y="2044800"/>
              <a:ext cx="8966520" cy="3403800"/>
            </p14:xfrm>
          </p:contentPart>
        </mc:Choice>
        <mc:Fallback xmlns="">
          <p:pic>
            <p:nvPicPr>
              <p:cNvPr id="5" name="墨迹 4"/>
            </p:nvPicPr>
            <p:blipFill>
              <a:blip r:embed="rId3"/>
            </p:blipFill>
            <p:spPr>
              <a:xfrm>
                <a:off x="32040" y="2044800"/>
                <a:ext cx="8966520" cy="34038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3283200" y="1301760"/>
              <a:ext cx="4807080" cy="5550120"/>
            </p14:xfrm>
          </p:contentPart>
        </mc:Choice>
        <mc:Fallback xmlns="">
          <p:pic>
            <p:nvPicPr>
              <p:cNvPr id="6" name="墨迹 5"/>
            </p:nvPicPr>
            <p:blipFill>
              <a:blip r:embed="rId5"/>
            </p:blipFill>
            <p:spPr>
              <a:xfrm>
                <a:off x="3283200" y="1301760"/>
                <a:ext cx="4807080" cy="555012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结构程序设计的优越性</a:t>
            </a:r>
            <a:endParaRPr lang="zh-CN" altLang="en-US" dirty="0"/>
          </a:p>
        </p:txBody>
      </p:sp>
      <p:sp>
        <p:nvSpPr>
          <p:cNvPr id="3" name="内容占位符 2"/>
          <p:cNvSpPr>
            <a:spLocks noGrp="1"/>
          </p:cNvSpPr>
          <p:nvPr>
            <p:ph idx="1"/>
          </p:nvPr>
        </p:nvSpPr>
        <p:spPr/>
        <p:txBody>
          <a:bodyPr/>
          <a:lstStyle/>
          <a:p>
            <a:pPr marL="0" indent="0">
              <a:buNone/>
            </a:pPr>
            <a:r>
              <a:rPr lang="en-US" altLang="zh-CN" sz="2800" dirty="0" smtClean="0"/>
              <a:t>1</a:t>
            </a:r>
            <a:r>
              <a:rPr lang="zh-CN" altLang="en-US" sz="2800" dirty="0" smtClean="0"/>
              <a:t>）自顶向下、逐步求精的方法符合人类解决复杂问题的普遍规律，因此可显著提高软件开发的成功率和生产率；</a:t>
            </a:r>
            <a:endParaRPr lang="en-US" altLang="zh-CN" sz="2800" dirty="0" smtClean="0"/>
          </a:p>
          <a:p>
            <a:pPr marL="0" indent="0">
              <a:buNone/>
            </a:pPr>
            <a:r>
              <a:rPr lang="en-US" altLang="zh-CN" sz="2800" dirty="0" smtClean="0"/>
              <a:t>2</a:t>
            </a:r>
            <a:r>
              <a:rPr lang="zh-CN" altLang="en-US" sz="2800" dirty="0" smtClean="0"/>
              <a:t>）用</a:t>
            </a:r>
            <a:r>
              <a:rPr lang="zh-CN" altLang="en-US" sz="2800" dirty="0" smtClean="0">
                <a:solidFill>
                  <a:srgbClr val="0000FF"/>
                </a:solidFill>
              </a:rPr>
              <a:t>先全局后局部、先整体后细节、先抽象后具体</a:t>
            </a:r>
            <a:r>
              <a:rPr lang="zh-CN" altLang="en-US" sz="2800" dirty="0" smtClean="0"/>
              <a:t>的逐步求精过程开发出的程序有清晰的层次结构，因此容易</a:t>
            </a:r>
            <a:r>
              <a:rPr lang="zh-CN" altLang="en-US" sz="2800" dirty="0" smtClean="0">
                <a:solidFill>
                  <a:srgbClr val="FF0000"/>
                </a:solidFill>
              </a:rPr>
              <a:t>阅读和理解</a:t>
            </a:r>
            <a:r>
              <a:rPr lang="zh-CN" altLang="en-US" sz="2800" dirty="0" smtClean="0"/>
              <a:t>；</a:t>
            </a:r>
            <a:endParaRPr lang="en-US" altLang="zh-CN" sz="2800" dirty="0" smtClean="0"/>
          </a:p>
          <a:p>
            <a:pPr marL="0" indent="0">
              <a:buNone/>
            </a:pPr>
            <a:r>
              <a:rPr lang="en-US" altLang="zh-CN" sz="2800" dirty="0" smtClean="0"/>
              <a:t>3</a:t>
            </a:r>
            <a:r>
              <a:rPr lang="zh-CN" altLang="en-US" sz="2800" dirty="0" smtClean="0"/>
              <a:t>）不使用</a:t>
            </a:r>
            <a:r>
              <a:rPr lang="en-US" altLang="zh-CN" sz="2800" dirty="0" smtClean="0"/>
              <a:t>GOTO</a:t>
            </a:r>
            <a:r>
              <a:rPr lang="zh-CN" altLang="en-US" sz="2800" dirty="0" smtClean="0"/>
              <a:t>语句，仅使用单入口单出口的控制结构，易于</a:t>
            </a:r>
            <a:r>
              <a:rPr lang="zh-CN" altLang="en-US" sz="2800" dirty="0" smtClean="0">
                <a:solidFill>
                  <a:srgbClr val="FF0000"/>
                </a:solidFill>
              </a:rPr>
              <a:t>阅读、理解</a:t>
            </a:r>
            <a:r>
              <a:rPr lang="zh-CN" altLang="en-US" sz="2800" dirty="0">
                <a:solidFill>
                  <a:srgbClr val="FF0000"/>
                </a:solidFill>
              </a:rPr>
              <a:t>、</a:t>
            </a:r>
            <a:r>
              <a:rPr lang="zh-CN" altLang="en-US" sz="2800" dirty="0" smtClean="0">
                <a:solidFill>
                  <a:srgbClr val="FF0000"/>
                </a:solidFill>
              </a:rPr>
              <a:t>测试和维护</a:t>
            </a:r>
            <a:r>
              <a:rPr lang="zh-CN" altLang="en-US" sz="2800" dirty="0" smtClean="0"/>
              <a:t>；</a:t>
            </a:r>
            <a:endParaRPr lang="en-US" altLang="zh-CN" sz="2800" dirty="0" smtClean="0"/>
          </a:p>
          <a:p>
            <a:pPr marL="0" indent="0">
              <a:buNone/>
            </a:pPr>
            <a:endParaRPr lang="en-US" altLang="zh-CN" dirty="0" smtClean="0"/>
          </a:p>
          <a:p>
            <a:pPr marL="514350" indent="-514350">
              <a:buAutoNum type="arabicParenR"/>
            </a:pPr>
            <a:endParaRPr lang="en-US" altLang="zh-CN" dirty="0" smtClean="0"/>
          </a:p>
          <a:p>
            <a:pPr marL="514350" indent="-514350">
              <a:buAutoNum type="arabicParenR"/>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smtClean="0"/>
              <a:t>4</a:t>
            </a:r>
            <a:r>
              <a:rPr lang="zh-CN" altLang="en-US" dirty="0" smtClean="0"/>
              <a:t>）控制结构有</a:t>
            </a:r>
            <a:r>
              <a:rPr lang="zh-CN" altLang="en-US" u="sng" dirty="0" smtClean="0"/>
              <a:t>确定的逻辑模式</a:t>
            </a:r>
            <a:r>
              <a:rPr lang="zh-CN" altLang="en-US" dirty="0" smtClean="0"/>
              <a:t>，编写程序代码只限于几种直截了当的方式，因此</a:t>
            </a:r>
            <a:r>
              <a:rPr lang="zh-CN" altLang="en-US" dirty="0" smtClean="0">
                <a:solidFill>
                  <a:srgbClr val="FF0000"/>
                </a:solidFill>
              </a:rPr>
              <a:t>程序清晰流畅</a:t>
            </a:r>
            <a:r>
              <a:rPr lang="zh-CN" altLang="en-US" dirty="0" smtClean="0"/>
              <a:t>；</a:t>
            </a:r>
            <a:endParaRPr lang="en-US" altLang="zh-CN" dirty="0" smtClean="0"/>
          </a:p>
          <a:p>
            <a:pPr marL="0" indent="0">
              <a:buNone/>
            </a:pPr>
            <a:r>
              <a:rPr lang="en-US" altLang="zh-CN" dirty="0" smtClean="0"/>
              <a:t>5</a:t>
            </a:r>
            <a:r>
              <a:rPr lang="zh-CN" altLang="en-US" dirty="0" smtClean="0"/>
              <a:t>）程序清晰和模块化有助于</a:t>
            </a:r>
            <a:r>
              <a:rPr lang="zh-CN" altLang="en-US" dirty="0" smtClean="0">
                <a:solidFill>
                  <a:srgbClr val="FF0000"/>
                </a:solidFill>
              </a:rPr>
              <a:t>软件重用</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6.3 </a:t>
            </a:r>
            <a:r>
              <a:rPr lang="zh-CN" altLang="en-US" dirty="0" smtClean="0"/>
              <a:t>人机界面设计</a:t>
            </a:r>
            <a:endParaRPr lang="zh-CN" altLang="en-US" dirty="0"/>
          </a:p>
        </p:txBody>
      </p:sp>
      <p:sp>
        <p:nvSpPr>
          <p:cNvPr id="3" name="内容占位符 2"/>
          <p:cNvSpPr>
            <a:spLocks noGrp="1"/>
          </p:cNvSpPr>
          <p:nvPr>
            <p:ph idx="1"/>
          </p:nvPr>
        </p:nvSpPr>
        <p:spPr/>
        <p:txBody>
          <a:bodyPr/>
          <a:lstStyle/>
          <a:p>
            <a:r>
              <a:rPr lang="zh-CN" altLang="en-US" dirty="0" smtClean="0"/>
              <a:t>人机界面也称为</a:t>
            </a:r>
            <a:r>
              <a:rPr lang="zh-CN" altLang="en-US" dirty="0" smtClean="0">
                <a:solidFill>
                  <a:srgbClr val="0000FF"/>
                </a:solidFill>
              </a:rPr>
              <a:t>用户界面</a:t>
            </a:r>
            <a:r>
              <a:rPr lang="zh-CN" altLang="en-US" dirty="0" smtClean="0"/>
              <a:t>；</a:t>
            </a:r>
            <a:endParaRPr lang="en-US" altLang="zh-CN" dirty="0" smtClean="0"/>
          </a:p>
          <a:p>
            <a:r>
              <a:rPr lang="zh-CN" altLang="en-US" dirty="0" smtClean="0"/>
              <a:t>用户界面友好性独立于所有具体功能；</a:t>
            </a:r>
            <a:endParaRPr lang="en-US" altLang="zh-CN" dirty="0" smtClean="0"/>
          </a:p>
          <a:p>
            <a:r>
              <a:rPr lang="zh-CN" altLang="en-US" dirty="0" smtClean="0"/>
              <a:t>用户界面是否友好很大程度由</a:t>
            </a:r>
            <a:r>
              <a:rPr lang="zh-CN" altLang="en-US" dirty="0" smtClean="0">
                <a:highlight>
                  <a:srgbClr val="FFFF00"/>
                </a:highlight>
              </a:rPr>
              <a:t>人的主观因素</a:t>
            </a:r>
            <a:r>
              <a:rPr lang="zh-CN" altLang="en-US" dirty="0" smtClean="0"/>
              <a:t>决定。</a:t>
            </a:r>
            <a:endParaRPr lang="en-US" altLang="zh-CN" dirty="0" smtClean="0"/>
          </a:p>
          <a:p>
            <a:pPr marL="0" indent="0">
              <a:buNone/>
            </a:pPr>
            <a:endParaRPr lang="en-US" altLang="zh-CN" dirty="0"/>
          </a:p>
          <a:p>
            <a:pPr marL="0" indent="0">
              <a:buNone/>
            </a:pPr>
            <a:r>
              <a:rPr lang="en-US" altLang="zh-CN" dirty="0" smtClean="0">
                <a:solidFill>
                  <a:srgbClr val="FF0000"/>
                </a:solidFill>
              </a:rPr>
              <a:t>Q: </a:t>
            </a:r>
            <a:r>
              <a:rPr lang="zh-CN" altLang="en-US" dirty="0" smtClean="0">
                <a:solidFill>
                  <a:srgbClr val="FF0000"/>
                </a:solidFill>
              </a:rPr>
              <a:t>你希望的软件用户界面是怎样的？</a:t>
            </a:r>
            <a:endParaRPr lang="zh-CN" altLang="en-US" dirty="0">
              <a:solidFill>
                <a:srgbClr val="FF0000"/>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392587BF-CA73-47A7-925F-046B983CEC24}"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用户界面应具备的特性</a:t>
            </a:r>
            <a:endParaRPr lang="zh-CN" altLang="en-US" dirty="0"/>
          </a:p>
        </p:txBody>
      </p:sp>
      <p:sp>
        <p:nvSpPr>
          <p:cNvPr id="3" name="内容占位符 2"/>
          <p:cNvSpPr>
            <a:spLocks noGrp="1"/>
          </p:cNvSpPr>
          <p:nvPr>
            <p:ph idx="1"/>
          </p:nvPr>
        </p:nvSpPr>
        <p:spPr>
          <a:xfrm>
            <a:off x="457200" y="1412776"/>
            <a:ext cx="8229600" cy="5256584"/>
          </a:xfrm>
        </p:spPr>
        <p:txBody>
          <a:bodyPr>
            <a:normAutofit/>
          </a:bodyPr>
          <a:lstStyle/>
          <a:p>
            <a:r>
              <a:rPr lang="zh-CN" altLang="en-US" sz="2400" dirty="0" smtClean="0">
                <a:solidFill>
                  <a:srgbClr val="0000FF"/>
                </a:solidFill>
              </a:rPr>
              <a:t>可使用性</a:t>
            </a:r>
            <a:endParaRPr lang="en-US" altLang="zh-CN" sz="2400" dirty="0" smtClean="0">
              <a:solidFill>
                <a:srgbClr val="0000FF"/>
              </a:solidFill>
            </a:endParaRPr>
          </a:p>
          <a:p>
            <a:pPr marL="0" indent="0">
              <a:buNone/>
            </a:pPr>
            <a:r>
              <a:rPr lang="en-US" altLang="zh-CN" sz="2400" dirty="0"/>
              <a:t> </a:t>
            </a:r>
            <a:r>
              <a:rPr lang="en-US" altLang="zh-CN" sz="2400" dirty="0" smtClean="0"/>
              <a:t>    </a:t>
            </a:r>
            <a:r>
              <a:rPr lang="zh-CN" altLang="en-US" sz="2400" dirty="0" smtClean="0"/>
              <a:t>使用简单；界面中所有术语应该标准化，并保持一致性； 有</a:t>
            </a:r>
            <a:r>
              <a:rPr lang="en-US" altLang="zh-CN" sz="2400" dirty="0" smtClean="0"/>
              <a:t>Help</a:t>
            </a:r>
            <a:r>
              <a:rPr lang="zh-CN" altLang="en-US" sz="2400" dirty="0" smtClean="0"/>
              <a:t>功能；较快的系统响应速度和较低的系统开销；具有容错能力。</a:t>
            </a:r>
            <a:endParaRPr lang="en-US" altLang="zh-CN" sz="2400" dirty="0" smtClean="0"/>
          </a:p>
          <a:p>
            <a:r>
              <a:rPr lang="zh-CN" altLang="en-US" sz="2400" dirty="0" smtClean="0">
                <a:solidFill>
                  <a:srgbClr val="0000FF"/>
                </a:solidFill>
              </a:rPr>
              <a:t>灵活性</a:t>
            </a:r>
            <a:endParaRPr lang="en-US" altLang="zh-CN" sz="2400" dirty="0" smtClean="0">
              <a:solidFill>
                <a:srgbClr val="0000FF"/>
              </a:solidFill>
            </a:endParaRPr>
          </a:p>
          <a:p>
            <a:pPr marL="0" indent="0">
              <a:buNone/>
            </a:pPr>
            <a:r>
              <a:rPr lang="en-US" altLang="zh-CN" sz="2400" dirty="0"/>
              <a:t> </a:t>
            </a:r>
            <a:r>
              <a:rPr lang="en-US" altLang="zh-CN" sz="2400" dirty="0" smtClean="0"/>
              <a:t>    </a:t>
            </a:r>
            <a:r>
              <a:rPr lang="zh-CN" altLang="en-US" sz="2400" dirty="0" smtClean="0"/>
              <a:t>能满足不同用户的要求；可以制定和修改界面方式；</a:t>
            </a:r>
            <a:r>
              <a:rPr lang="en-US" altLang="zh-CN" sz="2400" dirty="0" smtClean="0"/>
              <a:t>  </a:t>
            </a:r>
            <a:r>
              <a:rPr lang="zh-CN" altLang="en-US" sz="2400" dirty="0" smtClean="0"/>
              <a:t>能提供各类系统响应信息，如提示、帮助、报错等</a:t>
            </a:r>
            <a:r>
              <a:rPr lang="en-US" altLang="zh-CN" sz="2400" dirty="0" smtClean="0"/>
              <a:t>……</a:t>
            </a:r>
            <a:endParaRPr lang="en-US" altLang="zh-CN" sz="2400" dirty="0" smtClean="0"/>
          </a:p>
          <a:p>
            <a:r>
              <a:rPr lang="zh-CN" altLang="en-US" sz="2400" dirty="0" smtClean="0">
                <a:solidFill>
                  <a:srgbClr val="0000FF"/>
                </a:solidFill>
              </a:rPr>
              <a:t>复杂性</a:t>
            </a:r>
            <a:endParaRPr lang="en-US" altLang="zh-CN" sz="2400" dirty="0" smtClean="0">
              <a:solidFill>
                <a:srgbClr val="0000FF"/>
              </a:solidFill>
            </a:endParaRPr>
          </a:p>
          <a:p>
            <a:pPr marL="0" indent="0">
              <a:buNone/>
            </a:pPr>
            <a:r>
              <a:rPr lang="en-US" altLang="zh-CN" sz="2400" dirty="0"/>
              <a:t> </a:t>
            </a:r>
            <a:r>
              <a:rPr lang="en-US" altLang="zh-CN" sz="2400" dirty="0" smtClean="0"/>
              <a:t>    </a:t>
            </a:r>
            <a:r>
              <a:rPr lang="zh-CN" altLang="en-US" sz="2400" dirty="0" smtClean="0"/>
              <a:t>在完成预定功能的前提下，用户界面越</a:t>
            </a:r>
            <a:r>
              <a:rPr lang="zh-CN" altLang="en-US" sz="2400" dirty="0" smtClean="0">
                <a:solidFill>
                  <a:srgbClr val="0000FF"/>
                </a:solidFill>
              </a:rPr>
              <a:t>简单</a:t>
            </a:r>
            <a:r>
              <a:rPr lang="zh-CN" altLang="en-US" sz="2400" dirty="0" smtClean="0"/>
              <a:t>越好。</a:t>
            </a:r>
            <a:endParaRPr lang="en-US" altLang="zh-CN" sz="2400" dirty="0" smtClean="0"/>
          </a:p>
          <a:p>
            <a:r>
              <a:rPr lang="zh-CN" altLang="en-US" sz="2400" dirty="0" smtClean="0">
                <a:solidFill>
                  <a:srgbClr val="0000FF"/>
                </a:solidFill>
              </a:rPr>
              <a:t>可靠性</a:t>
            </a:r>
            <a:endParaRPr lang="en-US" altLang="zh-CN" sz="2400" dirty="0" smtClean="0">
              <a:solidFill>
                <a:srgbClr val="0000FF"/>
              </a:solidFill>
            </a:endParaRPr>
          </a:p>
          <a:p>
            <a:pPr marL="0" indent="0">
              <a:buNone/>
            </a:pPr>
            <a:r>
              <a:rPr lang="en-US" altLang="zh-CN" sz="2400" dirty="0" smtClean="0"/>
              <a:t>     </a:t>
            </a:r>
            <a:r>
              <a:rPr lang="zh-CN" altLang="en-US" sz="2400" dirty="0" smtClean="0"/>
              <a:t>用户界面能保证用户</a:t>
            </a:r>
            <a:r>
              <a:rPr lang="zh-CN" altLang="en-US" sz="2400" u="sng" dirty="0" smtClean="0"/>
              <a:t>正确、可靠</a:t>
            </a:r>
            <a:r>
              <a:rPr lang="zh-CN" altLang="en-US" sz="2400" dirty="0" smtClean="0"/>
              <a:t>地使用系统，保证</a:t>
            </a:r>
            <a:r>
              <a:rPr lang="zh-CN" altLang="en-US" sz="2400" u="sng" dirty="0" smtClean="0"/>
              <a:t>程序和数据的安全性</a:t>
            </a:r>
            <a:r>
              <a:rPr lang="zh-CN" altLang="en-US" sz="2400" dirty="0" smtClean="0"/>
              <a:t>。</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27E080B1-D7F6-46F6-B4D6-553B7DD62B3E}"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a:t>6.3.1 </a:t>
            </a:r>
            <a:r>
              <a:rPr lang="zh-CN" altLang="en-US"/>
              <a:t>设计问题</a:t>
            </a:r>
            <a:endParaRPr lang="zh-CN" altLang="en-US"/>
          </a:p>
          <a:p>
            <a:pPr marL="0" indent="0">
              <a:buNone/>
            </a:pPr>
            <a:r>
              <a:rPr lang="en-US" altLang="zh-CN"/>
              <a:t>6.3.2 </a:t>
            </a:r>
            <a:r>
              <a:rPr lang="zh-CN" altLang="en-US"/>
              <a:t>设计过程</a:t>
            </a:r>
            <a:endParaRPr lang="zh-CN" altLang="en-US"/>
          </a:p>
          <a:p>
            <a:pPr marL="0" indent="0">
              <a:buNone/>
            </a:pPr>
            <a:r>
              <a:rPr lang="en-US" altLang="zh-CN"/>
              <a:t>6.3.3 </a:t>
            </a:r>
            <a:r>
              <a:rPr lang="zh-CN" altLang="en-US"/>
              <a:t>设计指南</a:t>
            </a:r>
            <a:endParaRPr lang="zh-CN" altLang="en-US"/>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6.3.1 </a:t>
            </a:r>
            <a:r>
              <a:rPr lang="zh-CN" altLang="en-US" dirty="0" smtClean="0"/>
              <a:t>设计问题</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在设计人机界面的过程中，常遇到的</a:t>
            </a:r>
            <a:r>
              <a:rPr lang="en-US" altLang="zh-CN" dirty="0" smtClean="0"/>
              <a:t>4</a:t>
            </a:r>
            <a:r>
              <a:rPr lang="zh-CN" altLang="en-US" dirty="0" smtClean="0"/>
              <a:t>个问题：</a:t>
            </a:r>
            <a:endParaRPr lang="en-US" altLang="zh-CN" dirty="0" smtClean="0"/>
          </a:p>
          <a:p>
            <a:pPr marL="514350" indent="-514350">
              <a:buFont typeface="+mj-lt"/>
              <a:buAutoNum type="alphaLcParenR"/>
            </a:pPr>
            <a:r>
              <a:rPr lang="zh-CN" altLang="en-US" dirty="0" smtClean="0"/>
              <a:t>系统响应时间</a:t>
            </a:r>
            <a:endParaRPr lang="en-US" altLang="zh-CN" dirty="0" smtClean="0"/>
          </a:p>
          <a:p>
            <a:pPr marL="514350" indent="-514350">
              <a:buFont typeface="+mj-lt"/>
              <a:buAutoNum type="alphaLcParenR"/>
            </a:pPr>
            <a:r>
              <a:rPr lang="zh-CN" altLang="en-US" dirty="0" smtClean="0"/>
              <a:t>用户帮助信息</a:t>
            </a:r>
            <a:endParaRPr lang="en-US" altLang="zh-CN" dirty="0" smtClean="0"/>
          </a:p>
          <a:p>
            <a:pPr marL="514350" indent="-514350">
              <a:buFont typeface="+mj-lt"/>
              <a:buAutoNum type="alphaLcParenR"/>
            </a:pPr>
            <a:r>
              <a:rPr lang="zh-CN" altLang="en-US" dirty="0" smtClean="0"/>
              <a:t>出错信息处理</a:t>
            </a:r>
            <a:endParaRPr lang="en-US" altLang="zh-CN" dirty="0" smtClean="0"/>
          </a:p>
          <a:p>
            <a:pPr marL="514350" indent="-514350">
              <a:buFont typeface="+mj-lt"/>
              <a:buAutoNum type="alphaLcParenR"/>
            </a:pPr>
            <a:r>
              <a:rPr lang="zh-CN" altLang="en-US" dirty="0" smtClean="0"/>
              <a:t>命令交互</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BFE5B1A1-031C-4252-96F5-7EB882428DAE}"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a) </a:t>
            </a:r>
            <a:r>
              <a:rPr lang="zh-CN" altLang="en-US" dirty="0" smtClean="0"/>
              <a:t>系统响应时间</a:t>
            </a:r>
            <a:endParaRPr lang="zh-CN" altLang="en-US" dirty="0"/>
          </a:p>
        </p:txBody>
      </p:sp>
      <p:sp>
        <p:nvSpPr>
          <p:cNvPr id="3" name="内容占位符 2"/>
          <p:cNvSpPr>
            <a:spLocks noGrp="1"/>
          </p:cNvSpPr>
          <p:nvPr>
            <p:ph idx="1"/>
          </p:nvPr>
        </p:nvSpPr>
        <p:spPr/>
        <p:txBody>
          <a:bodyPr/>
          <a:lstStyle/>
          <a:p>
            <a:r>
              <a:rPr lang="zh-CN" altLang="en-US" dirty="0" smtClean="0">
                <a:solidFill>
                  <a:srgbClr val="0000FF"/>
                </a:solidFill>
              </a:rPr>
              <a:t>系统响应时间</a:t>
            </a:r>
            <a:r>
              <a:rPr lang="zh-CN" altLang="en-US" dirty="0" smtClean="0"/>
              <a:t>指从用户完成某个控制动作到软件给出预期的响应之间的这段时间。</a:t>
            </a:r>
            <a:endParaRPr lang="en-US" altLang="zh-CN" dirty="0" smtClean="0"/>
          </a:p>
          <a:p>
            <a:r>
              <a:rPr lang="zh-CN" altLang="en-US" dirty="0"/>
              <a:t>两</a:t>
            </a:r>
            <a:r>
              <a:rPr lang="zh-CN" altLang="en-US" dirty="0" smtClean="0"/>
              <a:t>个重要属性：</a:t>
            </a:r>
            <a:endParaRPr lang="en-US" altLang="zh-CN" dirty="0" smtClean="0"/>
          </a:p>
          <a:p>
            <a:pPr marL="514350" indent="-514350">
              <a:buFont typeface="+mj-ea"/>
              <a:buAutoNum type="circleNumDbPlain"/>
            </a:pPr>
            <a:r>
              <a:rPr lang="zh-CN" altLang="en-US" dirty="0" smtClean="0"/>
              <a:t>长度：响应时间的长短。</a:t>
            </a:r>
            <a:endParaRPr lang="en-US" altLang="zh-CN" dirty="0" smtClean="0"/>
          </a:p>
          <a:p>
            <a:pPr marL="514350" indent="-514350">
              <a:buFont typeface="+mj-ea"/>
              <a:buAutoNum type="circleNumDbPlain"/>
            </a:pPr>
            <a:r>
              <a:rPr lang="zh-CN" altLang="en-US" dirty="0" smtClean="0"/>
              <a:t>易变性：响应时间相对于平均响应时间的偏差。易变性越小，越好，即追求</a:t>
            </a:r>
            <a:r>
              <a:rPr lang="zh-CN" altLang="en-US" dirty="0" smtClean="0">
                <a:solidFill>
                  <a:srgbClr val="FF0000"/>
                </a:solidFill>
              </a:rPr>
              <a:t>响应时间的稳定</a:t>
            </a:r>
            <a:r>
              <a:rPr lang="zh-CN" altLang="en-US" dirty="0" smtClean="0"/>
              <a:t>。</a:t>
            </a:r>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C713085D-ED26-440B-8D9A-EEFFBA731334}"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b) </a:t>
            </a:r>
            <a:r>
              <a:rPr lang="zh-CN" altLang="en-US" dirty="0" smtClean="0"/>
              <a:t>用户帮助信息</a:t>
            </a:r>
            <a:endParaRPr lang="zh-CN" altLang="en-US" dirty="0"/>
          </a:p>
        </p:txBody>
      </p:sp>
      <p:sp>
        <p:nvSpPr>
          <p:cNvPr id="3" name="内容占位符 2"/>
          <p:cNvSpPr>
            <a:spLocks noGrp="1"/>
          </p:cNvSpPr>
          <p:nvPr>
            <p:ph idx="1"/>
          </p:nvPr>
        </p:nvSpPr>
        <p:spPr>
          <a:xfrm>
            <a:off x="457200" y="1412776"/>
            <a:ext cx="8507288" cy="4713387"/>
          </a:xfrm>
        </p:spPr>
        <p:txBody>
          <a:bodyPr>
            <a:normAutofit/>
          </a:bodyPr>
          <a:lstStyle/>
          <a:p>
            <a:pPr marL="0" indent="0">
              <a:buNone/>
            </a:pPr>
            <a:r>
              <a:rPr lang="zh-CN" altLang="en-US" sz="2400" dirty="0" smtClean="0"/>
              <a:t>设计帮助信息时，应解决</a:t>
            </a:r>
            <a:r>
              <a:rPr lang="zh-CN" altLang="en-US" sz="2400" dirty="0"/>
              <a:t>以下</a:t>
            </a:r>
            <a:r>
              <a:rPr lang="zh-CN" altLang="en-US" sz="2400" dirty="0" smtClean="0"/>
              <a:t>问题：</a:t>
            </a:r>
            <a:endParaRPr lang="en-US" altLang="zh-CN" sz="2400" dirty="0" smtClean="0"/>
          </a:p>
          <a:p>
            <a:r>
              <a:rPr lang="zh-CN" altLang="en-US" sz="2400" dirty="0" smtClean="0"/>
              <a:t>在用户与系统交互期间，是否在任何时候都能获得关于系统任何功能的帮助信息？（全部？部分？）</a:t>
            </a:r>
            <a:endParaRPr lang="en-US" altLang="zh-CN" sz="2400" dirty="0" smtClean="0"/>
          </a:p>
          <a:p>
            <a:r>
              <a:rPr lang="zh-CN" altLang="en-US" sz="2400" dirty="0" smtClean="0"/>
              <a:t>用户怎样请求帮助？（菜单？功能键？</a:t>
            </a:r>
            <a:r>
              <a:rPr lang="en-US" altLang="zh-CN" sz="2400" dirty="0" smtClean="0"/>
              <a:t>help</a:t>
            </a:r>
            <a:r>
              <a:rPr lang="zh-CN" altLang="en-US" sz="2400" dirty="0" smtClean="0"/>
              <a:t>命令？）</a:t>
            </a:r>
            <a:endParaRPr lang="en-US" altLang="zh-CN" sz="2400" dirty="0" smtClean="0"/>
          </a:p>
          <a:p>
            <a:r>
              <a:rPr lang="zh-CN" altLang="en-US" sz="2400" dirty="0" smtClean="0"/>
              <a:t>怎样显示帮助信息？（独立窗口？参考文档？屏幕固定位置显示简短提示？）</a:t>
            </a:r>
            <a:endParaRPr lang="en-US" altLang="zh-CN" sz="2400" dirty="0" smtClean="0"/>
          </a:p>
          <a:p>
            <a:r>
              <a:rPr lang="zh-CN" altLang="en-US" sz="2400" dirty="0" smtClean="0"/>
              <a:t>用户怎样返回正常的交互方式？（返回按钮？功能键？）</a:t>
            </a:r>
            <a:endParaRPr lang="en-US" altLang="zh-CN" sz="2400" dirty="0" smtClean="0"/>
          </a:p>
          <a:p>
            <a:r>
              <a:rPr lang="zh-CN" altLang="en-US" sz="2400" dirty="0" smtClean="0"/>
              <a:t>怎样组织帮助信息？（通过关键字访问？层次结构？超文本结构？）</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B2314EB0-C39D-48BF-9171-FBDC05E79FD6}"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c) </a:t>
            </a:r>
            <a:r>
              <a:rPr lang="zh-CN" altLang="en-US" dirty="0" smtClean="0"/>
              <a:t>出错信息处理</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dirty="0" smtClean="0"/>
              <a:t>出错信息或警告信息应具有的属性：</a:t>
            </a:r>
            <a:endParaRPr lang="en-US" altLang="zh-CN" sz="2800" dirty="0" smtClean="0"/>
          </a:p>
          <a:p>
            <a:r>
              <a:rPr lang="zh-CN" altLang="en-US" sz="2800" dirty="0" smtClean="0"/>
              <a:t>用户可以理解；</a:t>
            </a:r>
            <a:endParaRPr lang="en-US" altLang="zh-CN" sz="2800" dirty="0" smtClean="0"/>
          </a:p>
          <a:p>
            <a:r>
              <a:rPr lang="zh-CN" altLang="en-US" sz="2800" dirty="0" smtClean="0"/>
              <a:t>应该提供有助于从错误中恢复的建设性意见；</a:t>
            </a:r>
            <a:endParaRPr lang="en-US" altLang="zh-CN" sz="2800" dirty="0" smtClean="0"/>
          </a:p>
          <a:p>
            <a:r>
              <a:rPr lang="zh-CN" altLang="en-US" sz="2800" dirty="0" smtClean="0"/>
              <a:t>应该指出错误可能导致哪些负面后果；</a:t>
            </a:r>
            <a:endParaRPr lang="en-US" altLang="zh-CN" sz="2800" dirty="0" smtClean="0"/>
          </a:p>
          <a:p>
            <a:r>
              <a:rPr lang="zh-CN" altLang="en-US" sz="2800" dirty="0" smtClean="0"/>
              <a:t>应该伴随视觉或听觉上的提示，如警告声</a:t>
            </a:r>
            <a:r>
              <a:rPr lang="en-US" altLang="zh-CN" sz="2800" dirty="0" smtClean="0"/>
              <a:t>…</a:t>
            </a:r>
            <a:r>
              <a:rPr lang="zh-CN" altLang="en-US" sz="2800" dirty="0" smtClean="0"/>
              <a:t>；</a:t>
            </a:r>
            <a:endParaRPr lang="en-US" altLang="zh-CN" sz="2800" dirty="0" smtClean="0"/>
          </a:p>
          <a:p>
            <a:r>
              <a:rPr lang="zh-CN" altLang="en-US" sz="2800" dirty="0" smtClean="0"/>
              <a:t>不能带有指责色彩（</a:t>
            </a:r>
            <a:r>
              <a:rPr lang="zh-CN" altLang="en-US" sz="2800" dirty="0" smtClean="0">
                <a:highlight>
                  <a:srgbClr val="FFFF00"/>
                </a:highlight>
              </a:rPr>
              <a:t>不能责怪用户</a:t>
            </a:r>
            <a:r>
              <a:rPr lang="zh-CN" altLang="en-US" sz="2800" dirty="0" smtClean="0"/>
              <a:t>）。</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57004A30-B703-4BC6-9601-B29B1CD40C37}" type="datetime11">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4140360" y="4629240"/>
              <a:ext cx="2051280" cy="70200"/>
            </p14:xfrm>
          </p:contentPart>
        </mc:Choice>
        <mc:Fallback xmlns="">
          <p:pic>
            <p:nvPicPr>
              <p:cNvPr id="6" name="墨迹 5"/>
            </p:nvPicPr>
            <p:blipFill>
              <a:blip r:embed="rId2"/>
            </p:blipFill>
            <p:spPr>
              <a:xfrm>
                <a:off x="4140360" y="4629240"/>
                <a:ext cx="2051280" cy="702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d) </a:t>
            </a:r>
            <a:r>
              <a:rPr lang="zh-CN" altLang="en-US" dirty="0" smtClean="0"/>
              <a:t>命令交互</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dirty="0" smtClean="0"/>
              <a:t>多数情况下，用户既可以从菜单中选择功能，也可以通过键盘命令序列调用功能。</a:t>
            </a:r>
            <a:endParaRPr lang="en-US" altLang="zh-CN" sz="2800" dirty="0" smtClean="0"/>
          </a:p>
          <a:p>
            <a:pPr marL="0" indent="0">
              <a:buNone/>
            </a:pPr>
            <a:r>
              <a:rPr lang="zh-CN" altLang="en-US" sz="2800" dirty="0" smtClean="0"/>
              <a:t>提供命令交互时，应考虑的问题：</a:t>
            </a:r>
            <a:endParaRPr lang="en-US" altLang="zh-CN" sz="2800" dirty="0" smtClean="0"/>
          </a:p>
          <a:p>
            <a:r>
              <a:rPr lang="zh-CN" altLang="en-US" sz="2800" dirty="0" smtClean="0"/>
              <a:t>是否每个菜单选项都有对应的命令？</a:t>
            </a:r>
            <a:endParaRPr lang="en-US" altLang="zh-CN" sz="2800" dirty="0" smtClean="0"/>
          </a:p>
          <a:p>
            <a:r>
              <a:rPr lang="zh-CN" altLang="en-US" sz="2800" dirty="0" smtClean="0"/>
              <a:t>采用何种命令形式？（控制序列，如</a:t>
            </a:r>
            <a:r>
              <a:rPr lang="en-US" altLang="zh-CN" sz="2800" dirty="0" smtClean="0"/>
              <a:t>ctrl+***</a:t>
            </a:r>
            <a:r>
              <a:rPr lang="zh-CN" altLang="en-US" sz="2800" dirty="0" smtClean="0"/>
              <a:t>？功能键？输入命令？）</a:t>
            </a:r>
            <a:endParaRPr lang="en-US" altLang="zh-CN" sz="2800" dirty="0" smtClean="0"/>
          </a:p>
          <a:p>
            <a:r>
              <a:rPr lang="zh-CN" altLang="en-US" sz="2800" dirty="0" smtClean="0"/>
              <a:t>学习和记忆命令的难度多大？忘了怎么办？</a:t>
            </a:r>
            <a:endParaRPr lang="en-US" altLang="zh-CN" sz="2800" dirty="0" smtClean="0"/>
          </a:p>
          <a:p>
            <a:r>
              <a:rPr lang="zh-CN" altLang="en-US" sz="2800" dirty="0" smtClean="0"/>
              <a:t>用户是否可以定制或缩写命令？</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023096DE-17D6-4BFF-BBEA-AEA10B79706F}"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6.3.2 </a:t>
            </a:r>
            <a:r>
              <a:rPr lang="zh-CN" altLang="en-US" dirty="0" smtClean="0"/>
              <a:t>设计过程</a:t>
            </a:r>
            <a:endParaRPr lang="zh-CN" altLang="en-US" dirty="0"/>
          </a:p>
        </p:txBody>
      </p:sp>
      <p:sp>
        <p:nvSpPr>
          <p:cNvPr id="3" name="内容占位符 2"/>
          <p:cNvSpPr>
            <a:spLocks noGrp="1"/>
          </p:cNvSpPr>
          <p:nvPr>
            <p:ph idx="1"/>
          </p:nvPr>
        </p:nvSpPr>
        <p:spPr>
          <a:xfrm>
            <a:off x="457200" y="1600201"/>
            <a:ext cx="8229600" cy="676672"/>
          </a:xfrm>
        </p:spPr>
        <p:txBody>
          <a:bodyPr/>
          <a:lstStyle/>
          <a:p>
            <a:pPr marL="0" indent="0">
              <a:buNone/>
            </a:pPr>
            <a:r>
              <a:rPr lang="zh-CN" altLang="en-US" dirty="0" smtClean="0"/>
              <a:t>用户界面设计是一个迭代的过程，如下：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2420888"/>
            <a:ext cx="6942701" cy="2736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日期占位符 4"/>
          <p:cNvSpPr>
            <a:spLocks noGrp="1"/>
          </p:cNvSpPr>
          <p:nvPr>
            <p:ph type="dt" sz="half" idx="10"/>
          </p:nvPr>
        </p:nvSpPr>
        <p:spPr/>
        <p:txBody>
          <a:bodyPr/>
          <a:lstStyle/>
          <a:p>
            <a:fld id="{FA157FA2-D5E3-4BBE-9B29-307BF592C483}"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6.3.3 </a:t>
            </a:r>
            <a:r>
              <a:rPr lang="zh-CN" altLang="en-US" dirty="0" smtClean="0"/>
              <a:t>人机界面设计指南</a:t>
            </a:r>
            <a:endParaRPr lang="zh-CN" altLang="en-US" dirty="0"/>
          </a:p>
        </p:txBody>
      </p:sp>
      <p:sp>
        <p:nvSpPr>
          <p:cNvPr id="3" name="内容占位符 2"/>
          <p:cNvSpPr>
            <a:spLocks noGrp="1"/>
          </p:cNvSpPr>
          <p:nvPr>
            <p:ph idx="1"/>
          </p:nvPr>
        </p:nvSpPr>
        <p:spPr/>
        <p:txBody>
          <a:bodyPr/>
          <a:lstStyle/>
          <a:p>
            <a:pPr marL="0" indent="0">
              <a:buNone/>
            </a:pPr>
            <a:endParaRPr lang="en-US" altLang="zh-CN" dirty="0" smtClean="0"/>
          </a:p>
          <a:p>
            <a:pPr marL="514350" indent="-514350">
              <a:buFont typeface="+mj-lt"/>
              <a:buAutoNum type="alphaLcParenR"/>
            </a:pPr>
            <a:r>
              <a:rPr lang="zh-CN" altLang="en-US" dirty="0" smtClean="0"/>
              <a:t>一般交互指南</a:t>
            </a:r>
            <a:endParaRPr lang="en-US" altLang="zh-CN" dirty="0" smtClean="0"/>
          </a:p>
          <a:p>
            <a:pPr marL="514350" indent="-514350">
              <a:buFont typeface="+mj-lt"/>
              <a:buAutoNum type="alphaLcParenR"/>
            </a:pPr>
            <a:r>
              <a:rPr lang="zh-CN" altLang="en-US" dirty="0" smtClean="0"/>
              <a:t>信息显示指南</a:t>
            </a:r>
            <a:endParaRPr lang="en-US" altLang="zh-CN" dirty="0" smtClean="0"/>
          </a:p>
          <a:p>
            <a:pPr marL="514350" indent="-514350">
              <a:buFont typeface="+mj-lt"/>
              <a:buAutoNum type="alphaLcParenR"/>
            </a:pPr>
            <a:r>
              <a:rPr lang="zh-CN" altLang="en-US" dirty="0" smtClean="0"/>
              <a:t>数据输入指南</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2DAA6360-F0B8-402F-88F7-E27871E2B7C6}"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a) </a:t>
            </a:r>
            <a:r>
              <a:rPr lang="zh-CN" altLang="en-US" dirty="0" smtClean="0"/>
              <a:t>一般交互指南</a:t>
            </a:r>
            <a:endParaRPr lang="zh-CN" altLang="en-US" dirty="0"/>
          </a:p>
        </p:txBody>
      </p:sp>
      <p:sp>
        <p:nvSpPr>
          <p:cNvPr id="3" name="内容占位符 2"/>
          <p:cNvSpPr>
            <a:spLocks noGrp="1"/>
          </p:cNvSpPr>
          <p:nvPr>
            <p:ph idx="1"/>
          </p:nvPr>
        </p:nvSpPr>
        <p:spPr>
          <a:xfrm>
            <a:off x="457200" y="1340768"/>
            <a:ext cx="8686800" cy="5400600"/>
          </a:xfrm>
        </p:spPr>
        <p:txBody>
          <a:bodyPr>
            <a:normAutofit/>
          </a:bodyPr>
          <a:lstStyle/>
          <a:p>
            <a:pPr marL="514350" indent="-514350">
              <a:buFont typeface="+mj-ea"/>
              <a:buAutoNum type="circleNumDbPlain"/>
            </a:pPr>
            <a:r>
              <a:rPr lang="zh-CN" altLang="en-US" sz="2400" dirty="0" smtClean="0"/>
              <a:t>保持</a:t>
            </a:r>
            <a:r>
              <a:rPr lang="zh-CN" altLang="en-US" sz="2400" dirty="0"/>
              <a:t>一致性（一致的格式） ；</a:t>
            </a:r>
            <a:endParaRPr lang="en-US" altLang="zh-CN" sz="2400" dirty="0" smtClean="0"/>
          </a:p>
          <a:p>
            <a:pPr marL="514350" indent="-514350">
              <a:buFont typeface="+mj-ea"/>
              <a:buAutoNum type="circleNumDbPlain"/>
            </a:pPr>
            <a:r>
              <a:rPr lang="zh-CN" altLang="en-US" sz="2400" dirty="0" smtClean="0"/>
              <a:t>提供有意义的反馈；</a:t>
            </a:r>
            <a:endParaRPr lang="en-US" altLang="zh-CN" sz="2400" dirty="0" smtClean="0"/>
          </a:p>
          <a:p>
            <a:pPr marL="514350" indent="-514350">
              <a:buFont typeface="+mj-ea"/>
              <a:buAutoNum type="circleNumDbPlain"/>
            </a:pPr>
            <a:r>
              <a:rPr lang="zh-CN" altLang="en-US" sz="2400" dirty="0" smtClean="0"/>
              <a:t>执行较大破坏性动作之前要求用户</a:t>
            </a:r>
            <a:r>
              <a:rPr lang="zh-CN" altLang="en-US" sz="2400" dirty="0"/>
              <a:t>确认（如</a:t>
            </a:r>
            <a:r>
              <a:rPr lang="en-US" altLang="zh-CN" sz="2400" dirty="0"/>
              <a:t>delete</a:t>
            </a:r>
            <a:r>
              <a:rPr lang="zh-CN" altLang="en-US" sz="2400" dirty="0"/>
              <a:t>） ；</a:t>
            </a:r>
            <a:endParaRPr lang="en-US" altLang="zh-CN" sz="2400" dirty="0" smtClean="0"/>
          </a:p>
          <a:p>
            <a:pPr marL="514350" indent="-514350">
              <a:buFont typeface="+mj-ea"/>
              <a:buAutoNum type="circleNumDbPlain"/>
            </a:pPr>
            <a:r>
              <a:rPr lang="zh-CN" altLang="en-US" sz="2400" dirty="0" smtClean="0"/>
              <a:t>绝大多数操作，允许撤销；</a:t>
            </a:r>
            <a:endParaRPr lang="en-US" altLang="zh-CN" sz="2400" dirty="0" smtClean="0"/>
          </a:p>
          <a:p>
            <a:pPr marL="514350" indent="-514350">
              <a:buFont typeface="+mj-ea"/>
              <a:buAutoNum type="circleNumDbPlain"/>
            </a:pPr>
            <a:r>
              <a:rPr lang="zh-CN" altLang="en-US" sz="2400" dirty="0" smtClean="0"/>
              <a:t>减少在两次操作之间必须记忆的信息量；</a:t>
            </a:r>
            <a:endParaRPr lang="en-US" altLang="zh-CN" sz="2400" dirty="0" smtClean="0"/>
          </a:p>
          <a:p>
            <a:pPr marL="514350" indent="-514350">
              <a:buFont typeface="+mj-ea"/>
              <a:buAutoNum type="circleNumDbPlain"/>
            </a:pPr>
            <a:r>
              <a:rPr lang="zh-CN" altLang="en-US" sz="2400" dirty="0" smtClean="0"/>
              <a:t>减少用户按键与鼠标移动，尽量避免用户问“这是什么意思”；</a:t>
            </a:r>
            <a:endParaRPr lang="en-US" altLang="zh-CN" sz="2400" dirty="0" smtClean="0"/>
          </a:p>
          <a:p>
            <a:pPr marL="514350" indent="-514350">
              <a:buFont typeface="+mj-ea"/>
              <a:buAutoNum type="circleNumDbPlain"/>
            </a:pPr>
            <a:r>
              <a:rPr lang="zh-CN" altLang="en-US" sz="2400" dirty="0" smtClean="0"/>
              <a:t>系统应能保护自己不受严重错误的破坏；</a:t>
            </a:r>
            <a:endParaRPr lang="en-US" altLang="zh-CN" sz="2400" dirty="0" smtClean="0"/>
          </a:p>
          <a:p>
            <a:pPr marL="514350" indent="-514350">
              <a:buFont typeface="+mj-ea"/>
              <a:buAutoNum type="circleNumDbPlain"/>
            </a:pPr>
            <a:r>
              <a:rPr lang="zh-CN" altLang="en-US" sz="2400" dirty="0" smtClean="0"/>
              <a:t>按功能对动作分类，并据此设计屏幕布局；</a:t>
            </a:r>
            <a:endParaRPr lang="en-US" altLang="zh-CN" sz="2400" dirty="0" smtClean="0"/>
          </a:p>
          <a:p>
            <a:pPr marL="514350" indent="-514350">
              <a:buFont typeface="+mj-ea"/>
              <a:buAutoNum type="circleNumDbPlain"/>
            </a:pPr>
            <a:r>
              <a:rPr lang="zh-CN" altLang="en-US" sz="2400" dirty="0" smtClean="0"/>
              <a:t>提供帮助信息；</a:t>
            </a:r>
            <a:endParaRPr lang="en-US" altLang="zh-CN" sz="2400" dirty="0" smtClean="0"/>
          </a:p>
          <a:p>
            <a:pPr marL="514350" indent="-514350">
              <a:buFont typeface="+mj-ea"/>
              <a:buAutoNum type="circleNumDbPlain"/>
            </a:pPr>
            <a:r>
              <a:rPr lang="zh-CN" altLang="en-US" sz="2400" dirty="0" smtClean="0"/>
              <a:t>用简单动作或短语作为命令名。</a:t>
            </a:r>
            <a:endParaRPr lang="en-US" altLang="zh-CN" sz="2400" dirty="0" smtClean="0"/>
          </a:p>
          <a:p>
            <a:pPr marL="514350" indent="-514350">
              <a:buFont typeface="+mj-ea"/>
              <a:buAutoNum type="circleNumDbPlain"/>
            </a:pP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94A5E9B2-5650-4A0F-B048-EFC43060AFD3}"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人机</a:t>
            </a:r>
            <a:r>
              <a:rPr lang="zh-CN" altLang="en-US" dirty="0" smtClean="0"/>
              <a:t>界面的基本类型</a:t>
            </a:r>
            <a:endParaRPr lang="zh-CN" altLang="en-US" dirty="0"/>
          </a:p>
        </p:txBody>
      </p:sp>
      <p:sp>
        <p:nvSpPr>
          <p:cNvPr id="3" name="内容占位符 2"/>
          <p:cNvSpPr>
            <a:spLocks noGrp="1"/>
          </p:cNvSpPr>
          <p:nvPr>
            <p:ph idx="1"/>
          </p:nvPr>
        </p:nvSpPr>
        <p:spPr/>
        <p:txBody>
          <a:bodyPr/>
          <a:lstStyle/>
          <a:p>
            <a:r>
              <a:rPr lang="zh-CN" altLang="en-US" dirty="0" smtClean="0"/>
              <a:t>菜单</a:t>
            </a:r>
            <a:endParaRPr lang="en-US" altLang="zh-CN" dirty="0" smtClean="0"/>
          </a:p>
          <a:p>
            <a:r>
              <a:rPr lang="zh-CN" altLang="en-US" dirty="0" smtClean="0"/>
              <a:t>对话框</a:t>
            </a:r>
            <a:endParaRPr lang="en-US" altLang="zh-CN" dirty="0" smtClean="0"/>
          </a:p>
          <a:p>
            <a:r>
              <a:rPr lang="zh-CN" altLang="en-US" dirty="0" smtClean="0"/>
              <a:t>图像</a:t>
            </a:r>
            <a:endParaRPr lang="en-US" altLang="zh-CN" dirty="0" smtClean="0"/>
          </a:p>
          <a:p>
            <a:r>
              <a:rPr lang="zh-CN" altLang="en-US" dirty="0"/>
              <a:t>窗口</a:t>
            </a:r>
            <a:endParaRPr lang="en-US" altLang="zh-CN"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6BC13843-0BD0-4A83-966B-060B2FAFA9A7}"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dirty="0" smtClean="0"/>
              <a:t>b)</a:t>
            </a:r>
            <a:r>
              <a:rPr lang="zh-CN" altLang="en-US" dirty="0"/>
              <a:t>信息显示</a:t>
            </a:r>
            <a:r>
              <a:rPr lang="zh-CN" altLang="en-US" dirty="0" smtClean="0"/>
              <a:t>指南</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t>多种方式“显示”信息：</a:t>
            </a:r>
            <a:endParaRPr lang="en-US" altLang="zh-CN" dirty="0" smtClean="0"/>
          </a:p>
          <a:p>
            <a:pPr marL="514350" indent="-514350">
              <a:buFont typeface="+mj-ea"/>
              <a:buAutoNum type="circleNumDbPlain"/>
            </a:pPr>
            <a:r>
              <a:rPr lang="zh-CN" altLang="en-US" dirty="0"/>
              <a:t>文字</a:t>
            </a:r>
            <a:endParaRPr lang="en-US" altLang="zh-CN" dirty="0" smtClean="0"/>
          </a:p>
          <a:p>
            <a:pPr marL="514350" indent="-514350">
              <a:buFont typeface="+mj-ea"/>
              <a:buAutoNum type="circleNumDbPlain"/>
            </a:pPr>
            <a:r>
              <a:rPr lang="zh-CN" altLang="en-US" dirty="0" smtClean="0"/>
              <a:t>图形、图像</a:t>
            </a:r>
            <a:endParaRPr lang="en-US" altLang="zh-CN" dirty="0" smtClean="0"/>
          </a:p>
          <a:p>
            <a:pPr marL="514350" indent="-514350">
              <a:buFont typeface="+mj-ea"/>
              <a:buAutoNum type="circleNumDbPlain"/>
            </a:pPr>
            <a:r>
              <a:rPr lang="zh-CN" altLang="en-US" dirty="0" smtClean="0"/>
              <a:t>声音、视频</a:t>
            </a:r>
            <a:endParaRPr lang="en-US" altLang="zh-CN" dirty="0" smtClean="0"/>
          </a:p>
          <a:p>
            <a:pPr marL="0" indent="0">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F962C4FD-DC86-48B0-9860-A7FAEBB2F547}"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信息显示的设计指南</a:t>
            </a:r>
            <a:endParaRPr lang="zh-CN" altLang="en-US" dirty="0"/>
          </a:p>
        </p:txBody>
      </p:sp>
      <p:sp>
        <p:nvSpPr>
          <p:cNvPr id="3" name="内容占位符 2"/>
          <p:cNvSpPr>
            <a:spLocks noGrp="1"/>
          </p:cNvSpPr>
          <p:nvPr>
            <p:ph idx="1"/>
          </p:nvPr>
        </p:nvSpPr>
        <p:spPr>
          <a:xfrm>
            <a:off x="457200" y="1412776"/>
            <a:ext cx="8229600" cy="4713387"/>
          </a:xfrm>
        </p:spPr>
        <p:txBody>
          <a:bodyPr/>
          <a:lstStyle/>
          <a:p>
            <a:pPr marL="514350" indent="-514350">
              <a:buFont typeface="+mj-ea"/>
              <a:buAutoNum type="circleNumDbPlain"/>
            </a:pPr>
            <a:r>
              <a:rPr lang="zh-CN" altLang="en-US" sz="2400" dirty="0"/>
              <a:t>只</a:t>
            </a:r>
            <a:r>
              <a:rPr lang="zh-CN" altLang="en-US" sz="2400" dirty="0" smtClean="0"/>
              <a:t>显示与当前工作内容有关的信息；</a:t>
            </a:r>
            <a:endParaRPr lang="en-US" altLang="zh-CN" sz="2400" dirty="0" smtClean="0"/>
          </a:p>
          <a:p>
            <a:pPr marL="514350" indent="-514350">
              <a:buFont typeface="+mj-ea"/>
              <a:buAutoNum type="circleNumDbPlain"/>
            </a:pPr>
            <a:r>
              <a:rPr lang="zh-CN" altLang="en-US" sz="2400" dirty="0" smtClean="0"/>
              <a:t>不要用数据淹没用户（用户可迅速吸取）；</a:t>
            </a:r>
            <a:endParaRPr lang="en-US" altLang="zh-CN" sz="2400" dirty="0" smtClean="0"/>
          </a:p>
          <a:p>
            <a:pPr marL="514350" indent="-514350">
              <a:buFont typeface="+mj-ea"/>
              <a:buAutoNum type="circleNumDbPlain"/>
            </a:pPr>
            <a:r>
              <a:rPr lang="zh-CN" altLang="en-US" sz="2400" dirty="0" smtClean="0"/>
              <a:t>使用一致的标记、缩写和可预知的颜色；</a:t>
            </a:r>
            <a:endParaRPr lang="en-US" altLang="zh-CN" sz="2400" dirty="0" smtClean="0"/>
          </a:p>
          <a:p>
            <a:pPr marL="514350" indent="-514350">
              <a:buFont typeface="+mj-ea"/>
              <a:buAutoNum type="circleNumDbPlain"/>
            </a:pPr>
            <a:r>
              <a:rPr lang="zh-CN" altLang="en-US" sz="2400" dirty="0" smtClean="0"/>
              <a:t>允许用户保持可视化的语境（比如仔细查看图像的一部分时，原始图像一直显示）；</a:t>
            </a:r>
            <a:endParaRPr lang="en-US" altLang="zh-CN" sz="2400" dirty="0" smtClean="0"/>
          </a:p>
          <a:p>
            <a:pPr marL="514350" indent="-514350">
              <a:buFont typeface="+mj-ea"/>
              <a:buAutoNum type="circleNumDbPlain"/>
            </a:pPr>
            <a:r>
              <a:rPr lang="zh-CN" altLang="en-US" sz="2400" dirty="0" smtClean="0"/>
              <a:t>产生有意义的出错信息；</a:t>
            </a:r>
            <a:endParaRPr lang="en-US" altLang="zh-CN" sz="2400" dirty="0" smtClean="0"/>
          </a:p>
          <a:p>
            <a:pPr marL="514350" indent="-514350">
              <a:buFont typeface="+mj-ea"/>
              <a:buAutoNum type="circleNumDbPlain"/>
            </a:pPr>
            <a:r>
              <a:rPr lang="zh-CN" altLang="en-US" sz="2400" dirty="0" smtClean="0"/>
              <a:t>使用大小写、缩进和文本分组以帮助理解；</a:t>
            </a:r>
            <a:endParaRPr lang="en-US" altLang="zh-CN" sz="2400" dirty="0" smtClean="0"/>
          </a:p>
          <a:p>
            <a:pPr marL="514350" indent="-514350">
              <a:buFont typeface="+mj-ea"/>
              <a:buAutoNum type="circleNumDbPlain"/>
            </a:pPr>
            <a:r>
              <a:rPr lang="zh-CN" altLang="en-US" sz="2400" dirty="0" smtClean="0"/>
              <a:t>使用窗口分割不用类型的信息；</a:t>
            </a:r>
            <a:endParaRPr lang="en-US" altLang="zh-CN" sz="2400" dirty="0" smtClean="0"/>
          </a:p>
          <a:p>
            <a:pPr marL="514350" indent="-514350">
              <a:buFont typeface="+mj-ea"/>
              <a:buAutoNum type="circleNumDbPlain"/>
            </a:pPr>
            <a:r>
              <a:rPr lang="zh-CN" altLang="en-US" sz="2400" dirty="0" smtClean="0"/>
              <a:t>使用模拟或直观的方式表示信息；</a:t>
            </a:r>
            <a:endParaRPr lang="en-US" altLang="zh-CN" sz="2400" dirty="0" smtClean="0"/>
          </a:p>
          <a:p>
            <a:pPr marL="514350" indent="-514350">
              <a:buFont typeface="+mj-ea"/>
              <a:buAutoNum type="circleNumDbPlain"/>
            </a:pPr>
            <a:r>
              <a:rPr lang="zh-CN" altLang="en-US" sz="2400" dirty="0" smtClean="0"/>
              <a:t>高效率的使用显示屏（多窗口时，如何显示得更好？）。</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F7D2D919-3EB9-4DC9-85D1-5723AED951AC}"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c) </a:t>
            </a:r>
            <a:r>
              <a:rPr lang="zh-CN" altLang="en-US" dirty="0" smtClean="0"/>
              <a:t>数据输入指南</a:t>
            </a:r>
            <a:endParaRPr lang="zh-CN" altLang="en-US" dirty="0"/>
          </a:p>
        </p:txBody>
      </p:sp>
      <p:sp>
        <p:nvSpPr>
          <p:cNvPr id="3" name="内容占位符 2"/>
          <p:cNvSpPr>
            <a:spLocks noGrp="1"/>
          </p:cNvSpPr>
          <p:nvPr>
            <p:ph idx="1"/>
          </p:nvPr>
        </p:nvSpPr>
        <p:spPr>
          <a:xfrm>
            <a:off x="457200" y="1484784"/>
            <a:ext cx="8229600" cy="4641379"/>
          </a:xfrm>
        </p:spPr>
        <p:txBody>
          <a:bodyPr/>
          <a:lstStyle/>
          <a:p>
            <a:pPr marL="514350" indent="-514350">
              <a:buFont typeface="+mj-ea"/>
              <a:buAutoNum type="circleNumDbPlain"/>
            </a:pPr>
            <a:r>
              <a:rPr lang="zh-CN" altLang="en-US" sz="2400" dirty="0" smtClean="0"/>
              <a:t>尽量减少用户的输入动作；</a:t>
            </a:r>
            <a:endParaRPr lang="en-US" altLang="zh-CN" sz="2400" dirty="0" smtClean="0"/>
          </a:p>
          <a:p>
            <a:pPr marL="514350" indent="-514350">
              <a:buFont typeface="+mj-ea"/>
              <a:buAutoNum type="circleNumDbPlain"/>
            </a:pPr>
            <a:r>
              <a:rPr lang="zh-CN" altLang="en-US" sz="2400" dirty="0" smtClean="0"/>
              <a:t>保持信息显示和数据输入的一致性；</a:t>
            </a:r>
            <a:endParaRPr lang="en-US" altLang="zh-CN" sz="2400" dirty="0" smtClean="0"/>
          </a:p>
          <a:p>
            <a:pPr marL="514350" indent="-514350">
              <a:buFont typeface="+mj-ea"/>
              <a:buAutoNum type="circleNumDbPlain"/>
            </a:pPr>
            <a:r>
              <a:rPr lang="zh-CN" altLang="en-US" sz="2400" dirty="0" smtClean="0"/>
              <a:t>允许用户自定义输入；</a:t>
            </a:r>
            <a:endParaRPr lang="en-US" altLang="zh-CN" sz="2400" dirty="0" smtClean="0"/>
          </a:p>
          <a:p>
            <a:pPr marL="514350" indent="-514350">
              <a:buFont typeface="+mj-ea"/>
              <a:buAutoNum type="circleNumDbPlain"/>
            </a:pPr>
            <a:r>
              <a:rPr lang="zh-CN" altLang="en-US" sz="2400" dirty="0" smtClean="0"/>
              <a:t>当前动作语境中，不适用的命令不起作用；</a:t>
            </a:r>
            <a:endParaRPr lang="en-US" altLang="zh-CN" sz="2400" dirty="0" smtClean="0"/>
          </a:p>
          <a:p>
            <a:pPr marL="514350" indent="-514350">
              <a:buFont typeface="+mj-ea"/>
              <a:buAutoNum type="circleNumDbPlain"/>
            </a:pPr>
            <a:r>
              <a:rPr lang="zh-CN" altLang="en-US" sz="2400" dirty="0" smtClean="0"/>
              <a:t>让用户控制交互流，如用户能跳过不必要的动作；</a:t>
            </a:r>
            <a:endParaRPr lang="en-US" altLang="zh-CN" sz="2400" dirty="0" smtClean="0"/>
          </a:p>
          <a:p>
            <a:pPr marL="514350" indent="-514350">
              <a:buFont typeface="+mj-ea"/>
              <a:buAutoNum type="circleNumDbPlain"/>
            </a:pPr>
            <a:r>
              <a:rPr lang="zh-CN" altLang="en-US" sz="2400" dirty="0" smtClean="0"/>
              <a:t>对所有输入动作都提供帮助；</a:t>
            </a:r>
            <a:endParaRPr lang="en-US" altLang="zh-CN" sz="2400" dirty="0" smtClean="0"/>
          </a:p>
          <a:p>
            <a:pPr marL="514350" indent="-514350">
              <a:buFont typeface="+mj-ea"/>
              <a:buAutoNum type="circleNumDbPlain"/>
            </a:pPr>
            <a:r>
              <a:rPr lang="zh-CN" altLang="en-US" sz="2400" dirty="0" smtClean="0"/>
              <a:t>消除冗余的输入。</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83562C0E-94E7-435C-A8C6-958B3FC21B93}"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6.4 </a:t>
            </a:r>
            <a:r>
              <a:rPr lang="zh-CN" altLang="en-US" dirty="0" smtClean="0"/>
              <a:t>过程设计的工具</a:t>
            </a:r>
            <a:endParaRPr lang="zh-CN" altLang="en-US" dirty="0"/>
          </a:p>
        </p:txBody>
      </p:sp>
      <p:sp>
        <p:nvSpPr>
          <p:cNvPr id="3" name="内容占位符 2"/>
          <p:cNvSpPr>
            <a:spLocks noGrp="1"/>
          </p:cNvSpPr>
          <p:nvPr>
            <p:ph idx="1"/>
          </p:nvPr>
        </p:nvSpPr>
        <p:spPr/>
        <p:txBody>
          <a:bodyPr>
            <a:normAutofit/>
          </a:bodyPr>
          <a:lstStyle/>
          <a:p>
            <a:r>
              <a:rPr lang="zh-CN" altLang="en-US" sz="2400" b="1" dirty="0" smtClean="0"/>
              <a:t>图形工具</a:t>
            </a:r>
            <a:endParaRPr lang="en-US" altLang="zh-CN" sz="2400" b="1" dirty="0" smtClean="0"/>
          </a:p>
          <a:p>
            <a:pPr marL="514350" indent="-514350">
              <a:buFont typeface="+mj-lt"/>
              <a:buAutoNum type="alphaLcParenR"/>
            </a:pPr>
            <a:r>
              <a:rPr lang="zh-CN" altLang="en-US" sz="2400" dirty="0" smtClean="0"/>
              <a:t>程序流程图</a:t>
            </a:r>
            <a:endParaRPr lang="en-US" altLang="zh-CN" sz="2400" dirty="0" smtClean="0"/>
          </a:p>
          <a:p>
            <a:pPr marL="514350" indent="-514350">
              <a:buFont typeface="+mj-lt"/>
              <a:buAutoNum type="alphaLcParenR"/>
            </a:pPr>
            <a:r>
              <a:rPr lang="zh-CN" altLang="en-US" sz="2400" dirty="0"/>
              <a:t>盒</a:t>
            </a:r>
            <a:r>
              <a:rPr lang="zh-CN" altLang="en-US" sz="2400" dirty="0" smtClean="0"/>
              <a:t>图</a:t>
            </a:r>
            <a:endParaRPr lang="en-US" altLang="zh-CN" sz="2400" dirty="0" smtClean="0"/>
          </a:p>
          <a:p>
            <a:pPr marL="514350" indent="-514350">
              <a:buFont typeface="+mj-lt"/>
              <a:buAutoNum type="alphaLcParenR"/>
            </a:pPr>
            <a:r>
              <a:rPr lang="zh-CN" altLang="en-US" sz="2400" dirty="0" smtClean="0"/>
              <a:t>问题分析图</a:t>
            </a:r>
            <a:endParaRPr lang="en-US" altLang="zh-CN" sz="2400" dirty="0" smtClean="0"/>
          </a:p>
          <a:p>
            <a:r>
              <a:rPr lang="zh-CN" altLang="en-US" sz="2400" b="1" dirty="0" smtClean="0"/>
              <a:t>表格工具</a:t>
            </a:r>
            <a:endParaRPr lang="en-US" altLang="zh-CN" sz="2400" b="1" dirty="0" smtClean="0"/>
          </a:p>
          <a:p>
            <a:pPr marL="457200" indent="-457200">
              <a:buFont typeface="+mj-lt"/>
              <a:buAutoNum type="alphaLcParenR"/>
            </a:pPr>
            <a:r>
              <a:rPr lang="zh-CN" altLang="en-US" sz="2400" dirty="0"/>
              <a:t>判定</a:t>
            </a:r>
            <a:r>
              <a:rPr lang="zh-CN" altLang="en-US" sz="2400" dirty="0" smtClean="0"/>
              <a:t>表</a:t>
            </a:r>
            <a:endParaRPr lang="en-US" altLang="zh-CN" sz="2400" dirty="0" smtClean="0"/>
          </a:p>
          <a:p>
            <a:pPr marL="457200" indent="-457200">
              <a:buFont typeface="+mj-lt"/>
              <a:buAutoNum type="alphaLcParenR"/>
            </a:pPr>
            <a:r>
              <a:rPr lang="zh-CN" altLang="en-US" sz="2400" dirty="0" smtClean="0"/>
              <a:t>判定树</a:t>
            </a:r>
            <a:endParaRPr lang="en-US" altLang="zh-CN" sz="2400" dirty="0" smtClean="0"/>
          </a:p>
          <a:p>
            <a:r>
              <a:rPr lang="zh-CN" altLang="en-US" sz="2400" b="1" dirty="0" smtClean="0"/>
              <a:t>语言工具</a:t>
            </a:r>
            <a:endParaRPr lang="en-US" altLang="zh-CN" sz="2400" b="1" dirty="0" smtClean="0"/>
          </a:p>
          <a:p>
            <a:pPr marL="457200" indent="-457200">
              <a:buFont typeface="+mj-lt"/>
              <a:buAutoNum type="alphaLcParenR"/>
            </a:pPr>
            <a:r>
              <a:rPr lang="zh-CN" altLang="en-US" sz="2400" dirty="0" smtClean="0"/>
              <a:t>过程设计语言</a:t>
            </a:r>
            <a:endParaRPr lang="en-US" altLang="zh-CN" sz="24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3C20FC5E-0C29-462B-9CE1-EEAAABFEB0B8}"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6.4.1</a:t>
            </a:r>
            <a:r>
              <a:rPr lang="zh-CN" altLang="en-US" dirty="0" smtClean="0"/>
              <a:t> 程序流程图</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sz="2400" u="sng" dirty="0" smtClean="0"/>
              <a:t>又称</a:t>
            </a:r>
            <a:r>
              <a:rPr lang="zh-CN" altLang="en-US" sz="2400" u="sng" dirty="0" smtClean="0">
                <a:solidFill>
                  <a:srgbClr val="0000FF"/>
                </a:solidFill>
              </a:rPr>
              <a:t>程序框图</a:t>
            </a:r>
            <a:r>
              <a:rPr lang="zh-CN" altLang="en-US" sz="2400" u="sng" dirty="0" smtClean="0"/>
              <a:t>，是历史最悠久、使用最广泛的描述程序逻辑的工具。</a:t>
            </a:r>
            <a:endParaRPr lang="en-US" altLang="zh-CN" sz="2400" dirty="0" smtClean="0"/>
          </a:p>
          <a:p>
            <a:pPr marL="0" indent="0">
              <a:buNone/>
            </a:pPr>
            <a:endParaRPr lang="en-US" altLang="zh-CN" sz="2400" dirty="0" smtClean="0"/>
          </a:p>
          <a:p>
            <a:r>
              <a:rPr lang="zh-CN" altLang="en-US" sz="2400" dirty="0" smtClean="0"/>
              <a:t>优点：对于控制流程的描绘很直观，便于初学者掌握。</a:t>
            </a:r>
            <a:endParaRPr lang="en-US" altLang="zh-CN" sz="2400" dirty="0" smtClean="0"/>
          </a:p>
          <a:p>
            <a:endParaRPr lang="en-US" altLang="zh-CN" sz="2400" dirty="0"/>
          </a:p>
          <a:p>
            <a:r>
              <a:rPr lang="zh-CN" altLang="en-US" sz="2400" dirty="0"/>
              <a:t>缺点：</a:t>
            </a:r>
            <a:endParaRPr lang="en-US" altLang="zh-CN" sz="2400" dirty="0"/>
          </a:p>
          <a:p>
            <a:pPr marL="457200" indent="-457200">
              <a:buFont typeface="+mj-lt"/>
              <a:buAutoNum type="alphaLcParenR"/>
            </a:pPr>
            <a:r>
              <a:rPr lang="zh-CN" altLang="en-US" sz="2400" dirty="0"/>
              <a:t>反映的是最后的结果，不易反映逐步求精的</a:t>
            </a:r>
            <a:r>
              <a:rPr lang="zh-CN" altLang="en-US" sz="2400" dirty="0" smtClean="0"/>
              <a:t>过程 （</a:t>
            </a:r>
            <a:r>
              <a:rPr lang="zh-CN" altLang="en-US" sz="2400" dirty="0" smtClean="0">
                <a:solidFill>
                  <a:srgbClr val="0000FF"/>
                </a:solidFill>
              </a:rPr>
              <a:t>不像数据流图那样逐级分解</a:t>
            </a:r>
            <a:r>
              <a:rPr lang="zh-CN" altLang="en-US" sz="2400" dirty="0" smtClean="0"/>
              <a:t>）；</a:t>
            </a:r>
            <a:endParaRPr lang="en-US" altLang="zh-CN" sz="2400" dirty="0"/>
          </a:p>
          <a:p>
            <a:pPr marL="457200" indent="-457200">
              <a:buFont typeface="+mj-lt"/>
              <a:buAutoNum type="alphaLcParenR"/>
            </a:pPr>
            <a:r>
              <a:rPr lang="zh-CN" altLang="en-US" sz="2400" dirty="0"/>
              <a:t>可以随心所欲的控制图中的箭头（控制流），容易造成非结构化的程序结构 ；</a:t>
            </a:r>
            <a:endParaRPr lang="en-US" altLang="zh-CN" sz="2400" dirty="0"/>
          </a:p>
          <a:p>
            <a:pPr marL="457200" indent="-457200">
              <a:buFont typeface="+mj-lt"/>
              <a:buAutoNum type="alphaLcParenR"/>
            </a:pPr>
            <a:r>
              <a:rPr lang="zh-CN" altLang="en-US" sz="2400" dirty="0"/>
              <a:t>不易表示数据结构。</a:t>
            </a:r>
            <a:endParaRPr lang="en-US" altLang="zh-CN" sz="2400" dirty="0"/>
          </a:p>
          <a:p>
            <a:pPr marL="0" indent="0">
              <a:buNone/>
            </a:pPr>
            <a:endParaRPr lang="en-US" altLang="zh-CN" sz="2400" dirty="0"/>
          </a:p>
          <a:p>
            <a:r>
              <a:rPr lang="zh-CN" altLang="en-US" sz="2400" dirty="0">
                <a:solidFill>
                  <a:srgbClr val="FF0000"/>
                </a:solidFill>
              </a:rPr>
              <a:t>趋势：越来越少或停止使用</a:t>
            </a:r>
            <a:endParaRPr lang="en-US" altLang="zh-CN" sz="2400" dirty="0">
              <a:solidFill>
                <a:srgbClr val="FF0000"/>
              </a:solidFill>
            </a:endParaRPr>
          </a:p>
          <a:p>
            <a:endParaRPr lang="en-US" altLang="zh-CN" sz="2400" dirty="0" smtClean="0"/>
          </a:p>
          <a:p>
            <a:pPr marL="0" indent="0">
              <a:buNone/>
            </a:pPr>
            <a:endParaRPr lang="en-US" altLang="zh-CN" sz="24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E9B02B45-3023-4FEE-8393-FF446E40D79B}"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75656" y="3140968"/>
            <a:ext cx="2818656" cy="3057203"/>
          </a:xfrm>
        </p:spPr>
        <p:txBody>
          <a:bodyPr>
            <a:normAutofit fontScale="92500" lnSpcReduction="10000"/>
          </a:bodyPr>
          <a:lstStyle/>
          <a:p>
            <a:pPr marL="0" indent="0">
              <a:buNone/>
            </a:pPr>
            <a:r>
              <a:rPr lang="zh-CN" altLang="en-US" sz="2400" dirty="0" smtClean="0">
                <a:solidFill>
                  <a:srgbClr val="0000FF"/>
                </a:solidFill>
              </a:rPr>
              <a:t>（</a:t>
            </a:r>
            <a:r>
              <a:rPr lang="en-US" altLang="zh-CN" sz="2400" dirty="0" smtClean="0">
                <a:solidFill>
                  <a:srgbClr val="0000FF"/>
                </a:solidFill>
              </a:rPr>
              <a:t>a</a:t>
            </a:r>
            <a:r>
              <a:rPr lang="zh-CN" altLang="en-US" sz="2400" dirty="0" smtClean="0">
                <a:solidFill>
                  <a:srgbClr val="0000FF"/>
                </a:solidFill>
              </a:rPr>
              <a:t>）</a:t>
            </a:r>
            <a:r>
              <a:rPr lang="zh-CN" altLang="en-US" sz="2400" b="1" dirty="0" smtClean="0">
                <a:solidFill>
                  <a:srgbClr val="0000FF"/>
                </a:solidFill>
              </a:rPr>
              <a:t>选择分支</a:t>
            </a:r>
            <a:endParaRPr lang="en-US" altLang="zh-CN" sz="2400" b="1" dirty="0" smtClean="0">
              <a:solidFill>
                <a:srgbClr val="0000FF"/>
              </a:solidFill>
            </a:endParaRPr>
          </a:p>
          <a:p>
            <a:pPr marL="0" indent="0">
              <a:buNone/>
            </a:pPr>
            <a:r>
              <a:rPr lang="zh-CN" altLang="en-US" sz="2400" dirty="0" smtClean="0"/>
              <a:t>（</a:t>
            </a:r>
            <a:r>
              <a:rPr lang="en-US" altLang="zh-CN" sz="2400" dirty="0" smtClean="0"/>
              <a:t>b</a:t>
            </a:r>
            <a:r>
              <a:rPr lang="zh-CN" altLang="en-US" sz="2400" dirty="0" smtClean="0"/>
              <a:t>）注释</a:t>
            </a:r>
            <a:endParaRPr lang="en-US" altLang="zh-CN" sz="2400" dirty="0" smtClean="0"/>
          </a:p>
          <a:p>
            <a:pPr marL="0" indent="0">
              <a:buNone/>
            </a:pPr>
            <a:r>
              <a:rPr lang="zh-CN" altLang="en-US" sz="2400" dirty="0" smtClean="0"/>
              <a:t>（</a:t>
            </a:r>
            <a:r>
              <a:rPr lang="en-US" altLang="zh-CN" sz="2400" dirty="0" smtClean="0"/>
              <a:t>c</a:t>
            </a:r>
            <a:r>
              <a:rPr lang="zh-CN" altLang="en-US" sz="2400" dirty="0" smtClean="0"/>
              <a:t>）预先定义的处理</a:t>
            </a:r>
            <a:endParaRPr lang="en-US" altLang="zh-CN" sz="2400" dirty="0" smtClean="0"/>
          </a:p>
          <a:p>
            <a:pPr marL="0" indent="0">
              <a:buNone/>
            </a:pPr>
            <a:r>
              <a:rPr lang="zh-CN" altLang="en-US" sz="2400" dirty="0" smtClean="0">
                <a:solidFill>
                  <a:srgbClr val="0000FF"/>
                </a:solidFill>
              </a:rPr>
              <a:t>（</a:t>
            </a:r>
            <a:r>
              <a:rPr lang="en-US" altLang="zh-CN" sz="2400" dirty="0" smtClean="0">
                <a:solidFill>
                  <a:srgbClr val="0000FF"/>
                </a:solidFill>
              </a:rPr>
              <a:t>d</a:t>
            </a:r>
            <a:r>
              <a:rPr lang="zh-CN" altLang="en-US" sz="2400" dirty="0" smtClean="0">
                <a:solidFill>
                  <a:srgbClr val="0000FF"/>
                </a:solidFill>
              </a:rPr>
              <a:t>）</a:t>
            </a:r>
            <a:r>
              <a:rPr lang="zh-CN" altLang="en-US" sz="2400" b="1" dirty="0" smtClean="0">
                <a:solidFill>
                  <a:srgbClr val="0000FF"/>
                </a:solidFill>
              </a:rPr>
              <a:t>多分支</a:t>
            </a:r>
            <a:endParaRPr lang="en-US" altLang="zh-CN" sz="2400" b="1" dirty="0" smtClean="0">
              <a:solidFill>
                <a:srgbClr val="0000FF"/>
              </a:solidFill>
            </a:endParaRPr>
          </a:p>
          <a:p>
            <a:pPr marL="0" indent="0">
              <a:buNone/>
            </a:pPr>
            <a:r>
              <a:rPr lang="zh-CN" altLang="en-US" sz="2400" b="1" dirty="0" smtClean="0">
                <a:solidFill>
                  <a:srgbClr val="0000FF"/>
                </a:solidFill>
              </a:rPr>
              <a:t>（</a:t>
            </a:r>
            <a:r>
              <a:rPr lang="en-US" altLang="zh-CN" sz="2400" b="1" dirty="0" smtClean="0">
                <a:solidFill>
                  <a:srgbClr val="0000FF"/>
                </a:solidFill>
              </a:rPr>
              <a:t>e</a:t>
            </a:r>
            <a:r>
              <a:rPr lang="zh-CN" altLang="en-US" sz="2400" b="1" dirty="0" smtClean="0">
                <a:solidFill>
                  <a:srgbClr val="0000FF"/>
                </a:solidFill>
              </a:rPr>
              <a:t>）开始或停止</a:t>
            </a:r>
            <a:endParaRPr lang="en-US" altLang="zh-CN" sz="2400" b="1" dirty="0" smtClean="0">
              <a:solidFill>
                <a:srgbClr val="0000FF"/>
              </a:solidFill>
            </a:endParaRPr>
          </a:p>
          <a:p>
            <a:pPr marL="0" indent="0">
              <a:buNone/>
            </a:pPr>
            <a:r>
              <a:rPr lang="zh-CN" altLang="en-US" sz="2400" dirty="0" smtClean="0"/>
              <a:t>（</a:t>
            </a:r>
            <a:r>
              <a:rPr lang="en-US" altLang="zh-CN" sz="2400" dirty="0" smtClean="0"/>
              <a:t>f</a:t>
            </a:r>
            <a:r>
              <a:rPr lang="zh-CN" altLang="en-US" sz="2400" dirty="0" smtClean="0"/>
              <a:t>）准备</a:t>
            </a:r>
            <a:endParaRPr lang="en-US" altLang="zh-CN" sz="2400" dirty="0" smtClean="0"/>
          </a:p>
          <a:p>
            <a:pPr marL="0" indent="0">
              <a:buNone/>
            </a:pPr>
            <a:r>
              <a:rPr lang="zh-CN" altLang="en-US" sz="2400" b="1" dirty="0" smtClean="0">
                <a:solidFill>
                  <a:schemeClr val="tx1"/>
                </a:solidFill>
              </a:rPr>
              <a:t>（</a:t>
            </a:r>
            <a:r>
              <a:rPr lang="en-US" altLang="zh-CN" sz="2400" b="1" dirty="0" smtClean="0">
                <a:solidFill>
                  <a:schemeClr val="tx1"/>
                </a:solidFill>
              </a:rPr>
              <a:t>g</a:t>
            </a:r>
            <a:r>
              <a:rPr lang="zh-CN" altLang="en-US" sz="2400" b="1" dirty="0" smtClean="0">
                <a:solidFill>
                  <a:schemeClr val="tx1"/>
                </a:solidFill>
              </a:rPr>
              <a:t>）循环上界限</a:t>
            </a:r>
            <a:endParaRPr lang="en-US" altLang="zh-CN" sz="2400" b="1" dirty="0" smtClean="0">
              <a:solidFill>
                <a:schemeClr val="tx1"/>
              </a:solidFill>
            </a:endParaRPr>
          </a:p>
          <a:p>
            <a:pPr marL="0" indent="0">
              <a:buNone/>
            </a:pPr>
            <a:r>
              <a:rPr lang="zh-CN" altLang="en-US" sz="2400" b="1" dirty="0" smtClean="0">
                <a:solidFill>
                  <a:schemeClr val="tx1"/>
                </a:solidFill>
              </a:rPr>
              <a:t>（</a:t>
            </a:r>
            <a:r>
              <a:rPr lang="en-US" altLang="zh-CN" sz="2400" b="1" dirty="0" smtClean="0">
                <a:solidFill>
                  <a:schemeClr val="tx1"/>
                </a:solidFill>
              </a:rPr>
              <a:t>h</a:t>
            </a:r>
            <a:r>
              <a:rPr lang="zh-CN" altLang="en-US" sz="2400" b="1" dirty="0" smtClean="0">
                <a:solidFill>
                  <a:schemeClr val="tx1"/>
                </a:solidFill>
              </a:rPr>
              <a:t>）循环下界限</a:t>
            </a:r>
            <a:endParaRPr lang="en-US" altLang="zh-CN" sz="2400" b="1" dirty="0">
              <a:solidFill>
                <a:schemeClr val="tx1"/>
              </a:solidFill>
            </a:endParaRPr>
          </a:p>
          <a:p>
            <a:pPr marL="0" indent="0">
              <a:buNone/>
            </a:pPr>
            <a:endParaRPr lang="en-US" altLang="zh-CN" sz="2400" dirty="0" smtClean="0"/>
          </a:p>
          <a:p>
            <a:pPr marL="0" indent="0">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03040" y="261121"/>
            <a:ext cx="6624736" cy="2772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内容占位符 2"/>
          <p:cNvSpPr txBox="1"/>
          <p:nvPr/>
        </p:nvSpPr>
        <p:spPr>
          <a:xfrm>
            <a:off x="4895925" y="3053344"/>
            <a:ext cx="2420825" cy="305720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dirty="0" smtClean="0"/>
              <a:t>（</a:t>
            </a:r>
            <a:r>
              <a:rPr lang="en-US" altLang="zh-CN" sz="2400" dirty="0" err="1" smtClean="0"/>
              <a:t>i</a:t>
            </a:r>
            <a:r>
              <a:rPr lang="zh-CN" altLang="en-US" sz="2400" dirty="0" smtClean="0"/>
              <a:t>）虚线</a:t>
            </a:r>
            <a:endParaRPr lang="en-US" altLang="zh-CN" sz="2400" dirty="0" smtClean="0"/>
          </a:p>
          <a:p>
            <a:pPr marL="0" indent="0">
              <a:buFont typeface="Arial" panose="020B0604020202020204" pitchFamily="34" charset="0"/>
              <a:buNone/>
            </a:pPr>
            <a:r>
              <a:rPr lang="zh-CN" altLang="en-US" sz="2400" dirty="0" smtClean="0"/>
              <a:t>（</a:t>
            </a:r>
            <a:r>
              <a:rPr lang="en-US" altLang="zh-CN" sz="2400" dirty="0" smtClean="0"/>
              <a:t>j</a:t>
            </a:r>
            <a:r>
              <a:rPr lang="zh-CN" altLang="en-US" sz="2400" dirty="0" smtClean="0"/>
              <a:t>）省略符</a:t>
            </a:r>
            <a:endParaRPr lang="en-US" altLang="zh-CN" sz="2400" dirty="0" smtClean="0"/>
          </a:p>
          <a:p>
            <a:pPr marL="0" indent="0">
              <a:buFont typeface="Arial" panose="020B0604020202020204" pitchFamily="34" charset="0"/>
              <a:buNone/>
            </a:pPr>
            <a:r>
              <a:rPr lang="zh-CN" altLang="en-US" sz="2400" dirty="0" smtClean="0"/>
              <a:t>（</a:t>
            </a:r>
            <a:r>
              <a:rPr lang="en-US" altLang="zh-CN" sz="2400" dirty="0" smtClean="0"/>
              <a:t>k</a:t>
            </a:r>
            <a:r>
              <a:rPr lang="zh-CN" altLang="en-US" sz="2400" dirty="0" smtClean="0"/>
              <a:t>）并行方式</a:t>
            </a:r>
            <a:endParaRPr lang="en-US" altLang="zh-CN" sz="2400" dirty="0" smtClean="0"/>
          </a:p>
          <a:p>
            <a:pPr marL="0" indent="0">
              <a:buFont typeface="Arial" panose="020B0604020202020204" pitchFamily="34" charset="0"/>
              <a:buNone/>
            </a:pPr>
            <a:r>
              <a:rPr lang="zh-CN" altLang="en-US" sz="2400" b="1" dirty="0" smtClean="0">
                <a:solidFill>
                  <a:srgbClr val="0000FF"/>
                </a:solidFill>
              </a:rPr>
              <a:t>（</a:t>
            </a:r>
            <a:r>
              <a:rPr lang="en-US" altLang="zh-CN" sz="2400" b="1" dirty="0" smtClean="0">
                <a:solidFill>
                  <a:srgbClr val="0000FF"/>
                </a:solidFill>
              </a:rPr>
              <a:t>l</a:t>
            </a:r>
            <a:r>
              <a:rPr lang="zh-CN" altLang="en-US" sz="2400" b="1" dirty="0" smtClean="0">
                <a:solidFill>
                  <a:srgbClr val="0000FF"/>
                </a:solidFill>
              </a:rPr>
              <a:t>） 处理</a:t>
            </a:r>
            <a:endParaRPr lang="en-US" altLang="zh-CN" sz="2400" b="1" dirty="0" smtClean="0">
              <a:solidFill>
                <a:srgbClr val="0000FF"/>
              </a:solidFill>
            </a:endParaRPr>
          </a:p>
          <a:p>
            <a:pPr marL="0" indent="0">
              <a:buFont typeface="Arial" panose="020B0604020202020204" pitchFamily="34" charset="0"/>
              <a:buNone/>
            </a:pPr>
            <a:r>
              <a:rPr lang="zh-CN" altLang="en-US" sz="2400" b="1" dirty="0" smtClean="0">
                <a:solidFill>
                  <a:srgbClr val="0000FF"/>
                </a:solidFill>
              </a:rPr>
              <a:t>（</a:t>
            </a:r>
            <a:r>
              <a:rPr lang="en-US" altLang="zh-CN" sz="2400" b="1" dirty="0" smtClean="0">
                <a:solidFill>
                  <a:srgbClr val="0000FF"/>
                </a:solidFill>
              </a:rPr>
              <a:t>m</a:t>
            </a:r>
            <a:r>
              <a:rPr lang="zh-CN" altLang="en-US" sz="2400" b="1" dirty="0" smtClean="0">
                <a:solidFill>
                  <a:srgbClr val="0000FF"/>
                </a:solidFill>
              </a:rPr>
              <a:t>）输入输出</a:t>
            </a:r>
            <a:endParaRPr lang="en-US" altLang="zh-CN" sz="2400" b="1" dirty="0" smtClean="0">
              <a:solidFill>
                <a:srgbClr val="0000FF"/>
              </a:solidFill>
            </a:endParaRPr>
          </a:p>
          <a:p>
            <a:pPr marL="0" indent="0">
              <a:buFont typeface="Arial" panose="020B0604020202020204" pitchFamily="34" charset="0"/>
              <a:buNone/>
            </a:pPr>
            <a:r>
              <a:rPr lang="zh-CN" altLang="en-US" sz="2400" dirty="0" smtClean="0"/>
              <a:t>（</a:t>
            </a:r>
            <a:r>
              <a:rPr lang="en-US" altLang="zh-CN" sz="2400" dirty="0" smtClean="0"/>
              <a:t>n</a:t>
            </a:r>
            <a:r>
              <a:rPr lang="zh-CN" altLang="en-US" sz="2400" dirty="0" smtClean="0"/>
              <a:t>）连接</a:t>
            </a:r>
            <a:endParaRPr lang="en-US" altLang="zh-CN" sz="2400" dirty="0" smtClean="0"/>
          </a:p>
          <a:p>
            <a:pPr marL="0" indent="0">
              <a:buFont typeface="Arial" panose="020B0604020202020204" pitchFamily="34" charset="0"/>
              <a:buNone/>
            </a:pPr>
            <a:r>
              <a:rPr lang="zh-CN" altLang="en-US" sz="2400" dirty="0" smtClean="0"/>
              <a:t>（</a:t>
            </a:r>
            <a:r>
              <a:rPr lang="en-US" altLang="zh-CN" sz="2400" dirty="0" smtClean="0"/>
              <a:t>o</a:t>
            </a:r>
            <a:r>
              <a:rPr lang="zh-CN" altLang="en-US" sz="2400" dirty="0" smtClean="0"/>
              <a:t>）换页连接</a:t>
            </a:r>
            <a:endParaRPr lang="en-US" altLang="zh-CN" sz="2400" dirty="0" smtClean="0"/>
          </a:p>
          <a:p>
            <a:pPr marL="0" indent="0">
              <a:buFont typeface="Arial" panose="020B0604020202020204" pitchFamily="34" charset="0"/>
              <a:buNone/>
            </a:pPr>
            <a:r>
              <a:rPr lang="zh-CN" altLang="en-US" sz="2400" b="1" dirty="0" smtClean="0">
                <a:solidFill>
                  <a:srgbClr val="0000FF"/>
                </a:solidFill>
              </a:rPr>
              <a:t>（</a:t>
            </a:r>
            <a:r>
              <a:rPr lang="en-US" altLang="zh-CN" sz="2400" b="1" dirty="0">
                <a:solidFill>
                  <a:srgbClr val="0000FF"/>
                </a:solidFill>
              </a:rPr>
              <a:t>p</a:t>
            </a:r>
            <a:r>
              <a:rPr lang="zh-CN" altLang="en-US" sz="2400" b="1" dirty="0" smtClean="0">
                <a:solidFill>
                  <a:srgbClr val="0000FF"/>
                </a:solidFill>
              </a:rPr>
              <a:t>）控制流</a:t>
            </a:r>
            <a:endParaRPr lang="en-US" altLang="zh-CN" sz="2400" b="1" dirty="0" smtClean="0">
              <a:solidFill>
                <a:srgbClr val="0000FF"/>
              </a:solidFill>
            </a:endParaRPr>
          </a:p>
          <a:p>
            <a:pPr marL="0" indent="0">
              <a:buFont typeface="Arial" panose="020B0604020202020204" pitchFamily="34" charset="0"/>
              <a:buNone/>
            </a:pPr>
            <a:endParaRPr lang="zh-CN" altLang="en-US" dirty="0"/>
          </a:p>
        </p:txBody>
      </p:sp>
      <p:sp>
        <p:nvSpPr>
          <p:cNvPr id="2" name="日期占位符 1"/>
          <p:cNvSpPr>
            <a:spLocks noGrp="1"/>
          </p:cNvSpPr>
          <p:nvPr>
            <p:ph type="dt" sz="half" idx="10"/>
          </p:nvPr>
        </p:nvSpPr>
        <p:spPr/>
        <p:txBody>
          <a:bodyPr/>
          <a:lstStyle/>
          <a:p>
            <a:fld id="{5609E555-04E4-42A4-89BF-497B1C8BC90D}"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程序流程图的例子</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1196752"/>
            <a:ext cx="1872207" cy="5376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340768"/>
            <a:ext cx="2943225"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6.4.2 </a:t>
            </a:r>
            <a:r>
              <a:rPr lang="zh-CN" altLang="en-US" dirty="0" smtClean="0"/>
              <a:t>盒图 （</a:t>
            </a:r>
            <a:r>
              <a:rPr lang="en-US" altLang="zh-CN" dirty="0" smtClean="0">
                <a:solidFill>
                  <a:srgbClr val="0000FF"/>
                </a:solidFill>
              </a:rPr>
              <a:t>N-S</a:t>
            </a:r>
            <a:r>
              <a:rPr lang="zh-CN" altLang="en-US" dirty="0" smtClean="0"/>
              <a:t>图）</a:t>
            </a:r>
            <a:endParaRPr lang="zh-CN" altLang="en-US" dirty="0"/>
          </a:p>
        </p:txBody>
      </p:sp>
      <p:sp>
        <p:nvSpPr>
          <p:cNvPr id="3" name="内容占位符 2"/>
          <p:cNvSpPr>
            <a:spLocks noGrp="1"/>
          </p:cNvSpPr>
          <p:nvPr>
            <p:ph idx="1"/>
          </p:nvPr>
        </p:nvSpPr>
        <p:spPr>
          <a:xfrm>
            <a:off x="457200" y="1628800"/>
            <a:ext cx="8507288" cy="4497363"/>
          </a:xfrm>
        </p:spPr>
        <p:txBody>
          <a:bodyPr>
            <a:normAutofit/>
          </a:bodyPr>
          <a:lstStyle/>
          <a:p>
            <a:r>
              <a:rPr lang="zh-CN" altLang="en-US" sz="2800" dirty="0" smtClean="0"/>
              <a:t>背景</a:t>
            </a:r>
            <a:r>
              <a:rPr lang="en-US" altLang="zh-CN" sz="2800" dirty="0" smtClean="0"/>
              <a:t>: </a:t>
            </a:r>
            <a:r>
              <a:rPr lang="zh-CN" altLang="en-US" sz="2800" dirty="0" smtClean="0"/>
              <a:t>要有一种</a:t>
            </a:r>
            <a:r>
              <a:rPr lang="zh-CN" altLang="en-US" sz="2800" dirty="0" smtClean="0">
                <a:solidFill>
                  <a:srgbClr val="0000FF"/>
                </a:solidFill>
              </a:rPr>
              <a:t>不违背结构程序设计精神</a:t>
            </a:r>
            <a:r>
              <a:rPr lang="zh-CN" altLang="en-US" sz="2800" dirty="0" smtClean="0"/>
              <a:t>的图形工具。</a:t>
            </a:r>
            <a:endParaRPr lang="en-US" altLang="zh-CN" sz="2800" dirty="0" smtClean="0"/>
          </a:p>
          <a:p>
            <a:r>
              <a:rPr lang="en-US" altLang="zh-CN" sz="2800" dirty="0" err="1" smtClean="0">
                <a:solidFill>
                  <a:srgbClr val="0000FF"/>
                </a:solidFill>
              </a:rPr>
              <a:t>N</a:t>
            </a:r>
            <a:r>
              <a:rPr lang="en-US" altLang="zh-CN" sz="2800" dirty="0" err="1" smtClean="0"/>
              <a:t>assi</a:t>
            </a:r>
            <a:r>
              <a:rPr lang="zh-CN" altLang="en-US" sz="2800" dirty="0" smtClean="0"/>
              <a:t>和</a:t>
            </a:r>
            <a:r>
              <a:rPr lang="en-US" altLang="zh-CN" sz="2800" dirty="0" err="1" smtClean="0">
                <a:solidFill>
                  <a:srgbClr val="0000FF"/>
                </a:solidFill>
              </a:rPr>
              <a:t>S</a:t>
            </a:r>
            <a:r>
              <a:rPr lang="en-US" altLang="zh-CN" sz="2800" dirty="0" err="1" smtClean="0"/>
              <a:t>hneiderman</a:t>
            </a:r>
            <a:r>
              <a:rPr lang="zh-CN" altLang="en-US" sz="2800" dirty="0" smtClean="0"/>
              <a:t>于</a:t>
            </a:r>
            <a:r>
              <a:rPr lang="en-US" altLang="zh-CN" sz="2800" dirty="0" smtClean="0"/>
              <a:t>1973</a:t>
            </a:r>
            <a:r>
              <a:rPr lang="zh-CN" altLang="en-US" sz="2800" dirty="0" smtClean="0"/>
              <a:t>年提出用盒图代替程序流程图，简称</a:t>
            </a:r>
            <a:r>
              <a:rPr lang="en-US" altLang="zh-CN" sz="2800" dirty="0" smtClean="0"/>
              <a:t>N-S</a:t>
            </a:r>
            <a:r>
              <a:rPr lang="zh-CN" altLang="en-US" sz="2800" dirty="0"/>
              <a:t>图</a:t>
            </a:r>
            <a:r>
              <a:rPr lang="zh-CN" altLang="en-US" sz="2800" dirty="0" smtClean="0"/>
              <a:t>。</a:t>
            </a:r>
            <a:endParaRPr lang="en-US" altLang="zh-CN" sz="2800" dirty="0" smtClean="0"/>
          </a:p>
          <a:p>
            <a:r>
              <a:rPr lang="en-US" altLang="zh-CN" sz="2800" dirty="0" smtClean="0"/>
              <a:t>Chapin</a:t>
            </a:r>
            <a:r>
              <a:rPr lang="zh-CN" altLang="en-US" sz="2800" dirty="0" smtClean="0"/>
              <a:t>与</a:t>
            </a:r>
            <a:r>
              <a:rPr lang="en-US" altLang="zh-CN" sz="2800" dirty="0" smtClean="0"/>
              <a:t>1974</a:t>
            </a:r>
            <a:r>
              <a:rPr lang="zh-CN" altLang="en-US" sz="2800" dirty="0" smtClean="0"/>
              <a:t>年对盒图做扩充，故也称为</a:t>
            </a:r>
            <a:r>
              <a:rPr lang="en-US" altLang="zh-CN" sz="2800" dirty="0" smtClean="0"/>
              <a:t>Chapin Chart.</a:t>
            </a:r>
            <a:endParaRPr lang="en-US" altLang="zh-CN" sz="2800" dirty="0" smtClean="0"/>
          </a:p>
          <a:p>
            <a:pPr marL="0" indent="0">
              <a:buNone/>
            </a:pPr>
            <a:endParaRPr lang="en-US" altLang="zh-CN" sz="24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127DD593-9AAD-4236-B7E6-725C4FFFB8BD}"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盒图的基本符号</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1628800"/>
            <a:ext cx="6944500"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A7BAE27C-1109-41BB-A597-05261F0E2DD8}"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836712"/>
          </a:xfrm>
        </p:spPr>
        <p:txBody>
          <a:bodyPr/>
          <a:lstStyle/>
          <a:p>
            <a:r>
              <a:rPr lang="en-US" altLang="zh-CN" dirty="0" smtClean="0"/>
              <a:t>Q: </a:t>
            </a:r>
            <a:r>
              <a:rPr lang="zh-CN" altLang="en-US" dirty="0"/>
              <a:t>请</a:t>
            </a:r>
            <a:r>
              <a:rPr lang="zh-CN" altLang="en-US" dirty="0" smtClean="0"/>
              <a:t>分析下面的盒图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2756" y="764704"/>
            <a:ext cx="6808490"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B6F8EC38-3467-42B1-A88A-775E65E341EF}" type="datetime11">
              <a:rPr lang="zh-CN" altLang="en-US" smtClean="0"/>
            </a:fld>
            <a:endParaRPr lang="zh-CN"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4279614"/>
            <a:ext cx="4824536" cy="25012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381400" y="5245200"/>
              <a:ext cx="3854880" cy="1530720"/>
            </p14:xfrm>
          </p:contentPart>
        </mc:Choice>
        <mc:Fallback xmlns="">
          <p:pic>
            <p:nvPicPr>
              <p:cNvPr id="5" name="墨迹 4"/>
            </p:nvPicPr>
            <p:blipFill>
              <a:blip r:embed="rId4"/>
            </p:blipFill>
            <p:spPr>
              <a:xfrm>
                <a:off x="2381400" y="5245200"/>
                <a:ext cx="3854880" cy="153072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7061400" y="4584600"/>
              <a:ext cx="1505160" cy="1092600"/>
            </p14:xfrm>
          </p:contentPart>
        </mc:Choice>
        <mc:Fallback xmlns="">
          <p:pic>
            <p:nvPicPr>
              <p:cNvPr id="7" name="墨迹 6"/>
            </p:nvPicPr>
            <p:blipFill>
              <a:blip r:embed="rId6"/>
            </p:blipFill>
            <p:spPr>
              <a:xfrm>
                <a:off x="7061400" y="4584600"/>
                <a:ext cx="1505160" cy="1092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38160" y="4121280"/>
              <a:ext cx="9842760" cy="228960"/>
            </p14:xfrm>
          </p:contentPart>
        </mc:Choice>
        <mc:Fallback xmlns="">
          <p:pic>
            <p:nvPicPr>
              <p:cNvPr id="8" name="墨迹 7"/>
            </p:nvPicPr>
            <p:blipFill>
              <a:blip r:embed="rId8"/>
            </p:blipFill>
            <p:spPr>
              <a:xfrm>
                <a:off x="38160" y="4121280"/>
                <a:ext cx="9842760" cy="2289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盒</a:t>
            </a:r>
            <a:r>
              <a:rPr lang="zh-CN" altLang="en-US" dirty="0" smtClean="0"/>
              <a:t>图小结</a:t>
            </a:r>
            <a:endParaRPr lang="zh-CN" altLang="en-US" dirty="0"/>
          </a:p>
        </p:txBody>
      </p:sp>
      <p:sp>
        <p:nvSpPr>
          <p:cNvPr id="3" name="内容占位符 2"/>
          <p:cNvSpPr>
            <a:spLocks noGrp="1"/>
          </p:cNvSpPr>
          <p:nvPr>
            <p:ph idx="1"/>
          </p:nvPr>
        </p:nvSpPr>
        <p:spPr/>
        <p:txBody>
          <a:bodyPr/>
          <a:lstStyle/>
          <a:p>
            <a:pPr marL="0" indent="0">
              <a:buNone/>
            </a:pPr>
            <a:r>
              <a:rPr lang="zh-CN" altLang="en-US" sz="2400" dirty="0"/>
              <a:t>特点：</a:t>
            </a:r>
            <a:endParaRPr lang="en-US" altLang="zh-CN" sz="2400" dirty="0"/>
          </a:p>
          <a:p>
            <a:pPr marL="457200" indent="-457200">
              <a:buFont typeface="+mj-ea"/>
              <a:buAutoNum type="circleNumDbPlain"/>
            </a:pPr>
            <a:r>
              <a:rPr lang="zh-CN" altLang="en-US" sz="2400" dirty="0"/>
              <a:t>没有箭头，不允许转移</a:t>
            </a:r>
            <a:r>
              <a:rPr lang="zh-CN" altLang="en-US" sz="2400" dirty="0" smtClean="0"/>
              <a:t>控制</a:t>
            </a:r>
            <a:r>
              <a:rPr lang="zh-CN" altLang="en-US" sz="2400" dirty="0"/>
              <a:t>；</a:t>
            </a:r>
            <a:endParaRPr lang="en-US" altLang="zh-CN" sz="2400" dirty="0" smtClean="0"/>
          </a:p>
          <a:p>
            <a:pPr marL="457200" indent="-457200">
              <a:buFont typeface="+mj-ea"/>
              <a:buAutoNum type="circleNumDbPlain"/>
            </a:pPr>
            <a:r>
              <a:rPr lang="zh-CN" altLang="en-US" sz="2400" dirty="0" smtClean="0"/>
              <a:t>每个矩形框（</a:t>
            </a:r>
            <a:r>
              <a:rPr lang="zh-CN" altLang="en-US" sz="2400" dirty="0" smtClean="0">
                <a:solidFill>
                  <a:srgbClr val="FF0000"/>
                </a:solidFill>
              </a:rPr>
              <a:t>多分支结构中的判断条件除外</a:t>
            </a:r>
            <a:r>
              <a:rPr lang="zh-CN" altLang="en-US" sz="2400" dirty="0" smtClean="0"/>
              <a:t>）都是一个</a:t>
            </a:r>
            <a:r>
              <a:rPr lang="zh-CN" altLang="en-US" sz="2400" u="sng" dirty="0" smtClean="0"/>
              <a:t>功能域</a:t>
            </a:r>
            <a:r>
              <a:rPr lang="zh-CN" altLang="en-US" sz="2400" dirty="0" smtClean="0"/>
              <a:t>（即一个特定结构的作用域），结构清晰；</a:t>
            </a:r>
            <a:endParaRPr lang="en-US" altLang="zh-CN" sz="2400" dirty="0" smtClean="0"/>
          </a:p>
          <a:p>
            <a:pPr marL="457200" indent="-457200">
              <a:buFont typeface="+mj-ea"/>
              <a:buAutoNum type="circleNumDbPlain"/>
            </a:pPr>
            <a:r>
              <a:rPr lang="zh-CN" altLang="en-US" sz="2400" dirty="0" smtClean="0"/>
              <a:t>很容易确定局部及全程数据的</a:t>
            </a:r>
            <a:r>
              <a:rPr lang="zh-CN" altLang="en-US" sz="2400" u="sng" dirty="0" smtClean="0"/>
              <a:t>作用域</a:t>
            </a:r>
            <a:r>
              <a:rPr lang="zh-CN" altLang="en-US" sz="2400" dirty="0" smtClean="0"/>
              <a:t>；</a:t>
            </a:r>
            <a:endParaRPr lang="en-US" altLang="zh-CN" sz="2400" dirty="0"/>
          </a:p>
          <a:p>
            <a:pPr marL="457200" indent="-457200">
              <a:buFont typeface="+mj-ea"/>
              <a:buAutoNum type="circleNumDbPlain"/>
            </a:pPr>
            <a:r>
              <a:rPr lang="zh-CN" altLang="en-US" sz="2400" dirty="0" smtClean="0"/>
              <a:t>容易</a:t>
            </a:r>
            <a:r>
              <a:rPr lang="zh-CN" altLang="en-US" sz="2400" dirty="0"/>
              <a:t>表示</a:t>
            </a:r>
            <a:r>
              <a:rPr lang="zh-CN" altLang="en-US" sz="2400" u="sng" dirty="0"/>
              <a:t>嵌套</a:t>
            </a:r>
            <a:r>
              <a:rPr lang="zh-CN" altLang="en-US" sz="2400" u="sng" dirty="0" smtClean="0"/>
              <a:t>关系</a:t>
            </a:r>
            <a:r>
              <a:rPr lang="zh-CN" altLang="en-US" sz="2400" dirty="0"/>
              <a:t>以及</a:t>
            </a:r>
            <a:r>
              <a:rPr lang="zh-CN" altLang="en-US" sz="2400" dirty="0" smtClean="0"/>
              <a:t>模块</a:t>
            </a:r>
            <a:r>
              <a:rPr lang="zh-CN" altLang="en-US" sz="2400" dirty="0"/>
              <a:t>的</a:t>
            </a:r>
            <a:r>
              <a:rPr lang="zh-CN" altLang="en-US" sz="2400" u="sng" dirty="0"/>
              <a:t>层次结构</a:t>
            </a:r>
            <a:r>
              <a:rPr lang="zh-CN" altLang="en-US" sz="2400" dirty="0" smtClean="0"/>
              <a:t>。</a:t>
            </a:r>
            <a:endParaRPr lang="en-US" altLang="zh-CN" sz="2400" dirty="0" smtClean="0"/>
          </a:p>
          <a:p>
            <a:pPr marL="457200" indent="-457200">
              <a:buFont typeface="+mj-ea"/>
              <a:buAutoNum type="circleNumDbPlain"/>
            </a:pPr>
            <a:endParaRPr lang="en-US" altLang="zh-CN" sz="2400" dirty="0"/>
          </a:p>
          <a:p>
            <a:pPr marL="0" indent="0">
              <a:buNone/>
            </a:pPr>
            <a:r>
              <a:rPr lang="zh-CN" altLang="en-US" sz="2400" dirty="0" smtClean="0"/>
              <a:t>缺点：</a:t>
            </a:r>
            <a:endParaRPr lang="en-US" altLang="zh-CN" sz="2400" dirty="0" smtClean="0"/>
          </a:p>
          <a:p>
            <a:pPr marL="0" indent="0">
              <a:buNone/>
            </a:pPr>
            <a:r>
              <a:rPr lang="zh-CN" altLang="en-US" sz="2400" dirty="0" smtClean="0"/>
              <a:t>         </a:t>
            </a:r>
            <a:r>
              <a:rPr lang="zh-CN" altLang="en-US" sz="2400" dirty="0" smtClean="0">
                <a:solidFill>
                  <a:srgbClr val="FF0000"/>
                </a:solidFill>
              </a:rPr>
              <a:t>随着程序结构的层数不断增加，</a:t>
            </a:r>
            <a:r>
              <a:rPr lang="zh-CN" altLang="en-US" sz="2400" dirty="0">
                <a:solidFill>
                  <a:srgbClr val="FF0000"/>
                </a:solidFill>
              </a:rPr>
              <a:t>最里面</a:t>
            </a:r>
            <a:r>
              <a:rPr lang="zh-CN" altLang="en-US" sz="2400" dirty="0" smtClean="0">
                <a:solidFill>
                  <a:srgbClr val="FF0000"/>
                </a:solidFill>
              </a:rPr>
              <a:t>的方框将越来越小，从而增加绘图的难度，使图的清晰性受影响。</a:t>
            </a:r>
            <a:endParaRPr lang="en-US" altLang="zh-CN" sz="2400" dirty="0">
              <a:solidFill>
                <a:srgbClr val="FF0000"/>
              </a:solidFill>
            </a:endParaRPr>
          </a:p>
          <a:p>
            <a:pPr marL="0" indent="0">
              <a:buNone/>
            </a:pPr>
            <a:endParaRPr lang="en-US" altLang="zh-CN" sz="2400" dirty="0">
              <a:solidFill>
                <a:srgbClr val="FF0000"/>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04AD190C-9F82-46F9-9833-AC9B1AB8A297}"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6.4.3 PAD</a:t>
            </a:r>
            <a:r>
              <a:rPr lang="zh-CN" altLang="en-US" dirty="0" smtClean="0"/>
              <a:t>图</a:t>
            </a:r>
            <a:endParaRPr lang="zh-CN" altLang="en-US" dirty="0"/>
          </a:p>
        </p:txBody>
      </p:sp>
      <p:sp>
        <p:nvSpPr>
          <p:cNvPr id="3" name="内容占位符 2"/>
          <p:cNvSpPr>
            <a:spLocks noGrp="1"/>
          </p:cNvSpPr>
          <p:nvPr>
            <p:ph idx="1"/>
          </p:nvPr>
        </p:nvSpPr>
        <p:spPr>
          <a:xfrm>
            <a:off x="457200" y="1600200"/>
            <a:ext cx="8229600" cy="5069160"/>
          </a:xfrm>
        </p:spPr>
        <p:txBody>
          <a:bodyPr>
            <a:normAutofit/>
          </a:bodyPr>
          <a:lstStyle/>
          <a:p>
            <a:r>
              <a:rPr lang="en-US" altLang="zh-CN" sz="2400" dirty="0" smtClean="0"/>
              <a:t>PAD: Problem Analysis Diagram </a:t>
            </a:r>
            <a:r>
              <a:rPr lang="zh-CN" altLang="en-US" sz="2400" dirty="0" smtClean="0"/>
              <a:t>（问题分析图）</a:t>
            </a:r>
            <a:endParaRPr lang="en-US" altLang="zh-CN" sz="2400" dirty="0" smtClean="0"/>
          </a:p>
          <a:p>
            <a:r>
              <a:rPr lang="zh-CN" altLang="en-US" sz="2400" dirty="0" smtClean="0"/>
              <a:t>日立公司发明，用二维树形结构的图表示程序的控制流，</a:t>
            </a:r>
            <a:r>
              <a:rPr lang="zh-CN" altLang="en-US" sz="2400" dirty="0" smtClean="0">
                <a:solidFill>
                  <a:srgbClr val="0000FF"/>
                </a:solidFill>
              </a:rPr>
              <a:t>自上而下、从左往右执行</a:t>
            </a:r>
            <a:r>
              <a:rPr lang="zh-CN" altLang="en-US" sz="2400" dirty="0" smtClean="0"/>
              <a:t>。</a:t>
            </a:r>
            <a:endParaRPr lang="en-US" altLang="zh-CN" sz="2400" dirty="0" smtClean="0"/>
          </a:p>
          <a:p>
            <a:pPr marL="0" indent="0">
              <a:buNone/>
            </a:pPr>
            <a:endParaRPr lang="en-US" altLang="zh-CN" sz="2400" dirty="0"/>
          </a:p>
          <a:p>
            <a:pPr marL="0" indent="0">
              <a:buNone/>
            </a:pPr>
            <a:r>
              <a:rPr lang="zh-CN" altLang="en-US" sz="2400" dirty="0" smtClean="0"/>
              <a:t>优点：</a:t>
            </a:r>
            <a:endParaRPr lang="en-US" altLang="zh-CN" sz="2400" dirty="0" smtClean="0"/>
          </a:p>
          <a:p>
            <a:pPr marL="457200" indent="-457200">
              <a:buFont typeface="+mj-ea"/>
              <a:buAutoNum type="circleNumDbPlain"/>
            </a:pPr>
            <a:r>
              <a:rPr lang="zh-CN" altLang="en-US" sz="2400" dirty="0" smtClean="0"/>
              <a:t>程序结构清晰，结构化程度高；</a:t>
            </a:r>
            <a:endParaRPr lang="en-US" altLang="zh-CN" sz="2400" dirty="0" smtClean="0"/>
          </a:p>
          <a:p>
            <a:pPr marL="457200" indent="-457200">
              <a:buFont typeface="+mj-ea"/>
              <a:buAutoNum type="circleNumDbPlain"/>
            </a:pPr>
            <a:r>
              <a:rPr lang="zh-CN" altLang="en-US" sz="2400" dirty="0" smtClean="0"/>
              <a:t>支持自顶向下、逐步求精的设计方法；</a:t>
            </a:r>
            <a:endParaRPr lang="en-US" altLang="zh-CN" sz="2400" dirty="0" smtClean="0"/>
          </a:p>
          <a:p>
            <a:pPr marL="457200" indent="-457200">
              <a:buFont typeface="+mj-ea"/>
              <a:buAutoNum type="circleNumDbPlain"/>
            </a:pPr>
            <a:r>
              <a:rPr lang="zh-CN" altLang="en-US" sz="2400" dirty="0"/>
              <a:t>既</a:t>
            </a:r>
            <a:r>
              <a:rPr lang="zh-CN" altLang="en-US" sz="2400" dirty="0" smtClean="0"/>
              <a:t>可以表示程序逻辑，</a:t>
            </a:r>
            <a:r>
              <a:rPr lang="zh-CN" altLang="en-US" sz="2400" dirty="0" smtClean="0">
                <a:solidFill>
                  <a:srgbClr val="FF0000"/>
                </a:solidFill>
              </a:rPr>
              <a:t>也可以描绘数据结构</a:t>
            </a:r>
            <a:r>
              <a:rPr lang="zh-CN" altLang="en-US" sz="2400" dirty="0" smtClean="0"/>
              <a:t>；</a:t>
            </a:r>
            <a:endParaRPr lang="en-US" altLang="zh-CN" sz="2400" dirty="0" smtClean="0"/>
          </a:p>
          <a:p>
            <a:pPr marL="457200" indent="-457200">
              <a:buFont typeface="+mj-ea"/>
              <a:buAutoNum type="circleNumDbPlain"/>
            </a:pPr>
            <a:r>
              <a:rPr lang="zh-CN" altLang="en-US" sz="2400" dirty="0" smtClean="0"/>
              <a:t>表现的程序逻辑，易读易写，使用方便；</a:t>
            </a:r>
            <a:endParaRPr lang="en-US" altLang="zh-CN" sz="2400" dirty="0" smtClean="0"/>
          </a:p>
          <a:p>
            <a:pPr marL="457200" indent="-457200">
              <a:buFont typeface="+mj-ea"/>
              <a:buAutoNum type="circleNumDbPlain"/>
            </a:pPr>
            <a:r>
              <a:rPr lang="zh-CN" altLang="en-US" sz="2400" dirty="0" smtClean="0"/>
              <a:t>容易转换成高级语言源程序。</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4B69E89C-0841-4BAE-B475-AC994FC43C67}" type="datetime11">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3346560" y="2425680"/>
              <a:ext cx="2419560" cy="57600"/>
            </p14:xfrm>
          </p:contentPart>
        </mc:Choice>
        <mc:Fallback xmlns="">
          <p:pic>
            <p:nvPicPr>
              <p:cNvPr id="6" name="墨迹 5"/>
            </p:nvPicPr>
            <p:blipFill>
              <a:blip r:embed="rId2"/>
            </p:blipFill>
            <p:spPr>
              <a:xfrm>
                <a:off x="3346560" y="2425680"/>
                <a:ext cx="2419560" cy="576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PAD</a:t>
            </a:r>
            <a:r>
              <a:rPr lang="zh-CN" altLang="en-US" dirty="0" smtClean="0"/>
              <a:t>图的基本符号</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1340768"/>
            <a:ext cx="6624736" cy="4047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971600" y="5589240"/>
            <a:ext cx="7704856"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Statement index: </a:t>
            </a:r>
            <a:r>
              <a:rPr lang="zh-CN" altLang="en-US" dirty="0" smtClean="0"/>
              <a:t>语句标号；</a:t>
            </a:r>
            <a:endParaRPr lang="en-US" altLang="zh-CN" dirty="0" smtClean="0"/>
          </a:p>
          <a:p>
            <a:pPr marL="285750" indent="-285750">
              <a:buFont typeface="Arial" panose="020B0604020202020204" pitchFamily="34" charset="0"/>
              <a:buChar char="•"/>
            </a:pPr>
            <a:r>
              <a:rPr lang="zh-CN" altLang="en-US" dirty="0" smtClean="0"/>
              <a:t>当一个处理框需使用第二个</a:t>
            </a:r>
            <a:r>
              <a:rPr lang="en-US" altLang="zh-CN" dirty="0" smtClean="0"/>
              <a:t>PAD</a:t>
            </a:r>
            <a:r>
              <a:rPr lang="zh-CN" altLang="en-US" dirty="0" smtClean="0"/>
              <a:t>图细化时，常使用</a:t>
            </a:r>
            <a:r>
              <a:rPr lang="en-US" altLang="zh-CN" dirty="0" err="1" smtClean="0"/>
              <a:t>def</a:t>
            </a:r>
            <a:r>
              <a:rPr lang="en-US" altLang="zh-CN" dirty="0" smtClean="0"/>
              <a:t> </a:t>
            </a:r>
            <a:r>
              <a:rPr lang="zh-CN" altLang="en-US" dirty="0" smtClean="0"/>
              <a:t>（定义为</a:t>
            </a:r>
            <a:r>
              <a:rPr lang="zh-CN" altLang="en-US" dirty="0" smtClean="0">
                <a:solidFill>
                  <a:srgbClr val="FF0000"/>
                </a:solidFill>
              </a:rPr>
              <a:t>***</a:t>
            </a:r>
            <a:r>
              <a:rPr lang="zh-CN" altLang="en-US" dirty="0" smtClean="0"/>
              <a:t>）。</a:t>
            </a:r>
            <a:endParaRPr lang="zh-CN" altLang="en-US" dirty="0"/>
          </a:p>
        </p:txBody>
      </p:sp>
      <p:sp>
        <p:nvSpPr>
          <p:cNvPr id="3" name="日期占位符 2"/>
          <p:cNvSpPr>
            <a:spLocks noGrp="1"/>
          </p:cNvSpPr>
          <p:nvPr>
            <p:ph type="dt" sz="half" idx="10"/>
          </p:nvPr>
        </p:nvSpPr>
        <p:spPr/>
        <p:txBody>
          <a:bodyPr/>
          <a:lstStyle/>
          <a:p>
            <a:fld id="{0D788BE8-4C8A-402A-8EFE-F4EE21AF56AD}"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4624"/>
            <a:ext cx="8229600" cy="1143000"/>
          </a:xfrm>
        </p:spPr>
        <p:txBody>
          <a:bodyPr>
            <a:normAutofit/>
          </a:bodyPr>
          <a:lstStyle/>
          <a:p>
            <a:r>
              <a:rPr lang="en-US" altLang="zh-CN" dirty="0" smtClean="0"/>
              <a:t>N-S</a:t>
            </a:r>
            <a:r>
              <a:rPr lang="zh-CN" altLang="en-US" dirty="0" smtClean="0"/>
              <a:t>图与</a:t>
            </a:r>
            <a:r>
              <a:rPr lang="en-US" altLang="zh-CN" dirty="0" smtClean="0"/>
              <a:t>PAD</a:t>
            </a:r>
            <a:r>
              <a:rPr lang="zh-CN" altLang="en-US" dirty="0" smtClean="0"/>
              <a:t>图的转换 （随堂练习）</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9571" y="908720"/>
            <a:ext cx="6338992" cy="32850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F1CA5BC-D7C3-475E-88BB-2F7B63342EB0}" type="datetime11">
              <a:rPr lang="zh-CN" altLang="en-US" smtClean="0"/>
            </a:fld>
            <a:endParaRPr lang="zh-CN"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4218525"/>
            <a:ext cx="4320480" cy="26394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419400" y="4064040"/>
              <a:ext cx="8991720" cy="324000"/>
            </p14:xfrm>
          </p:contentPart>
        </mc:Choice>
        <mc:Fallback xmlns="">
          <p:pic>
            <p:nvPicPr>
              <p:cNvPr id="7" name="墨迹 6"/>
            </p:nvPicPr>
            <p:blipFill>
              <a:blip r:embed="rId4"/>
            </p:blipFill>
            <p:spPr>
              <a:xfrm>
                <a:off x="419400" y="4064040"/>
                <a:ext cx="8991720" cy="3240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560" y="45085"/>
            <a:ext cx="5521325"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007088CA-2348-423E-A638-0367DC377773}" type="datetime11">
              <a:rPr lang="zh-CN" altLang="en-US" smtClean="0"/>
            </a:fld>
            <a:endParaRPr lang="zh-CN" altLang="en-US"/>
          </a:p>
        </p:txBody>
      </p:sp>
      <p:pic>
        <p:nvPicPr>
          <p:cNvPr id="7"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3229610" y="3793490"/>
            <a:ext cx="5914390" cy="3064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文本框 7"/>
          <p:cNvSpPr txBox="1"/>
          <p:nvPr/>
        </p:nvSpPr>
        <p:spPr>
          <a:xfrm>
            <a:off x="6182995" y="835660"/>
            <a:ext cx="2565400" cy="1014730"/>
          </a:xfrm>
          <a:prstGeom prst="rect">
            <a:avLst/>
          </a:prstGeom>
          <a:noFill/>
        </p:spPr>
        <p:txBody>
          <a:bodyPr wrap="square" rtlCol="0">
            <a:spAutoFit/>
          </a:bodyPr>
          <a:lstStyle/>
          <a:p>
            <a:r>
              <a:rPr lang="en-US" altLang="zh-CN" sz="6000">
                <a:solidFill>
                  <a:srgbClr val="FF0000"/>
                </a:solidFill>
              </a:rPr>
              <a:t>PAD</a:t>
            </a:r>
            <a:r>
              <a:rPr lang="zh-CN" altLang="en-US" sz="6000">
                <a:solidFill>
                  <a:srgbClr val="FF0000"/>
                </a:solidFill>
              </a:rPr>
              <a:t>图</a:t>
            </a:r>
            <a:endParaRPr lang="zh-CN" altLang="en-US" sz="6000">
              <a:solidFill>
                <a:srgbClr val="FF0000"/>
              </a:solidFill>
            </a:endParaRPr>
          </a:p>
        </p:txBody>
      </p:sp>
      <p:sp>
        <p:nvSpPr>
          <p:cNvPr id="9" name="文本框 8"/>
          <p:cNvSpPr txBox="1"/>
          <p:nvPr>
            <p:custDataLst>
              <p:tags r:id="rId4"/>
            </p:custDataLst>
          </p:nvPr>
        </p:nvSpPr>
        <p:spPr>
          <a:xfrm>
            <a:off x="395605" y="4653280"/>
            <a:ext cx="2565400" cy="1014730"/>
          </a:xfrm>
          <a:prstGeom prst="rect">
            <a:avLst/>
          </a:prstGeom>
          <a:noFill/>
        </p:spPr>
        <p:txBody>
          <a:bodyPr wrap="square" rtlCol="0">
            <a:spAutoFit/>
          </a:bodyPr>
          <a:lstStyle/>
          <a:p>
            <a:r>
              <a:rPr lang="zh-CN" altLang="en-US" sz="6000">
                <a:solidFill>
                  <a:srgbClr val="FF0000"/>
                </a:solidFill>
              </a:rPr>
              <a:t>盒图</a:t>
            </a:r>
            <a:endParaRPr lang="zh-CN" altLang="en-US" sz="60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Revisiting what we learned last time</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4000" dirty="0" smtClean="0"/>
              <a:t>Q1: </a:t>
            </a:r>
            <a:r>
              <a:rPr lang="zh-CN" altLang="en-US" sz="4000" dirty="0" smtClean="0"/>
              <a:t>什么是结构化程序？</a:t>
            </a:r>
            <a:endParaRPr lang="zh-CN" altLang="en-US" sz="4000"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结构化程序</a:t>
            </a:r>
            <a:endParaRPr lang="zh-CN" altLang="en-US" dirty="0"/>
          </a:p>
        </p:txBody>
      </p:sp>
      <p:sp>
        <p:nvSpPr>
          <p:cNvPr id="3" name="内容占位符 2"/>
          <p:cNvSpPr>
            <a:spLocks noGrp="1"/>
          </p:cNvSpPr>
          <p:nvPr>
            <p:ph idx="1"/>
          </p:nvPr>
        </p:nvSpPr>
        <p:spPr/>
        <p:txBody>
          <a:bodyPr/>
          <a:lstStyle/>
          <a:p>
            <a:r>
              <a:rPr lang="zh-CN" altLang="en-US" dirty="0">
                <a:solidFill>
                  <a:srgbClr val="0000FF"/>
                </a:solidFill>
              </a:rPr>
              <a:t>定义一（经典）</a:t>
            </a:r>
            <a:r>
              <a:rPr lang="zh-CN" altLang="en-US" dirty="0"/>
              <a:t>：如果一个程序的代码块仅仅通过顺序、选择和循环</a:t>
            </a:r>
            <a:r>
              <a:rPr lang="en-US" altLang="zh-CN" dirty="0">
                <a:solidFill>
                  <a:srgbClr val="0000FF"/>
                </a:solidFill>
              </a:rPr>
              <a:t>3</a:t>
            </a:r>
            <a:r>
              <a:rPr lang="zh-CN" altLang="en-US" dirty="0">
                <a:solidFill>
                  <a:srgbClr val="0000FF"/>
                </a:solidFill>
              </a:rPr>
              <a:t>种基本控制结构</a:t>
            </a:r>
            <a:r>
              <a:rPr lang="zh-CN" altLang="en-US" dirty="0"/>
              <a:t>进行连接，而且</a:t>
            </a:r>
            <a:r>
              <a:rPr lang="zh-CN" altLang="en-US" dirty="0">
                <a:solidFill>
                  <a:srgbClr val="0000FF"/>
                </a:solidFill>
              </a:rPr>
              <a:t>每个代码块只有一个入口和一个出口</a:t>
            </a:r>
            <a:r>
              <a:rPr lang="zh-CN" altLang="en-US" dirty="0"/>
              <a:t>，则称这个程序是结构化的。</a:t>
            </a:r>
            <a:endParaRPr lang="en-US" altLang="zh-CN" dirty="0"/>
          </a:p>
          <a:p>
            <a:r>
              <a:rPr lang="zh-CN" altLang="en-US" dirty="0">
                <a:solidFill>
                  <a:srgbClr val="0000FF"/>
                </a:solidFill>
              </a:rPr>
              <a:t>定义二</a:t>
            </a:r>
            <a:r>
              <a:rPr lang="zh-CN" altLang="en-US" dirty="0"/>
              <a:t>：结构程序设计是</a:t>
            </a:r>
            <a:r>
              <a:rPr lang="zh-CN" altLang="en-US" dirty="0">
                <a:solidFill>
                  <a:srgbClr val="0000FF"/>
                </a:solidFill>
              </a:rPr>
              <a:t>尽可能少用</a:t>
            </a:r>
            <a:r>
              <a:rPr lang="en-US" altLang="zh-CN" dirty="0">
                <a:solidFill>
                  <a:srgbClr val="0000FF"/>
                </a:solidFill>
              </a:rPr>
              <a:t>GOTO</a:t>
            </a:r>
            <a:r>
              <a:rPr lang="zh-CN" altLang="en-US" dirty="0">
                <a:solidFill>
                  <a:srgbClr val="0000FF"/>
                </a:solidFill>
              </a:rPr>
              <a:t>语句</a:t>
            </a:r>
            <a:r>
              <a:rPr lang="zh-CN" altLang="en-US" dirty="0"/>
              <a:t>的程序设计方法。最好仅仅在</a:t>
            </a:r>
            <a:r>
              <a:rPr lang="zh-CN" altLang="en-US" dirty="0">
                <a:solidFill>
                  <a:srgbClr val="0000FF"/>
                </a:solidFill>
              </a:rPr>
              <a:t>检测出错误时才使用</a:t>
            </a:r>
            <a:r>
              <a:rPr lang="en-US" altLang="zh-CN" dirty="0">
                <a:solidFill>
                  <a:srgbClr val="0000FF"/>
                </a:solidFill>
              </a:rPr>
              <a:t>GOTO</a:t>
            </a:r>
            <a:r>
              <a:rPr lang="zh-CN" altLang="en-US" dirty="0"/>
              <a:t>语句，而且应该总是使用</a:t>
            </a:r>
            <a:r>
              <a:rPr lang="zh-CN" altLang="en-US" u="sng" dirty="0"/>
              <a:t>前向</a:t>
            </a:r>
            <a:r>
              <a:rPr lang="zh-CN" altLang="en-US" dirty="0"/>
              <a:t>的</a:t>
            </a:r>
            <a:r>
              <a:rPr lang="en-US" altLang="zh-CN" dirty="0"/>
              <a:t>GOTO</a:t>
            </a:r>
            <a:r>
              <a:rPr lang="zh-CN" altLang="en-US" dirty="0"/>
              <a:t>语句。</a:t>
            </a:r>
            <a:endParaRPr lang="zh-CN" altLang="en-US" dirty="0"/>
          </a:p>
          <a:p>
            <a:pPr marL="0" indent="0">
              <a:buNone/>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标题 5"/>
          <p:cNvSpPr>
            <a:spLocks noGrp="1"/>
          </p:cNvSpPr>
          <p:nvPr>
            <p:ph type="title"/>
          </p:nvPr>
        </p:nvSpPr>
        <p:spPr>
          <a:xfrm>
            <a:off x="457200" y="274638"/>
            <a:ext cx="8229600" cy="2794322"/>
          </a:xfrm>
        </p:spPr>
        <p:txBody>
          <a:bodyPr/>
          <a:lstStyle/>
          <a:p>
            <a:r>
              <a:rPr lang="en-US" altLang="zh-CN" dirty="0" smtClean="0"/>
              <a:t>Q2: </a:t>
            </a:r>
            <a:r>
              <a:rPr lang="zh-CN" altLang="en-US" dirty="0" smtClean="0"/>
              <a:t>请概括逐步求精在总体设计与详细设计阶段的含义！</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solidFill>
                  <a:srgbClr val="0000FF"/>
                </a:solidFill>
              </a:rPr>
              <a:t>总体设计阶段逐步求精</a:t>
            </a:r>
            <a:r>
              <a:rPr lang="zh-CN" altLang="en-US" dirty="0"/>
              <a:t>的含义：把</a:t>
            </a:r>
            <a:r>
              <a:rPr lang="zh-CN" altLang="en-US" dirty="0">
                <a:solidFill>
                  <a:srgbClr val="0000FF"/>
                </a:solidFill>
              </a:rPr>
              <a:t>软件系统</a:t>
            </a:r>
            <a:r>
              <a:rPr lang="zh-CN" altLang="en-US" dirty="0"/>
              <a:t>分解和细化成由许多模块组成的层次结构；</a:t>
            </a:r>
            <a:endParaRPr lang="en-US" altLang="zh-CN" dirty="0"/>
          </a:p>
          <a:p>
            <a:r>
              <a:rPr lang="zh-CN" altLang="en-US" dirty="0">
                <a:solidFill>
                  <a:srgbClr val="0000FF"/>
                </a:solidFill>
              </a:rPr>
              <a:t>详细设计阶段逐步求精</a:t>
            </a:r>
            <a:r>
              <a:rPr lang="zh-CN" altLang="en-US" dirty="0"/>
              <a:t>的含义：把</a:t>
            </a:r>
            <a:r>
              <a:rPr lang="zh-CN" altLang="en-US" dirty="0">
                <a:solidFill>
                  <a:srgbClr val="0000FF"/>
                </a:solidFill>
              </a:rPr>
              <a:t>一个模块的功能</a:t>
            </a:r>
            <a:r>
              <a:rPr lang="zh-CN" altLang="en-US" dirty="0"/>
              <a:t>分解细化为一系列具体的处理步骤或某种高级语言的语句（</a:t>
            </a:r>
            <a:r>
              <a:rPr lang="zh-CN" altLang="en-US" u="sng" dirty="0"/>
              <a:t>或伪码</a:t>
            </a:r>
            <a:r>
              <a:rPr lang="zh-CN" altLang="en-US" dirty="0"/>
              <a:t>）。</a:t>
            </a:r>
            <a:endParaRPr lang="en-US" altLang="zh-CN" dirty="0"/>
          </a:p>
          <a:p>
            <a:pPr marL="0" indent="0">
              <a:buNone/>
            </a:pP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863640" y="2629080"/>
              <a:ext cx="7252200" cy="2025720"/>
            </p14:xfrm>
          </p:contentPart>
        </mc:Choice>
        <mc:Fallback xmlns="">
          <p:pic>
            <p:nvPicPr>
              <p:cNvPr id="6" name="墨迹 5"/>
            </p:nvPicPr>
            <p:blipFill>
              <a:blip r:embed="rId2"/>
            </p:blipFill>
            <p:spPr>
              <a:xfrm>
                <a:off x="863640" y="2629080"/>
                <a:ext cx="7252200" cy="202572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6.4.4 </a:t>
            </a:r>
            <a:r>
              <a:rPr lang="zh-CN" altLang="en-US" dirty="0" smtClean="0"/>
              <a:t>判定表</a:t>
            </a:r>
            <a:endParaRPr lang="zh-CN" altLang="en-US" dirty="0"/>
          </a:p>
        </p:txBody>
      </p:sp>
      <p:sp>
        <p:nvSpPr>
          <p:cNvPr id="3" name="内容占位符 2"/>
          <p:cNvSpPr>
            <a:spLocks noGrp="1"/>
          </p:cNvSpPr>
          <p:nvPr>
            <p:ph idx="1"/>
          </p:nvPr>
        </p:nvSpPr>
        <p:spPr>
          <a:xfrm>
            <a:off x="457200" y="1600200"/>
            <a:ext cx="5770984" cy="4525963"/>
          </a:xfrm>
        </p:spPr>
        <p:txBody>
          <a:bodyPr>
            <a:normAutofit lnSpcReduction="10000"/>
          </a:bodyPr>
          <a:lstStyle/>
          <a:p>
            <a:r>
              <a:rPr lang="zh-CN" altLang="en-US" sz="2800" dirty="0" smtClean="0"/>
              <a:t>判定表是一种二维表格，常用于较复杂的组合条件。</a:t>
            </a:r>
            <a:endParaRPr lang="en-US" altLang="zh-CN" sz="2800" dirty="0" smtClean="0"/>
          </a:p>
          <a:p>
            <a:r>
              <a:rPr lang="zh-CN" altLang="en-US" sz="2800" dirty="0" smtClean="0"/>
              <a:t>判定表能清晰地表示</a:t>
            </a:r>
            <a:r>
              <a:rPr lang="zh-CN" altLang="en-US" sz="2800" dirty="0" smtClean="0">
                <a:solidFill>
                  <a:srgbClr val="0000FF"/>
                </a:solidFill>
              </a:rPr>
              <a:t>复杂的条件组合与应做的动作之间</a:t>
            </a:r>
            <a:r>
              <a:rPr lang="zh-CN" altLang="en-US" sz="2800" dirty="0" smtClean="0"/>
              <a:t>的关系。</a:t>
            </a:r>
            <a:endParaRPr lang="en-US" altLang="zh-CN" sz="2800" dirty="0" smtClean="0"/>
          </a:p>
          <a:p>
            <a:r>
              <a:rPr lang="zh-CN" altLang="en-US" sz="2800" dirty="0" smtClean="0"/>
              <a:t>通常由四部分组成：</a:t>
            </a:r>
            <a:endParaRPr lang="en-US" altLang="zh-CN" sz="2800" dirty="0" smtClean="0"/>
          </a:p>
          <a:p>
            <a:pPr marL="514350" indent="-514350">
              <a:buFont typeface="+mj-ea"/>
              <a:buAutoNum type="circleNumDbPlain"/>
            </a:pPr>
            <a:r>
              <a:rPr lang="zh-CN" altLang="en-US" sz="2800" dirty="0" smtClean="0"/>
              <a:t>条件框：条件</a:t>
            </a:r>
            <a:r>
              <a:rPr lang="zh-CN" altLang="en-US" sz="2800" dirty="0" smtClean="0">
                <a:solidFill>
                  <a:srgbClr val="0000FF"/>
                </a:solidFill>
              </a:rPr>
              <a:t>定义</a:t>
            </a:r>
            <a:endParaRPr lang="en-US" altLang="zh-CN" sz="2800" dirty="0" smtClean="0">
              <a:solidFill>
                <a:srgbClr val="0000FF"/>
              </a:solidFill>
            </a:endParaRPr>
          </a:p>
          <a:p>
            <a:pPr marL="514350" indent="-514350">
              <a:buFont typeface="+mj-ea"/>
              <a:buAutoNum type="circleNumDbPlain"/>
            </a:pPr>
            <a:r>
              <a:rPr lang="zh-CN" altLang="en-US" sz="2800" dirty="0" smtClean="0"/>
              <a:t>条件条目：各条件的</a:t>
            </a:r>
            <a:r>
              <a:rPr lang="zh-CN" altLang="en-US" sz="2800" dirty="0" smtClean="0">
                <a:solidFill>
                  <a:srgbClr val="0000FF"/>
                </a:solidFill>
              </a:rPr>
              <a:t>取值及组合</a:t>
            </a:r>
            <a:endParaRPr lang="en-US" altLang="zh-CN" sz="2800" dirty="0" smtClean="0">
              <a:solidFill>
                <a:srgbClr val="0000FF"/>
              </a:solidFill>
            </a:endParaRPr>
          </a:p>
          <a:p>
            <a:pPr marL="514350" indent="-514350">
              <a:buFont typeface="+mj-ea"/>
              <a:buAutoNum type="circleNumDbPlain"/>
            </a:pPr>
            <a:r>
              <a:rPr lang="zh-CN" altLang="en-US" sz="2800" dirty="0" smtClean="0"/>
              <a:t>操作框：操作的定义</a:t>
            </a:r>
            <a:endParaRPr lang="en-US" altLang="zh-CN" sz="2800" dirty="0" smtClean="0"/>
          </a:p>
          <a:p>
            <a:pPr marL="514350" indent="-514350">
              <a:buFont typeface="+mj-ea"/>
              <a:buAutoNum type="circleNumDbPlain"/>
            </a:pPr>
            <a:r>
              <a:rPr lang="zh-CN" altLang="en-US" sz="2800" dirty="0" smtClean="0"/>
              <a:t>操作条目：在各条件取值组合下所执行的操作</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89649" y="3573016"/>
            <a:ext cx="2946848" cy="1080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日期占位符 4"/>
          <p:cNvSpPr>
            <a:spLocks noGrp="1"/>
          </p:cNvSpPr>
          <p:nvPr>
            <p:ph type="dt" sz="half" idx="10"/>
          </p:nvPr>
        </p:nvSpPr>
        <p:spPr/>
        <p:txBody>
          <a:bodyPr/>
          <a:lstStyle/>
          <a:p>
            <a:fld id="{6C4AFA3A-EF2E-4401-AE3D-9B466EB977C5}"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3048120" y="1968480"/>
              <a:ext cx="1448280" cy="51120"/>
            </p14:xfrm>
          </p:contentPart>
        </mc:Choice>
        <mc:Fallback xmlns="">
          <p:pic>
            <p:nvPicPr>
              <p:cNvPr id="6" name="墨迹 5"/>
            </p:nvPicPr>
            <p:blipFill>
              <a:blip r:embed="rId3"/>
            </p:blipFill>
            <p:spPr>
              <a:xfrm>
                <a:off x="3048120" y="1968480"/>
                <a:ext cx="1448280" cy="511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6775450" y="3162300"/>
              <a:ext cx="19050" cy="273050"/>
            </p14:xfrm>
          </p:contentPart>
        </mc:Choice>
        <mc:Fallback xmlns="">
          <p:pic>
            <p:nvPicPr>
              <p:cNvPr id="7" name="墨迹 6"/>
            </p:nvPicPr>
            <p:blipFill>
              <a:blip r:embed="rId5"/>
            </p:blipFill>
            <p:spPr>
              <a:xfrm>
                <a:off x="6775450" y="3162300"/>
                <a:ext cx="19050" cy="2730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墨迹 7"/>
              <p14:cNvContentPartPr/>
              <p14:nvPr/>
            </p14:nvContentPartPr>
            <p14:xfrm>
              <a:off x="6496050" y="3054350"/>
              <a:ext cx="533400" cy="425450"/>
            </p14:xfrm>
          </p:contentPart>
        </mc:Choice>
        <mc:Fallback xmlns="">
          <p:pic>
            <p:nvPicPr>
              <p:cNvPr id="8" name="墨迹 7"/>
            </p:nvPicPr>
            <p:blipFill>
              <a:blip r:embed="rId7"/>
            </p:blipFill>
            <p:spPr>
              <a:xfrm>
                <a:off x="6496050" y="3054350"/>
                <a:ext cx="533400" cy="4254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9" name="墨迹 8"/>
              <p14:cNvContentPartPr/>
              <p14:nvPr/>
            </p14:nvContentPartPr>
            <p14:xfrm>
              <a:off x="7899400" y="2921000"/>
              <a:ext cx="501650" cy="438150"/>
            </p14:xfrm>
          </p:contentPart>
        </mc:Choice>
        <mc:Fallback xmlns="">
          <p:pic>
            <p:nvPicPr>
              <p:cNvPr id="9" name="墨迹 8"/>
            </p:nvPicPr>
            <p:blipFill>
              <a:blip r:embed="rId9"/>
            </p:blipFill>
            <p:spPr>
              <a:xfrm>
                <a:off x="7899400" y="2921000"/>
                <a:ext cx="501650" cy="4381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墨迹 9"/>
              <p14:cNvContentPartPr/>
              <p14:nvPr/>
            </p14:nvContentPartPr>
            <p14:xfrm>
              <a:off x="8096250" y="3028950"/>
              <a:ext cx="184150" cy="247650"/>
            </p14:xfrm>
          </p:contentPart>
        </mc:Choice>
        <mc:Fallback xmlns="">
          <p:pic>
            <p:nvPicPr>
              <p:cNvPr id="10" name="墨迹 9"/>
            </p:nvPicPr>
            <p:blipFill>
              <a:blip r:embed="rId11"/>
            </p:blipFill>
            <p:spPr>
              <a:xfrm>
                <a:off x="8096250" y="3028950"/>
                <a:ext cx="184150" cy="2476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1" name="墨迹 10"/>
              <p14:cNvContentPartPr/>
              <p14:nvPr/>
            </p14:nvContentPartPr>
            <p14:xfrm>
              <a:off x="6731000" y="4648200"/>
              <a:ext cx="539750" cy="482600"/>
            </p14:xfrm>
          </p:contentPart>
        </mc:Choice>
        <mc:Fallback xmlns="">
          <p:pic>
            <p:nvPicPr>
              <p:cNvPr id="11" name="墨迹 10"/>
            </p:nvPicPr>
            <p:blipFill>
              <a:blip r:embed="rId13"/>
            </p:blipFill>
            <p:spPr>
              <a:xfrm>
                <a:off x="6731000" y="4648200"/>
                <a:ext cx="539750" cy="4826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2" name="墨迹 11"/>
              <p14:cNvContentPartPr/>
              <p14:nvPr/>
            </p14:nvContentPartPr>
            <p14:xfrm>
              <a:off x="6908800" y="4718050"/>
              <a:ext cx="196850" cy="330200"/>
            </p14:xfrm>
          </p:contentPart>
        </mc:Choice>
        <mc:Fallback xmlns="">
          <p:pic>
            <p:nvPicPr>
              <p:cNvPr id="12" name="墨迹 11"/>
            </p:nvPicPr>
            <p:blipFill>
              <a:blip r:embed="rId15"/>
            </p:blipFill>
            <p:spPr>
              <a:xfrm>
                <a:off x="6908800" y="4718050"/>
                <a:ext cx="196850" cy="3302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3" name="墨迹 12"/>
              <p14:cNvContentPartPr/>
              <p14:nvPr/>
            </p14:nvContentPartPr>
            <p14:xfrm>
              <a:off x="8077200" y="4667250"/>
              <a:ext cx="463550" cy="463550"/>
            </p14:xfrm>
          </p:contentPart>
        </mc:Choice>
        <mc:Fallback xmlns="">
          <p:pic>
            <p:nvPicPr>
              <p:cNvPr id="13" name="墨迹 12"/>
            </p:nvPicPr>
            <p:blipFill>
              <a:blip r:embed="rId17"/>
            </p:blipFill>
            <p:spPr>
              <a:xfrm>
                <a:off x="8077200" y="4667250"/>
                <a:ext cx="463550" cy="4635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4" name="墨迹 13"/>
              <p14:cNvContentPartPr/>
              <p14:nvPr/>
            </p14:nvContentPartPr>
            <p14:xfrm>
              <a:off x="8166100" y="4749800"/>
              <a:ext cx="311150" cy="133350"/>
            </p14:xfrm>
          </p:contentPart>
        </mc:Choice>
        <mc:Fallback xmlns="">
          <p:pic>
            <p:nvPicPr>
              <p:cNvPr id="14" name="墨迹 13"/>
            </p:nvPicPr>
            <p:blipFill>
              <a:blip r:embed="rId19"/>
            </p:blipFill>
            <p:spPr>
              <a:xfrm>
                <a:off x="8166100" y="4749800"/>
                <a:ext cx="311150" cy="1333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5" name="墨迹 14"/>
              <p14:cNvContentPartPr/>
              <p14:nvPr/>
            </p14:nvContentPartPr>
            <p14:xfrm>
              <a:off x="8312150" y="4743450"/>
              <a:ext cx="360" cy="266700"/>
            </p14:xfrm>
          </p:contentPart>
        </mc:Choice>
        <mc:Fallback xmlns="">
          <p:pic>
            <p:nvPicPr>
              <p:cNvPr id="15" name="墨迹 14"/>
            </p:nvPicPr>
            <p:blipFill>
              <a:blip r:embed="rId21"/>
            </p:blipFill>
            <p:spPr>
              <a:xfrm>
                <a:off x="8312150" y="4743450"/>
                <a:ext cx="360" cy="2667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例：学生奖励政策的判定表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268760"/>
            <a:ext cx="7918299"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61CD3423-2E5A-4347-BCDC-77145DC32D41}" type="datetime11">
              <a:rPr lang="zh-CN" altLang="en-US" smtClean="0"/>
            </a:fld>
            <a:endParaRPr lang="zh-CN"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5517232"/>
            <a:ext cx="2952328" cy="1082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259632" y="5517232"/>
            <a:ext cx="4032448" cy="923330"/>
          </a:xfrm>
          <a:prstGeom prst="rect">
            <a:avLst/>
          </a:prstGeom>
          <a:noFill/>
        </p:spPr>
        <p:txBody>
          <a:bodyPr wrap="square" rtlCol="0">
            <a:spAutoFit/>
          </a:bodyPr>
          <a:lstStyle/>
          <a:p>
            <a:r>
              <a:rPr lang="zh-CN" altLang="en-US" dirty="0" smtClean="0"/>
              <a:t>备注：</a:t>
            </a:r>
            <a:endParaRPr lang="en-US" altLang="zh-CN" dirty="0" smtClean="0"/>
          </a:p>
          <a:p>
            <a:pPr marL="285750" indent="-285750">
              <a:buFont typeface="Arial" panose="020B0604020202020204" pitchFamily="34" charset="0"/>
              <a:buChar char="•"/>
            </a:pPr>
            <a:r>
              <a:rPr lang="zh-CN" altLang="en-US" dirty="0" smtClean="0"/>
              <a:t>优秀</a:t>
            </a:r>
            <a:r>
              <a:rPr lang="en-US" altLang="zh-CN" dirty="0" smtClean="0"/>
              <a:t>&gt;=50%</a:t>
            </a:r>
            <a:r>
              <a:rPr lang="zh-CN" altLang="en-US" dirty="0" smtClean="0"/>
              <a:t>：</a:t>
            </a:r>
            <a:r>
              <a:rPr lang="en-US" altLang="zh-CN" dirty="0" smtClean="0"/>
              <a:t>[50%, 70%)</a:t>
            </a:r>
            <a:endParaRPr lang="en-US" altLang="zh-CN" dirty="0" smtClean="0"/>
          </a:p>
          <a:p>
            <a:pPr marL="285750" indent="-285750">
              <a:buFont typeface="Arial" panose="020B0604020202020204" pitchFamily="34" charset="0"/>
              <a:buChar char="•"/>
            </a:pPr>
            <a:r>
              <a:rPr lang="zh-CN" altLang="en-US" dirty="0" smtClean="0"/>
              <a:t>中以下</a:t>
            </a:r>
            <a:r>
              <a:rPr lang="en-US" altLang="zh-CN" dirty="0" smtClean="0"/>
              <a:t>&lt;=20%</a:t>
            </a:r>
            <a:r>
              <a:rPr lang="zh-CN" altLang="en-US" dirty="0" smtClean="0"/>
              <a:t>：</a:t>
            </a:r>
            <a:r>
              <a:rPr lang="en-US" altLang="zh-CN" dirty="0" smtClean="0"/>
              <a:t>(15%, 20%]</a:t>
            </a:r>
            <a:endParaRPr lang="zh-CN" altLang="en-US" dirty="0"/>
          </a:p>
        </p:txBody>
      </p:sp>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444500" y="3733800"/>
              <a:ext cx="8686800" cy="120650"/>
            </p14:xfrm>
          </p:contentPart>
        </mc:Choice>
        <mc:Fallback xmlns="">
          <p:pic>
            <p:nvPicPr>
              <p:cNvPr id="7" name="墨迹 6"/>
            </p:nvPicPr>
            <p:blipFill>
              <a:blip r:embed="rId4"/>
            </p:blipFill>
            <p:spPr>
              <a:xfrm>
                <a:off x="444500" y="3733800"/>
                <a:ext cx="8686800" cy="1206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4311650" y="1060450"/>
              <a:ext cx="146050" cy="4603750"/>
            </p14:xfrm>
          </p:contentPart>
        </mc:Choice>
        <mc:Fallback xmlns="">
          <p:pic>
            <p:nvPicPr>
              <p:cNvPr id="8" name="墨迹 7"/>
            </p:nvPicPr>
            <p:blipFill>
              <a:blip r:embed="rId6"/>
            </p:blipFill>
            <p:spPr>
              <a:xfrm>
                <a:off x="4311650" y="1060450"/>
                <a:ext cx="146050" cy="460375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6.4.5 </a:t>
            </a:r>
            <a:r>
              <a:rPr lang="zh-CN" altLang="en-US" dirty="0" smtClean="0"/>
              <a:t>判定树</a:t>
            </a:r>
            <a:endParaRPr lang="zh-CN" altLang="en-US" dirty="0"/>
          </a:p>
        </p:txBody>
      </p:sp>
      <p:sp>
        <p:nvSpPr>
          <p:cNvPr id="3" name="内容占位符 2"/>
          <p:cNvSpPr>
            <a:spLocks noGrp="1"/>
          </p:cNvSpPr>
          <p:nvPr>
            <p:ph idx="1"/>
          </p:nvPr>
        </p:nvSpPr>
        <p:spPr>
          <a:xfrm>
            <a:off x="457200" y="1600200"/>
            <a:ext cx="8435280" cy="4525963"/>
          </a:xfrm>
        </p:spPr>
        <p:txBody>
          <a:bodyPr/>
          <a:lstStyle/>
          <a:p>
            <a:r>
              <a:rPr lang="zh-CN" altLang="en-US" dirty="0" smtClean="0">
                <a:solidFill>
                  <a:srgbClr val="FF0000"/>
                </a:solidFill>
              </a:rPr>
              <a:t>在判定表中，条件组合多时，简洁程度下降。</a:t>
            </a:r>
            <a:endParaRPr lang="en-US" altLang="zh-CN" dirty="0" smtClean="0">
              <a:solidFill>
                <a:srgbClr val="FF0000"/>
              </a:solidFill>
            </a:endParaRPr>
          </a:p>
          <a:p>
            <a:r>
              <a:rPr lang="zh-CN" altLang="en-US" dirty="0"/>
              <a:t>判定树</a:t>
            </a:r>
            <a:r>
              <a:rPr lang="zh-CN" altLang="en-US" dirty="0" smtClean="0"/>
              <a:t>又称为</a:t>
            </a:r>
            <a:r>
              <a:rPr lang="zh-CN" altLang="en-US" dirty="0" smtClean="0">
                <a:solidFill>
                  <a:srgbClr val="0000FF"/>
                </a:solidFill>
              </a:rPr>
              <a:t>决策树</a:t>
            </a:r>
            <a:r>
              <a:rPr lang="zh-CN" altLang="en-US" dirty="0" smtClean="0"/>
              <a:t>，是判定表的变种。</a:t>
            </a:r>
            <a:endParaRPr lang="en-US" altLang="zh-CN" dirty="0" smtClean="0"/>
          </a:p>
          <a:p>
            <a:pPr marL="0" indent="0">
              <a:buNone/>
            </a:pP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B1EF557E-C871-485B-AA6E-FBCCD7F272C9}"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507288" cy="1143000"/>
          </a:xfrm>
        </p:spPr>
        <p:txBody>
          <a:bodyPr>
            <a:normAutofit fontScale="90000"/>
          </a:bodyPr>
          <a:lstStyle/>
          <a:p>
            <a:r>
              <a:rPr lang="zh-CN" altLang="en-US" dirty="0" smtClean="0"/>
              <a:t>例：用判定树表示计算行李费的算法</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715413"/>
            <a:ext cx="7868539"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64705B17-618E-4F0A-B434-C9B4F054BABF}"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6.4.6 </a:t>
            </a:r>
            <a:r>
              <a:rPr lang="zh-CN" altLang="en-US" dirty="0" smtClean="0"/>
              <a:t>过程设计语言</a:t>
            </a:r>
            <a:endParaRPr lang="zh-CN" altLang="en-US" dirty="0"/>
          </a:p>
        </p:txBody>
      </p:sp>
      <p:sp>
        <p:nvSpPr>
          <p:cNvPr id="3" name="内容占位符 2"/>
          <p:cNvSpPr>
            <a:spLocks noGrp="1"/>
          </p:cNvSpPr>
          <p:nvPr>
            <p:ph idx="1"/>
          </p:nvPr>
        </p:nvSpPr>
        <p:spPr>
          <a:xfrm>
            <a:off x="457200" y="1600200"/>
            <a:ext cx="8507288" cy="4525963"/>
          </a:xfrm>
        </p:spPr>
        <p:txBody>
          <a:bodyPr>
            <a:normAutofit/>
          </a:bodyPr>
          <a:lstStyle/>
          <a:p>
            <a:r>
              <a:rPr lang="zh-CN" altLang="en-US" sz="2400" dirty="0" smtClean="0">
                <a:solidFill>
                  <a:srgbClr val="0000FF"/>
                </a:solidFill>
              </a:rPr>
              <a:t>过程设计语言</a:t>
            </a:r>
            <a:r>
              <a:rPr lang="en-US" altLang="zh-CN" sz="2400" dirty="0" smtClean="0">
                <a:solidFill>
                  <a:srgbClr val="0000FF"/>
                </a:solidFill>
              </a:rPr>
              <a:t>(Process Design Language)</a:t>
            </a:r>
            <a:r>
              <a:rPr lang="zh-CN" altLang="en-US" sz="2400" dirty="0" smtClean="0"/>
              <a:t>，也称作</a:t>
            </a:r>
            <a:r>
              <a:rPr lang="zh-CN" altLang="en-US" sz="2400" dirty="0" smtClean="0">
                <a:solidFill>
                  <a:srgbClr val="0000FF"/>
                </a:solidFill>
              </a:rPr>
              <a:t>程序描述语言</a:t>
            </a:r>
            <a:r>
              <a:rPr lang="en-US" altLang="zh-CN" sz="2400" dirty="0" smtClean="0">
                <a:solidFill>
                  <a:srgbClr val="0000FF"/>
                </a:solidFill>
              </a:rPr>
              <a:t>(Program Description Language)</a:t>
            </a:r>
            <a:r>
              <a:rPr lang="en-US" altLang="zh-CN" sz="2400" dirty="0" smtClean="0"/>
              <a:t>, </a:t>
            </a:r>
            <a:r>
              <a:rPr lang="zh-CN" altLang="en-US" sz="2400" dirty="0" smtClean="0"/>
              <a:t>又称为</a:t>
            </a:r>
            <a:r>
              <a:rPr lang="zh-CN" altLang="en-US" sz="2400" dirty="0" smtClean="0">
                <a:solidFill>
                  <a:srgbClr val="FF0000"/>
                </a:solidFill>
              </a:rPr>
              <a:t>伪码</a:t>
            </a:r>
            <a:r>
              <a:rPr lang="zh-CN" altLang="en-US" sz="2400" dirty="0" smtClean="0"/>
              <a:t>，是一种描述模块</a:t>
            </a:r>
            <a:r>
              <a:rPr lang="zh-CN" altLang="en-US" sz="2400" dirty="0"/>
              <a:t>的</a:t>
            </a:r>
            <a:r>
              <a:rPr lang="zh-CN" altLang="en-US" sz="2400" dirty="0" smtClean="0"/>
              <a:t>算法设计和处理细节的语言。</a:t>
            </a:r>
            <a:endParaRPr lang="en-US" altLang="zh-CN" sz="2400" dirty="0" smtClean="0"/>
          </a:p>
          <a:p>
            <a:pPr marL="0" indent="0">
              <a:buNone/>
            </a:pPr>
            <a:endParaRPr lang="en-US" altLang="zh-CN" sz="2400" dirty="0" smtClean="0"/>
          </a:p>
          <a:p>
            <a:r>
              <a:rPr lang="zh-CN" altLang="en-US" sz="2400" dirty="0" smtClean="0"/>
              <a:t>特点：</a:t>
            </a:r>
            <a:endParaRPr lang="en-US" altLang="zh-CN" sz="2400" dirty="0" smtClean="0"/>
          </a:p>
          <a:p>
            <a:pPr marL="857250" lvl="1" indent="-457200">
              <a:buFont typeface="+mj-ea"/>
              <a:buAutoNum type="circleNumDbPlain"/>
            </a:pPr>
            <a:r>
              <a:rPr lang="zh-CN" altLang="en-US" sz="2400" dirty="0" smtClean="0"/>
              <a:t>关键字的固定语法（</a:t>
            </a:r>
            <a:r>
              <a:rPr lang="en-US" altLang="zh-CN" sz="2400" dirty="0" smtClean="0"/>
              <a:t>if-then-else</a:t>
            </a:r>
            <a:r>
              <a:rPr lang="zh-CN" altLang="en-US" sz="2400" dirty="0" smtClean="0"/>
              <a:t>，</a:t>
            </a:r>
            <a:r>
              <a:rPr lang="en-US" altLang="zh-CN" sz="2400" dirty="0" smtClean="0"/>
              <a:t>for-end</a:t>
            </a:r>
            <a:r>
              <a:rPr lang="zh-CN" altLang="en-US" sz="2400" dirty="0" smtClean="0"/>
              <a:t>；</a:t>
            </a:r>
            <a:r>
              <a:rPr lang="zh-CN" altLang="en-US" sz="2400" dirty="0" smtClean="0">
                <a:solidFill>
                  <a:srgbClr val="0000FF"/>
                </a:solidFill>
              </a:rPr>
              <a:t>外部语法</a:t>
            </a:r>
            <a:r>
              <a:rPr lang="zh-CN" altLang="en-US" sz="2400" dirty="0" smtClean="0"/>
              <a:t>）；</a:t>
            </a:r>
            <a:endParaRPr lang="en-US" altLang="zh-CN" sz="2400" dirty="0" smtClean="0"/>
          </a:p>
          <a:p>
            <a:pPr marL="857250" lvl="1" indent="-457200">
              <a:buFont typeface="+mj-ea"/>
              <a:buAutoNum type="circleNumDbPlain"/>
            </a:pPr>
            <a:r>
              <a:rPr lang="zh-CN" altLang="en-US" sz="2400" dirty="0" smtClean="0"/>
              <a:t>自然语言的自由语法（</a:t>
            </a:r>
            <a:r>
              <a:rPr lang="zh-CN" altLang="en-US" sz="2400" dirty="0" smtClean="0">
                <a:solidFill>
                  <a:srgbClr val="0000FF"/>
                </a:solidFill>
              </a:rPr>
              <a:t>内部语法</a:t>
            </a:r>
            <a:r>
              <a:rPr lang="zh-CN" altLang="en-US" sz="2400" dirty="0" smtClean="0"/>
              <a:t>）</a:t>
            </a:r>
            <a:endParaRPr lang="en-US" altLang="zh-CN" sz="2400" dirty="0" smtClean="0"/>
          </a:p>
          <a:p>
            <a:pPr marL="857250" lvl="1" indent="-457200">
              <a:buFont typeface="+mj-ea"/>
              <a:buAutoNum type="circleNumDbPlain"/>
            </a:pPr>
            <a:r>
              <a:rPr lang="zh-CN" altLang="en-US" sz="2400" dirty="0" smtClean="0"/>
              <a:t>数据说明（可表示简单或复杂的数据结构）；</a:t>
            </a:r>
            <a:endParaRPr lang="en-US" altLang="zh-CN" sz="2400" dirty="0" smtClean="0"/>
          </a:p>
          <a:p>
            <a:pPr marL="857250" lvl="1" indent="-457200">
              <a:buFont typeface="+mj-ea"/>
              <a:buAutoNum type="circleNumDbPlain"/>
            </a:pPr>
            <a:r>
              <a:rPr lang="zh-CN" altLang="en-US" sz="2400" dirty="0" smtClean="0"/>
              <a:t>模块定义、调用</a:t>
            </a:r>
            <a:r>
              <a:rPr lang="zh-CN" altLang="en-US" sz="2400" dirty="0"/>
              <a:t>时</a:t>
            </a:r>
            <a:r>
              <a:rPr lang="zh-CN" altLang="en-US" sz="2400" dirty="0" smtClean="0"/>
              <a:t>，应该提供</a:t>
            </a:r>
            <a:r>
              <a:rPr lang="zh-CN" altLang="en-US" sz="2400" dirty="0">
                <a:solidFill>
                  <a:srgbClr val="0000FF"/>
                </a:solidFill>
              </a:rPr>
              <a:t>模块</a:t>
            </a:r>
            <a:r>
              <a:rPr lang="zh-CN" altLang="en-US" sz="2400" dirty="0" smtClean="0">
                <a:solidFill>
                  <a:srgbClr val="0000FF"/>
                </a:solidFill>
              </a:rPr>
              <a:t>接口的描述</a:t>
            </a:r>
            <a:r>
              <a:rPr lang="zh-CN" altLang="en-US" sz="2400" dirty="0" smtClean="0"/>
              <a:t>。</a:t>
            </a:r>
            <a:r>
              <a:rPr lang="en-US" altLang="zh-CN" sz="2400" dirty="0" smtClean="0"/>
              <a:t>    </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A228749D-C31C-429A-8448-E26666154151}"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PDL</a:t>
            </a:r>
            <a:r>
              <a:rPr lang="zh-CN" altLang="en-US" dirty="0" smtClean="0"/>
              <a:t>的优点</a:t>
            </a:r>
            <a:endParaRPr lang="zh-CN" altLang="en-US" dirty="0"/>
          </a:p>
        </p:txBody>
      </p:sp>
      <p:sp>
        <p:nvSpPr>
          <p:cNvPr id="3" name="内容占位符 2"/>
          <p:cNvSpPr>
            <a:spLocks noGrp="1"/>
          </p:cNvSpPr>
          <p:nvPr>
            <p:ph idx="1"/>
          </p:nvPr>
        </p:nvSpPr>
        <p:spPr/>
        <p:txBody>
          <a:bodyPr/>
          <a:lstStyle/>
          <a:p>
            <a:pPr marL="514350" indent="-514350">
              <a:buFont typeface="+mj-lt"/>
              <a:buAutoNum type="arabicPeriod"/>
            </a:pPr>
            <a:r>
              <a:rPr lang="zh-CN" altLang="en-US" dirty="0" smtClean="0"/>
              <a:t>可以作为注释直接插在源程序中间；</a:t>
            </a:r>
            <a:endParaRPr lang="en-US" altLang="zh-CN" dirty="0" smtClean="0"/>
          </a:p>
          <a:p>
            <a:pPr marL="514350" indent="-514350">
              <a:buFont typeface="+mj-lt"/>
              <a:buAutoNum type="arabicPeriod"/>
            </a:pPr>
            <a:r>
              <a:rPr lang="zh-CN" altLang="en-US" dirty="0" smtClean="0"/>
              <a:t>很方便书写和编辑工作；</a:t>
            </a:r>
            <a:endParaRPr lang="en-US" altLang="zh-CN" dirty="0" smtClean="0"/>
          </a:p>
          <a:p>
            <a:pPr marL="514350" indent="-514350">
              <a:buFont typeface="+mj-lt"/>
              <a:buAutoNum type="arabicPeriod"/>
            </a:pPr>
            <a:r>
              <a:rPr lang="zh-CN" altLang="en-US" dirty="0" smtClean="0"/>
              <a:t>已经有自动处理</a:t>
            </a:r>
            <a:r>
              <a:rPr lang="en-US" altLang="zh-CN" dirty="0" smtClean="0"/>
              <a:t>PDL</a:t>
            </a:r>
            <a:r>
              <a:rPr lang="zh-CN" altLang="en-US" dirty="0" smtClean="0"/>
              <a:t>的程序存在，而且可以自动由</a:t>
            </a:r>
            <a:r>
              <a:rPr lang="en-US" altLang="zh-CN" dirty="0" smtClean="0"/>
              <a:t>PDL</a:t>
            </a:r>
            <a:r>
              <a:rPr lang="zh-CN" altLang="en-US" dirty="0" smtClean="0"/>
              <a:t>生成程序代码。</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D892D434-2598-49A4-BF76-161BA63844BE}"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PDL</a:t>
            </a:r>
            <a:r>
              <a:rPr lang="zh-CN" altLang="en-US" dirty="0" smtClean="0"/>
              <a:t>的例子</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39" y="1628800"/>
            <a:ext cx="6291321"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84F974E1-2096-47CD-834C-CF0E69FC4801}"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2650306"/>
          </a:xfrm>
        </p:spPr>
        <p:txBody>
          <a:bodyPr/>
          <a:lstStyle/>
          <a:p>
            <a:r>
              <a:rPr lang="en-US" altLang="zh-CN" dirty="0"/>
              <a:t>6.5 </a:t>
            </a:r>
            <a:r>
              <a:rPr lang="zh-CN" altLang="en-US" dirty="0"/>
              <a:t>面向</a:t>
            </a:r>
            <a:r>
              <a:rPr lang="zh-CN" altLang="en-US" u="sng" dirty="0"/>
              <a:t>数据结构</a:t>
            </a:r>
            <a:r>
              <a:rPr lang="zh-CN" altLang="en-US" dirty="0"/>
              <a:t>的设计方法</a:t>
            </a:r>
            <a:endParaRPr lang="zh-CN" altLang="en-US" dirty="0"/>
          </a:p>
        </p:txBody>
      </p:sp>
      <p:sp>
        <p:nvSpPr>
          <p:cNvPr id="3" name="内容占位符 2"/>
          <p:cNvSpPr>
            <a:spLocks noGrp="1"/>
          </p:cNvSpPr>
          <p:nvPr>
            <p:ph idx="1"/>
          </p:nvPr>
        </p:nvSpPr>
        <p:spPr>
          <a:xfrm>
            <a:off x="467544" y="2780928"/>
            <a:ext cx="8229600" cy="2337123"/>
          </a:xfrm>
        </p:spPr>
        <p:txBody>
          <a:bodyPr/>
          <a:lstStyle/>
          <a:p>
            <a:pPr marL="0" indent="0">
              <a:buNone/>
            </a:pPr>
            <a:r>
              <a:rPr lang="zh-CN" altLang="en-US" dirty="0" smtClean="0"/>
              <a:t>回顾：</a:t>
            </a:r>
            <a:endParaRPr lang="en-US" altLang="zh-CN" dirty="0" smtClean="0"/>
          </a:p>
          <a:p>
            <a:pPr marL="0" indent="0">
              <a:buNone/>
            </a:pPr>
            <a:r>
              <a:rPr lang="en-US" altLang="zh-CN" dirty="0" smtClean="0"/>
              <a:t>Q: </a:t>
            </a:r>
            <a:r>
              <a:rPr lang="zh-CN" altLang="en-US" dirty="0" smtClean="0"/>
              <a:t>面向数据流的设计方法是将</a:t>
            </a:r>
            <a:r>
              <a:rPr lang="en-US" altLang="zh-CN" dirty="0" smtClean="0"/>
              <a:t>________</a:t>
            </a:r>
            <a:r>
              <a:rPr lang="zh-CN" altLang="en-US" dirty="0" smtClean="0"/>
              <a:t>转化成</a:t>
            </a:r>
            <a:r>
              <a:rPr lang="en-US" altLang="zh-CN" dirty="0" smtClean="0"/>
              <a:t>___________</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754E5517-CC98-437B-B3FC-C2184E251CED}" type="datetime11">
              <a:rPr lang="zh-CN" altLang="en-US" smtClean="0"/>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r>
              <a:rPr lang="en-US" altLang="zh-CN" dirty="0"/>
              <a:t>6.5.1 Jackson</a:t>
            </a:r>
            <a:r>
              <a:rPr lang="zh-CN" altLang="en-US" dirty="0"/>
              <a:t>图</a:t>
            </a:r>
            <a:endParaRPr lang="en-US" altLang="zh-CN" dirty="0"/>
          </a:p>
        </p:txBody>
      </p:sp>
      <p:sp>
        <p:nvSpPr>
          <p:cNvPr id="3" name="内容占位符 2"/>
          <p:cNvSpPr>
            <a:spLocks noGrp="1"/>
          </p:cNvSpPr>
          <p:nvPr>
            <p:ph idx="1"/>
          </p:nvPr>
        </p:nvSpPr>
        <p:spPr>
          <a:xfrm>
            <a:off x="457200" y="1600201"/>
            <a:ext cx="7643192" cy="1252736"/>
          </a:xfrm>
        </p:spPr>
        <p:txBody>
          <a:bodyPr/>
          <a:lstStyle/>
          <a:p>
            <a:pPr marL="0" indent="0">
              <a:buNone/>
            </a:pPr>
            <a:r>
              <a:rPr lang="en-US" altLang="zh-CN" dirty="0" smtClean="0"/>
              <a:t>1</a:t>
            </a:r>
            <a:r>
              <a:rPr lang="zh-CN" altLang="en-US" dirty="0"/>
              <a:t>）</a:t>
            </a:r>
            <a:r>
              <a:rPr lang="zh-CN" altLang="en-US" dirty="0" smtClean="0"/>
              <a:t>顺序结构</a:t>
            </a:r>
            <a:endParaRPr lang="en-US" altLang="zh-CN" dirty="0" smtClean="0"/>
          </a:p>
          <a:p>
            <a:pPr marL="0" indent="0">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3212976"/>
            <a:ext cx="3486150"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700808"/>
            <a:ext cx="2952328" cy="3553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55576" y="5517232"/>
            <a:ext cx="7416824" cy="369332"/>
          </a:xfrm>
          <a:prstGeom prst="rect">
            <a:avLst/>
          </a:prstGeom>
          <a:noFill/>
        </p:spPr>
        <p:txBody>
          <a:bodyPr wrap="square" rtlCol="0">
            <a:spAutoFit/>
          </a:bodyPr>
          <a:lstStyle/>
          <a:p>
            <a:r>
              <a:rPr lang="zh-CN" altLang="en-US" dirty="0" smtClean="0">
                <a:solidFill>
                  <a:srgbClr val="FF0000"/>
                </a:solidFill>
              </a:rPr>
              <a:t>注意：</a:t>
            </a:r>
            <a:r>
              <a:rPr lang="en-US" altLang="zh-CN" dirty="0" smtClean="0">
                <a:solidFill>
                  <a:srgbClr val="FF0000"/>
                </a:solidFill>
              </a:rPr>
              <a:t>Jackson</a:t>
            </a:r>
            <a:r>
              <a:rPr lang="zh-CN" altLang="en-US" dirty="0" smtClean="0">
                <a:solidFill>
                  <a:srgbClr val="FF0000"/>
                </a:solidFill>
              </a:rPr>
              <a:t>图的一个方框不表示模块，通常表示一条或几条语句。</a:t>
            </a:r>
            <a:endParaRPr lang="zh-CN" altLang="en-US" dirty="0">
              <a:solidFill>
                <a:srgbClr val="FF0000"/>
              </a:solidFill>
            </a:endParaRPr>
          </a:p>
        </p:txBody>
      </p:sp>
      <p:sp>
        <p:nvSpPr>
          <p:cNvPr id="6" name="日期占位符 5"/>
          <p:cNvSpPr>
            <a:spLocks noGrp="1"/>
          </p:cNvSpPr>
          <p:nvPr>
            <p:ph type="dt" sz="half" idx="10"/>
          </p:nvPr>
        </p:nvSpPr>
        <p:spPr/>
        <p:txBody>
          <a:bodyPr/>
          <a:lstStyle/>
          <a:p>
            <a:fld id="{EA72A6C6-FA2C-4B36-BC85-8E6A82A200AF}"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2</a:t>
            </a:r>
            <a:r>
              <a:rPr lang="zh-CN" altLang="en-US" dirty="0" smtClean="0"/>
              <a:t>）选择结构</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988840"/>
            <a:ext cx="3505200" cy="1819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706998"/>
            <a:ext cx="3528392" cy="4177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3EA283D7-521E-4C56-B249-200E8F438F6D}"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3</a:t>
            </a:r>
            <a:r>
              <a:rPr lang="zh-CN" altLang="en-US" dirty="0" smtClean="0"/>
              <a:t>）重复（循环）结构</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1844824"/>
            <a:ext cx="7363807"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17EE0E8B-5936-446A-8A1A-C4F7202B0F2F}"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5549900" y="2292350"/>
              <a:ext cx="2108200" cy="419100"/>
            </p14:xfrm>
          </p:contentPart>
        </mc:Choice>
        <mc:Fallback xmlns="">
          <p:pic>
            <p:nvPicPr>
              <p:cNvPr id="5" name="墨迹 4"/>
            </p:nvPicPr>
            <p:blipFill>
              <a:blip r:embed="rId3"/>
            </p:blipFill>
            <p:spPr>
              <a:xfrm>
                <a:off x="5549900" y="2292350"/>
                <a:ext cx="2108200" cy="4191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Jackson</a:t>
            </a:r>
            <a:r>
              <a:rPr lang="zh-CN" altLang="en-US" dirty="0" smtClean="0"/>
              <a:t>图的优点</a:t>
            </a:r>
            <a:endParaRPr lang="zh-CN" altLang="en-US" dirty="0"/>
          </a:p>
        </p:txBody>
      </p:sp>
      <p:sp>
        <p:nvSpPr>
          <p:cNvPr id="3" name="内容占位符 2"/>
          <p:cNvSpPr>
            <a:spLocks noGrp="1"/>
          </p:cNvSpPr>
          <p:nvPr>
            <p:ph idx="1"/>
          </p:nvPr>
        </p:nvSpPr>
        <p:spPr/>
        <p:txBody>
          <a:bodyPr/>
          <a:lstStyle/>
          <a:p>
            <a:r>
              <a:rPr lang="zh-CN" altLang="en-US" dirty="0" smtClean="0"/>
              <a:t>便于表示层次结构；</a:t>
            </a:r>
            <a:endParaRPr lang="en-US" altLang="zh-CN" dirty="0" smtClean="0"/>
          </a:p>
          <a:p>
            <a:r>
              <a:rPr lang="zh-CN" altLang="en-US" dirty="0" smtClean="0"/>
              <a:t>形象直观、可读性好；</a:t>
            </a:r>
            <a:endParaRPr lang="en-US" altLang="zh-CN" dirty="0" smtClean="0"/>
          </a:p>
          <a:p>
            <a:r>
              <a:rPr lang="zh-CN" altLang="en-US" dirty="0"/>
              <a:t>既</a:t>
            </a:r>
            <a:r>
              <a:rPr lang="zh-CN" altLang="en-US" dirty="0" smtClean="0"/>
              <a:t>能表示</a:t>
            </a:r>
            <a:r>
              <a:rPr lang="zh-CN" altLang="en-US" u="sng" dirty="0" smtClean="0"/>
              <a:t>数据结构</a:t>
            </a:r>
            <a:r>
              <a:rPr lang="zh-CN" altLang="en-US" dirty="0" smtClean="0"/>
              <a:t>也能表示</a:t>
            </a:r>
            <a:r>
              <a:rPr lang="zh-CN" altLang="en-US" u="sng" dirty="0" smtClean="0"/>
              <a:t>程序结构</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123226D6-7D4D-41A5-A14F-0B08A39067CC}"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6.5.2 </a:t>
            </a:r>
            <a:r>
              <a:rPr lang="zh-CN" altLang="en-US" dirty="0" smtClean="0"/>
              <a:t>改进的</a:t>
            </a:r>
            <a:r>
              <a:rPr lang="en-US" altLang="zh-CN" dirty="0" smtClean="0"/>
              <a:t>Jackson</a:t>
            </a:r>
            <a:r>
              <a:rPr lang="zh-CN" altLang="en-US" dirty="0" smtClean="0"/>
              <a:t>图</a:t>
            </a:r>
            <a:endParaRPr lang="zh-CN" altLang="en-US" dirty="0"/>
          </a:p>
        </p:txBody>
      </p:sp>
      <p:sp>
        <p:nvSpPr>
          <p:cNvPr id="3" name="内容占位符 2"/>
          <p:cNvSpPr>
            <a:spLocks noGrp="1"/>
          </p:cNvSpPr>
          <p:nvPr>
            <p:ph idx="1"/>
          </p:nvPr>
        </p:nvSpPr>
        <p:spPr>
          <a:xfrm>
            <a:off x="457200" y="1600200"/>
            <a:ext cx="4690864" cy="3773016"/>
          </a:xfrm>
        </p:spPr>
        <p:txBody>
          <a:bodyPr/>
          <a:lstStyle/>
          <a:p>
            <a:r>
              <a:rPr lang="zh-CN" altLang="en-US" sz="2400" dirty="0" smtClean="0">
                <a:highlight>
                  <a:srgbClr val="FFFF00"/>
                </a:highlight>
              </a:rPr>
              <a:t>斜线变直线（</a:t>
            </a:r>
            <a:r>
              <a:rPr lang="en-US" altLang="zh-CN" sz="2400" dirty="0" smtClean="0">
                <a:highlight>
                  <a:srgbClr val="FFFF00"/>
                </a:highlight>
              </a:rPr>
              <a:t>“</a:t>
            </a:r>
            <a:r>
              <a:rPr lang="zh-CN" altLang="en-US" sz="2400" dirty="0" smtClean="0">
                <a:highlight>
                  <a:srgbClr val="FFFF00"/>
                </a:highlight>
              </a:rPr>
              <a:t>改进</a:t>
            </a:r>
            <a:r>
              <a:rPr lang="en-US" altLang="zh-CN" sz="2400" dirty="0" smtClean="0">
                <a:highlight>
                  <a:srgbClr val="FFFF00"/>
                </a:highlight>
              </a:rPr>
              <a:t>”</a:t>
            </a:r>
            <a:r>
              <a:rPr lang="zh-CN" altLang="en-US" sz="2400" dirty="0" smtClean="0">
                <a:highlight>
                  <a:srgbClr val="FFFF00"/>
                </a:highlight>
              </a:rPr>
              <a:t>）</a:t>
            </a:r>
            <a:endParaRPr lang="en-US" altLang="zh-CN" sz="2400" dirty="0" smtClean="0">
              <a:highlight>
                <a:srgbClr val="FFFF00"/>
              </a:highlight>
            </a:endParaRPr>
          </a:p>
          <a:p>
            <a:endParaRPr lang="en-US" altLang="zh-CN" sz="2400" dirty="0"/>
          </a:p>
          <a:p>
            <a:r>
              <a:rPr lang="zh-CN" altLang="en-US" sz="2400" dirty="0"/>
              <a:t>右</a:t>
            </a:r>
            <a:r>
              <a:rPr lang="zh-CN" altLang="en-US" sz="2400" dirty="0" smtClean="0"/>
              <a:t>图中，</a:t>
            </a:r>
            <a:r>
              <a:rPr lang="en-US" altLang="zh-CN" sz="2400" dirty="0" smtClean="0"/>
              <a:t>S</a:t>
            </a:r>
            <a:r>
              <a:rPr lang="zh-CN" altLang="en-US" sz="2400" dirty="0" smtClean="0"/>
              <a:t>与</a:t>
            </a:r>
            <a:r>
              <a:rPr lang="en-US" altLang="zh-CN" sz="2400" dirty="0" smtClean="0"/>
              <a:t>I</a:t>
            </a:r>
            <a:r>
              <a:rPr lang="zh-CN" altLang="en-US" sz="2400" dirty="0" smtClean="0"/>
              <a:t>分别表示选择与循环结构。括号中的数字是选择、循环分支的编号。</a:t>
            </a:r>
            <a:endParaRPr lang="en-US" altLang="zh-CN" sz="2400" dirty="0" smtClean="0"/>
          </a:p>
          <a:p>
            <a:endParaRPr lang="en-US" altLang="zh-CN" sz="2400" dirty="0"/>
          </a:p>
          <a:p>
            <a:r>
              <a:rPr lang="zh-CN" altLang="en-US" sz="2400" dirty="0" smtClean="0">
                <a:solidFill>
                  <a:srgbClr val="FF0000"/>
                </a:solidFill>
              </a:rPr>
              <a:t>注意：顺序结构中，每个分支中的元素都不能是选择出现或重复出现的数据元素。</a:t>
            </a:r>
            <a:endParaRPr lang="en-US" altLang="zh-CN" sz="2400" dirty="0" smtClean="0">
              <a:solidFill>
                <a:srgbClr val="FF0000"/>
              </a:solidFill>
            </a:endParaRPr>
          </a:p>
          <a:p>
            <a:endParaRPr lang="en-US" altLang="zh-CN" sz="2400" dirty="0"/>
          </a:p>
          <a:p>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4088" y="1732194"/>
            <a:ext cx="3672408" cy="3351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日期占位符 4"/>
          <p:cNvSpPr>
            <a:spLocks noGrp="1"/>
          </p:cNvSpPr>
          <p:nvPr>
            <p:ph type="dt" sz="half" idx="10"/>
          </p:nvPr>
        </p:nvSpPr>
        <p:spPr/>
        <p:txBody>
          <a:bodyPr/>
          <a:lstStyle/>
          <a:p>
            <a:fld id="{7C91681B-41E4-4BF5-A04B-5FF5D12233C9}"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8782050" y="2774950"/>
              <a:ext cx="120650" cy="360"/>
            </p14:xfrm>
          </p:contentPart>
        </mc:Choice>
        <mc:Fallback xmlns="">
          <p:pic>
            <p:nvPicPr>
              <p:cNvPr id="6" name="墨迹 5"/>
            </p:nvPicPr>
            <p:blipFill>
              <a:blip r:embed="rId3"/>
            </p:blipFill>
            <p:spPr>
              <a:xfrm>
                <a:off x="8782050" y="2774950"/>
                <a:ext cx="12065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墨迹 6"/>
              <p14:cNvContentPartPr/>
              <p14:nvPr/>
            </p14:nvContentPartPr>
            <p14:xfrm>
              <a:off x="7867650" y="2794000"/>
              <a:ext cx="101600" cy="360"/>
            </p14:xfrm>
          </p:contentPart>
        </mc:Choice>
        <mc:Fallback xmlns="">
          <p:pic>
            <p:nvPicPr>
              <p:cNvPr id="7" name="墨迹 6"/>
            </p:nvPicPr>
            <p:blipFill>
              <a:blip r:embed="rId5"/>
            </p:blipFill>
            <p:spPr>
              <a:xfrm>
                <a:off x="7867650" y="2794000"/>
                <a:ext cx="101600" cy="360"/>
              </a:xfrm>
              <a:prstGeom prst="rect"/>
            </p:spPr>
          </p:pic>
        </mc:Fallback>
      </mc:AlternateContent>
      <p:sp>
        <p:nvSpPr>
          <p:cNvPr id="8" name="文本框 7"/>
          <p:cNvSpPr txBox="1"/>
          <p:nvPr/>
        </p:nvSpPr>
        <p:spPr>
          <a:xfrm>
            <a:off x="5219700" y="5380355"/>
            <a:ext cx="3859530" cy="368300"/>
          </a:xfrm>
          <a:prstGeom prst="rect">
            <a:avLst/>
          </a:prstGeom>
          <a:noFill/>
        </p:spPr>
        <p:txBody>
          <a:bodyPr wrap="square" rtlCol="0">
            <a:spAutoFit/>
          </a:bodyPr>
          <a:lstStyle/>
          <a:p>
            <a:r>
              <a:rPr lang="zh-CN" altLang="en-US">
                <a:highlight>
                  <a:srgbClr val="FFFF00"/>
                </a:highlight>
              </a:rPr>
              <a:t>选择分支里，小圆圈标记在右上角。</a:t>
            </a:r>
            <a:endParaRPr lang="zh-CN" altLang="en-US">
              <a:highlight>
                <a:srgbClr val="FFFF00"/>
              </a:highligh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6.5.3 Jackson</a:t>
            </a:r>
            <a:r>
              <a:rPr lang="zh-CN" altLang="en-US" dirty="0" smtClean="0"/>
              <a:t>方法</a:t>
            </a:r>
            <a:endParaRPr lang="zh-CN" altLang="en-US" dirty="0"/>
          </a:p>
        </p:txBody>
      </p:sp>
      <p:sp>
        <p:nvSpPr>
          <p:cNvPr id="3" name="内容占位符 2"/>
          <p:cNvSpPr>
            <a:spLocks noGrp="1"/>
          </p:cNvSpPr>
          <p:nvPr>
            <p:ph idx="1"/>
          </p:nvPr>
        </p:nvSpPr>
        <p:spPr>
          <a:xfrm>
            <a:off x="457200" y="1600201"/>
            <a:ext cx="8229600" cy="892696"/>
          </a:xfrm>
        </p:spPr>
        <p:txBody>
          <a:bodyPr/>
          <a:lstStyle/>
          <a:p>
            <a:pPr marL="0" indent="0">
              <a:buNone/>
            </a:pPr>
            <a:r>
              <a:rPr lang="en-US" altLang="zh-CN" dirty="0" smtClean="0"/>
              <a:t>Jackson</a:t>
            </a:r>
            <a:r>
              <a:rPr lang="zh-CN" altLang="en-US" dirty="0" smtClean="0"/>
              <a:t>结构程序设计方法由</a:t>
            </a:r>
            <a:r>
              <a:rPr lang="en-US" altLang="zh-CN" dirty="0" smtClean="0"/>
              <a:t>5</a:t>
            </a:r>
            <a:r>
              <a:rPr lang="zh-CN" altLang="en-US" dirty="0" smtClean="0"/>
              <a:t>个步骤组成。</a:t>
            </a:r>
            <a:endParaRPr lang="en-US" altLang="zh-CN" dirty="0" smtClean="0"/>
          </a:p>
          <a:p>
            <a:pPr marL="0" indent="0">
              <a:buNone/>
            </a:pPr>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2457450"/>
            <a:ext cx="7145266" cy="2339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日期占位符 4"/>
          <p:cNvSpPr>
            <a:spLocks noGrp="1"/>
          </p:cNvSpPr>
          <p:nvPr>
            <p:ph type="dt" sz="half" idx="10"/>
          </p:nvPr>
        </p:nvSpPr>
        <p:spPr/>
        <p:txBody>
          <a:bodyPr/>
          <a:lstStyle/>
          <a:p>
            <a:fld id="{363F9C00-1002-400D-A89A-EB0E3C94EB2D}"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6" name="墨迹 5"/>
              <p14:cNvContentPartPr/>
              <p14:nvPr/>
            </p14:nvContentPartPr>
            <p14:xfrm>
              <a:off x="812880" y="3219480"/>
              <a:ext cx="6801120" cy="406800"/>
            </p14:xfrm>
          </p:contentPart>
        </mc:Choice>
        <mc:Fallback xmlns="">
          <p:pic>
            <p:nvPicPr>
              <p:cNvPr id="6" name="墨迹 5"/>
            </p:nvPicPr>
            <p:blipFill>
              <a:blip r:embed="rId3"/>
            </p:blipFill>
            <p:spPr>
              <a:xfrm>
                <a:off x="812880" y="3219480"/>
                <a:ext cx="6801120" cy="4068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smtClean="0"/>
              <a:t>第</a:t>
            </a:r>
            <a:r>
              <a:rPr lang="en-US" altLang="zh-CN" sz="3200" dirty="0" smtClean="0"/>
              <a:t>1</a:t>
            </a:r>
            <a:r>
              <a:rPr lang="zh-CN" altLang="en-US" sz="3200" dirty="0" smtClean="0"/>
              <a:t>步：用</a:t>
            </a:r>
            <a:r>
              <a:rPr lang="en-US" altLang="zh-CN" sz="3200" dirty="0" smtClean="0"/>
              <a:t>Jackson</a:t>
            </a:r>
            <a:r>
              <a:rPr lang="zh-CN" altLang="en-US" sz="3200" dirty="0" smtClean="0"/>
              <a:t>图描绘（表示）</a:t>
            </a:r>
            <a:r>
              <a:rPr lang="en-US" altLang="zh-CN" sz="3200" dirty="0" smtClean="0"/>
              <a:t>I/O</a:t>
            </a:r>
            <a:r>
              <a:rPr lang="zh-CN" altLang="en-US" sz="3200" dirty="0" smtClean="0"/>
              <a:t>的</a:t>
            </a:r>
            <a:br>
              <a:rPr lang="en-US" altLang="zh-CN" sz="3200" dirty="0" smtClean="0"/>
            </a:br>
            <a:r>
              <a:rPr lang="zh-CN" altLang="en-US" sz="3200" dirty="0" smtClean="0"/>
              <a:t>数据结构。</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1484784"/>
            <a:ext cx="8135189" cy="4680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EDC9FCC1-8B30-472A-9B18-6B3E8F950911}"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2355850" y="3390900"/>
              <a:ext cx="88900" cy="6350"/>
            </p14:xfrm>
          </p:contentPart>
        </mc:Choice>
        <mc:Fallback xmlns="">
          <p:pic>
            <p:nvPicPr>
              <p:cNvPr id="5" name="墨迹 4"/>
            </p:nvPicPr>
            <p:blipFill>
              <a:blip r:embed="rId3"/>
            </p:blipFill>
            <p:spPr>
              <a:xfrm>
                <a:off x="2355850" y="3390900"/>
                <a:ext cx="88900" cy="63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2527300" y="3797300"/>
              <a:ext cx="57150" cy="6350"/>
            </p14:xfrm>
          </p:contentPart>
        </mc:Choice>
        <mc:Fallback xmlns="">
          <p:pic>
            <p:nvPicPr>
              <p:cNvPr id="6" name="墨迹 5"/>
            </p:nvPicPr>
            <p:blipFill>
              <a:blip r:embed="rId5"/>
            </p:blipFill>
            <p:spPr>
              <a:xfrm>
                <a:off x="2527300" y="3797300"/>
                <a:ext cx="57150" cy="63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2286000" y="4337050"/>
              <a:ext cx="114300" cy="360"/>
            </p14:xfrm>
          </p:contentPart>
        </mc:Choice>
        <mc:Fallback xmlns="">
          <p:pic>
            <p:nvPicPr>
              <p:cNvPr id="7" name="墨迹 6"/>
            </p:nvPicPr>
            <p:blipFill>
              <a:blip r:embed="rId7"/>
            </p:blipFill>
            <p:spPr>
              <a:xfrm>
                <a:off x="2286000" y="4337050"/>
                <a:ext cx="11430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2520950" y="4940300"/>
              <a:ext cx="266700" cy="139700"/>
            </p14:xfrm>
          </p:contentPart>
        </mc:Choice>
        <mc:Fallback xmlns="">
          <p:pic>
            <p:nvPicPr>
              <p:cNvPr id="8" name="墨迹 7"/>
            </p:nvPicPr>
            <p:blipFill>
              <a:blip r:embed="rId9"/>
            </p:blipFill>
            <p:spPr>
              <a:xfrm>
                <a:off x="2520950" y="4940300"/>
                <a:ext cx="266700" cy="1397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1708150" y="5721350"/>
              <a:ext cx="107950" cy="57150"/>
            </p14:xfrm>
          </p:contentPart>
        </mc:Choice>
        <mc:Fallback xmlns="">
          <p:pic>
            <p:nvPicPr>
              <p:cNvPr id="9" name="墨迹 8"/>
            </p:nvPicPr>
            <p:blipFill>
              <a:blip r:embed="rId11"/>
            </p:blipFill>
            <p:spPr>
              <a:xfrm>
                <a:off x="1708150" y="5721350"/>
                <a:ext cx="107950" cy="571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6381750" y="4292600"/>
              <a:ext cx="228600" cy="82550"/>
            </p14:xfrm>
          </p:contentPart>
        </mc:Choice>
        <mc:Fallback xmlns="">
          <p:pic>
            <p:nvPicPr>
              <p:cNvPr id="10" name="墨迹 9"/>
            </p:nvPicPr>
            <p:blipFill>
              <a:blip r:embed="rId13"/>
            </p:blipFill>
            <p:spPr>
              <a:xfrm>
                <a:off x="6381750" y="4292600"/>
                <a:ext cx="228600" cy="825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6661150" y="4641850"/>
              <a:ext cx="95250" cy="38100"/>
            </p14:xfrm>
          </p:contentPart>
        </mc:Choice>
        <mc:Fallback xmlns="">
          <p:pic>
            <p:nvPicPr>
              <p:cNvPr id="11" name="墨迹 10"/>
            </p:nvPicPr>
            <p:blipFill>
              <a:blip r:embed="rId15"/>
            </p:blipFill>
            <p:spPr>
              <a:xfrm>
                <a:off x="6661150" y="4641850"/>
                <a:ext cx="95250" cy="38100"/>
              </a:xfrm>
              <a:prstGeom prst="rect"/>
            </p:spPr>
          </p:pic>
        </mc:Fallback>
      </mc:AlternateContent>
      <p:sp>
        <p:nvSpPr>
          <p:cNvPr id="12" name="文本框 11"/>
          <p:cNvSpPr txBox="1"/>
          <p:nvPr/>
        </p:nvSpPr>
        <p:spPr>
          <a:xfrm>
            <a:off x="1331595" y="6309995"/>
            <a:ext cx="7049135" cy="460375"/>
          </a:xfrm>
          <a:prstGeom prst="rect">
            <a:avLst/>
          </a:prstGeom>
          <a:noFill/>
        </p:spPr>
        <p:txBody>
          <a:bodyPr wrap="square" rtlCol="0" anchor="t">
            <a:spAutoFit/>
          </a:bodyPr>
          <a:lstStyle/>
          <a:p>
            <a:r>
              <a:rPr lang="en-US" altLang="zh-CN" sz="2400" dirty="0">
                <a:solidFill>
                  <a:srgbClr val="FF0000"/>
                </a:solidFill>
                <a:sym typeface="+mn-ea"/>
              </a:rPr>
              <a:t>Jackson</a:t>
            </a:r>
            <a:r>
              <a:rPr lang="zh-CN" altLang="en-US" sz="2400" dirty="0">
                <a:solidFill>
                  <a:srgbClr val="FF0000"/>
                </a:solidFill>
                <a:sym typeface="+mn-ea"/>
              </a:rPr>
              <a:t>图既</a:t>
            </a:r>
            <a:r>
              <a:rPr lang="zh-CN" altLang="en-US" sz="2400" dirty="0" smtClean="0">
                <a:solidFill>
                  <a:srgbClr val="FF0000"/>
                </a:solidFill>
                <a:sym typeface="+mn-ea"/>
              </a:rPr>
              <a:t>能表示</a:t>
            </a:r>
            <a:r>
              <a:rPr lang="zh-CN" altLang="en-US" sz="2400" u="sng" dirty="0" smtClean="0">
                <a:solidFill>
                  <a:srgbClr val="FF0000"/>
                </a:solidFill>
                <a:sym typeface="+mn-ea"/>
              </a:rPr>
              <a:t>数据结构</a:t>
            </a:r>
            <a:r>
              <a:rPr lang="zh-CN" altLang="en-US" sz="2400" dirty="0" smtClean="0">
                <a:solidFill>
                  <a:srgbClr val="FF0000"/>
                </a:solidFill>
                <a:sym typeface="+mn-ea"/>
              </a:rPr>
              <a:t>也能表示</a:t>
            </a:r>
            <a:r>
              <a:rPr lang="zh-CN" altLang="en-US" sz="2400" u="sng" dirty="0" smtClean="0">
                <a:solidFill>
                  <a:srgbClr val="FF0000"/>
                </a:solidFill>
                <a:sym typeface="+mn-ea"/>
              </a:rPr>
              <a:t>程序结构</a:t>
            </a:r>
            <a:r>
              <a:rPr lang="zh-CN" altLang="en-US" sz="2400" dirty="0" smtClean="0">
                <a:solidFill>
                  <a:srgbClr val="FF0000"/>
                </a:solidFill>
                <a:sym typeface="+mn-ea"/>
              </a:rPr>
              <a:t>。</a:t>
            </a:r>
            <a:endParaRPr lang="zh-CN" altLang="en-US" sz="2400" dirty="0" smtClean="0">
              <a:solidFill>
                <a:srgbClr val="FF0000"/>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3200" dirty="0" smtClean="0"/>
              <a:t>第</a:t>
            </a:r>
            <a:r>
              <a:rPr lang="en-US" altLang="zh-CN" sz="3200" dirty="0" smtClean="0"/>
              <a:t>2</a:t>
            </a:r>
            <a:r>
              <a:rPr lang="zh-CN" altLang="en-US" sz="3200" dirty="0" smtClean="0"/>
              <a:t>步：在两个图中指出有直接因果关系</a:t>
            </a:r>
            <a:r>
              <a:rPr lang="en-US" altLang="zh-CN" sz="3200" dirty="0" smtClean="0"/>
              <a:t>(causality)</a:t>
            </a:r>
            <a:r>
              <a:rPr lang="zh-CN" altLang="en-US" sz="3200" dirty="0" smtClean="0"/>
              <a:t>、可以同时处理的单元（</a:t>
            </a:r>
            <a:r>
              <a:rPr lang="zh-CN" altLang="en-US" sz="3200" dirty="0" smtClean="0">
                <a:solidFill>
                  <a:srgbClr val="FF0000"/>
                </a:solidFill>
              </a:rPr>
              <a:t>对于重复出现的单元，重复的次序和次数必须均相同</a:t>
            </a:r>
            <a:r>
              <a:rPr lang="zh-CN" altLang="en-US" sz="3200" dirty="0" smtClean="0"/>
              <a:t>）</a:t>
            </a:r>
            <a:endParaRPr lang="zh-CN" altLang="en-US" sz="32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956" y="1628800"/>
            <a:ext cx="8678751" cy="41764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F19872D-9556-4329-8EAC-CC8F604CF08A}"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528" y="53752"/>
            <a:ext cx="9324528" cy="1143000"/>
          </a:xfrm>
        </p:spPr>
        <p:txBody>
          <a:bodyPr>
            <a:normAutofit fontScale="90000"/>
          </a:bodyPr>
          <a:lstStyle/>
          <a:p>
            <a:r>
              <a:rPr lang="zh-CN" altLang="en-US" sz="3100" dirty="0" smtClean="0"/>
              <a:t>第</a:t>
            </a:r>
            <a:r>
              <a:rPr lang="en-US" altLang="zh-CN" sz="3100" dirty="0" smtClean="0"/>
              <a:t>3</a:t>
            </a:r>
            <a:r>
              <a:rPr lang="zh-CN" altLang="en-US" sz="3100" dirty="0" smtClean="0"/>
              <a:t>步：</a:t>
            </a:r>
            <a:r>
              <a:rPr lang="en-US" altLang="zh-CN" sz="3100" dirty="0" smtClean="0">
                <a:highlight>
                  <a:srgbClr val="FFFF00"/>
                </a:highlight>
              </a:rPr>
              <a:t>Data Structure</a:t>
            </a:r>
            <a:r>
              <a:rPr lang="en-US" altLang="zh-CN" sz="3100" dirty="0" smtClean="0"/>
              <a:t> to</a:t>
            </a:r>
            <a:r>
              <a:rPr lang="en-US" altLang="zh-CN" sz="3100" dirty="0" smtClean="0">
                <a:highlight>
                  <a:srgbClr val="FFFF00"/>
                </a:highlight>
              </a:rPr>
              <a:t> Program Structure</a:t>
            </a:r>
            <a:br>
              <a:rPr lang="en-US" altLang="zh-CN" dirty="0" smtClean="0"/>
            </a:br>
            <a:r>
              <a:rPr lang="zh-CN" altLang="en-US" sz="3100" dirty="0" smtClean="0"/>
              <a:t>把有对应关系的单元合为一个处理框，画在相应的层次中</a:t>
            </a:r>
            <a:r>
              <a:rPr lang="en-US" altLang="zh-CN" dirty="0" smtClean="0"/>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2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7564" y="1154920"/>
            <a:ext cx="7976884" cy="5659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EFD8CD3-3AE9-4880-8C60-03440B2C99B3}"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smtClean="0"/>
              <a:t>第</a:t>
            </a:r>
            <a:r>
              <a:rPr lang="en-US" altLang="zh-CN" sz="2800" dirty="0" smtClean="0"/>
              <a:t>4</a:t>
            </a:r>
            <a:r>
              <a:rPr lang="zh-CN" altLang="en-US" sz="2800" dirty="0" smtClean="0"/>
              <a:t>步：在程序结构图中，将操作、条件添加到适当位置。</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33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528762"/>
            <a:ext cx="7455195" cy="4852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432EC5CF-E73B-4D5E-8F17-FD36259464A7}"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 y="0"/>
            <a:ext cx="9144001"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34721E28-D36C-48A2-963A-A2AD2ED7F641}"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2102040" y="2368440"/>
              <a:ext cx="7023240" cy="2559600"/>
            </p14:xfrm>
          </p:contentPart>
        </mc:Choice>
        <mc:Fallback xmlns="">
          <p:pic>
            <p:nvPicPr>
              <p:cNvPr id="3" name="墨迹 2"/>
            </p:nvPicPr>
            <p:blipFill>
              <a:blip r:embed="rId3"/>
            </p:blipFill>
            <p:spPr>
              <a:xfrm>
                <a:off x="2102040" y="2368440"/>
                <a:ext cx="7023240" cy="25596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a:t>
            </a:r>
            <a:r>
              <a:rPr lang="en-US" altLang="zh-CN" dirty="0" smtClean="0"/>
              <a:t>5</a:t>
            </a:r>
            <a:r>
              <a:rPr lang="zh-CN" altLang="en-US" dirty="0" smtClean="0"/>
              <a:t>步：用伪码表示程序</a:t>
            </a:r>
            <a:endParaRPr lang="zh-CN" altLang="en-US" dirty="0"/>
          </a:p>
        </p:txBody>
      </p:sp>
      <p:sp>
        <p:nvSpPr>
          <p:cNvPr id="3" name="内容占位符 2"/>
          <p:cNvSpPr>
            <a:spLocks noGrp="1"/>
          </p:cNvSpPr>
          <p:nvPr>
            <p:ph idx="1"/>
          </p:nvPr>
        </p:nvSpPr>
        <p:spPr/>
        <p:txBody>
          <a:bodyPr/>
          <a:lstStyle/>
          <a:p>
            <a:pPr marL="0" indent="0">
              <a:buNone/>
            </a:pPr>
            <a:r>
              <a:rPr lang="zh-CN" altLang="en-US" dirty="0" smtClean="0">
                <a:solidFill>
                  <a:srgbClr val="FF0000"/>
                </a:solidFill>
              </a:rPr>
              <a:t>请课后</a:t>
            </a:r>
            <a:r>
              <a:rPr lang="zh-CN" altLang="en-US" dirty="0">
                <a:solidFill>
                  <a:srgbClr val="FF0000"/>
                </a:solidFill>
              </a:rPr>
              <a:t>分析</a:t>
            </a:r>
            <a:r>
              <a:rPr lang="zh-CN" altLang="en-US" dirty="0" smtClean="0">
                <a:solidFill>
                  <a:srgbClr val="FF0000"/>
                </a:solidFill>
              </a:rPr>
              <a:t>书上的伪码（</a:t>
            </a:r>
            <a:r>
              <a:rPr lang="en-US" altLang="zh-CN" dirty="0" smtClean="0">
                <a:solidFill>
                  <a:srgbClr val="FF0000"/>
                </a:solidFill>
              </a:rPr>
              <a:t>P135</a:t>
            </a:r>
            <a:r>
              <a:rPr lang="zh-CN" altLang="en-US" dirty="0" smtClean="0">
                <a:solidFill>
                  <a:srgbClr val="FF0000"/>
                </a:solidFill>
              </a:rPr>
              <a:t>）！</a:t>
            </a:r>
            <a:endParaRPr lang="zh-CN" altLang="en-US" dirty="0">
              <a:solidFill>
                <a:srgbClr val="FF0000"/>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D4289765-300E-43CA-B246-C42AFFA263C6}"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l"/>
            <a:r>
              <a:rPr lang="en-US" altLang="zh-CN" dirty="0" smtClean="0"/>
              <a:t>6.6 </a:t>
            </a:r>
            <a:r>
              <a:rPr lang="zh-CN" altLang="en-US" dirty="0" smtClean="0"/>
              <a:t>程序复杂程度的定量度量</a:t>
            </a:r>
            <a:br>
              <a:rPr lang="en-US" altLang="zh-CN" dirty="0" smtClean="0"/>
            </a:br>
            <a:r>
              <a:rPr lang="zh-CN" altLang="en-US" dirty="0" smtClean="0"/>
              <a:t>（</a:t>
            </a:r>
            <a:r>
              <a:rPr lang="en-US" altLang="zh-CN" dirty="0" smtClean="0"/>
              <a:t>Measuring Program Complexity</a:t>
            </a:r>
            <a:r>
              <a:rPr lang="zh-CN" altLang="en-US" dirty="0" smtClean="0"/>
              <a:t>）</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2400" dirty="0" smtClean="0"/>
              <a:t>6.6.1 McCabe</a:t>
            </a:r>
            <a:r>
              <a:rPr lang="zh-CN" altLang="en-US" sz="2400" dirty="0" smtClean="0"/>
              <a:t>方法</a:t>
            </a:r>
            <a:endParaRPr lang="en-US" altLang="zh-CN" sz="2400" dirty="0" smtClean="0"/>
          </a:p>
          <a:p>
            <a:r>
              <a:rPr lang="en-US" altLang="zh-CN" sz="2400" dirty="0" smtClean="0"/>
              <a:t>McCabe</a:t>
            </a:r>
            <a:r>
              <a:rPr lang="zh-CN" altLang="en-US" sz="2400" dirty="0" smtClean="0"/>
              <a:t>方法：</a:t>
            </a:r>
            <a:r>
              <a:rPr lang="zh-CN" altLang="en-US" sz="2400" dirty="0" smtClean="0">
                <a:solidFill>
                  <a:srgbClr val="0000FF"/>
                </a:solidFill>
              </a:rPr>
              <a:t>根据程序控制流的复杂程度</a:t>
            </a:r>
            <a:r>
              <a:rPr lang="zh-CN" altLang="en-US" sz="2400" dirty="0" smtClean="0"/>
              <a:t>定量度量程序的复杂程度，这样度量出的结果称为</a:t>
            </a:r>
            <a:r>
              <a:rPr lang="zh-CN" altLang="en-US" sz="2400" dirty="0" smtClean="0">
                <a:solidFill>
                  <a:srgbClr val="0000FF"/>
                </a:solidFill>
              </a:rPr>
              <a:t>程序的环形复杂度</a:t>
            </a:r>
            <a:r>
              <a:rPr lang="zh-CN" altLang="en-US" sz="2400" dirty="0" smtClean="0"/>
              <a:t>。</a:t>
            </a:r>
            <a:endParaRPr lang="en-US" altLang="zh-CN" sz="2400" dirty="0" smtClean="0"/>
          </a:p>
          <a:p>
            <a:r>
              <a:rPr lang="zh-CN" altLang="en-US" sz="2400" dirty="0" smtClean="0"/>
              <a:t>通常使用</a:t>
            </a:r>
            <a:r>
              <a:rPr lang="zh-CN" altLang="en-US" sz="2400" dirty="0" smtClean="0">
                <a:solidFill>
                  <a:srgbClr val="0000FF"/>
                </a:solidFill>
              </a:rPr>
              <a:t>流图</a:t>
            </a:r>
            <a:r>
              <a:rPr lang="zh-CN" altLang="en-US" sz="2400" dirty="0" smtClean="0"/>
              <a:t>（</a:t>
            </a:r>
            <a:r>
              <a:rPr lang="zh-CN" altLang="en-US" sz="2400" u="sng" dirty="0" smtClean="0"/>
              <a:t>“退化了的”程序流程图</a:t>
            </a:r>
            <a:r>
              <a:rPr lang="zh-CN" altLang="en-US" sz="2400" dirty="0" smtClean="0"/>
              <a:t>，仅仅描绘程序的控制流程）</a:t>
            </a:r>
            <a:endParaRPr lang="en-US" altLang="zh-CN" sz="2400" dirty="0" smtClean="0"/>
          </a:p>
          <a:p>
            <a:r>
              <a:rPr lang="zh-CN" altLang="en-US" sz="2400" dirty="0" smtClean="0"/>
              <a:t>包含复合条件时（</a:t>
            </a:r>
            <a:r>
              <a:rPr lang="zh-CN" altLang="en-US" sz="2400" dirty="0" smtClean="0">
                <a:solidFill>
                  <a:srgbClr val="0000FF"/>
                </a:solidFill>
              </a:rPr>
              <a:t>复合条件</a:t>
            </a:r>
            <a:r>
              <a:rPr lang="zh-CN" altLang="en-US" sz="2400" dirty="0" smtClean="0"/>
              <a:t>：在条件中包含了一个或多个布尔</a:t>
            </a:r>
            <a:r>
              <a:rPr lang="en-US" altLang="zh-CN" sz="2400" dirty="0" smtClean="0"/>
              <a:t>/</a:t>
            </a:r>
            <a:r>
              <a:rPr lang="zh-CN" altLang="en-US" sz="2400" dirty="0" smtClean="0"/>
              <a:t>逻辑运算符），把复合条件分解成若干简单条件，每个简单条件对应流图中的一个结点。</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797C60C4-1BAC-4A14-AEA6-459948B02FC2}"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程序流程图转化为流图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536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1318287"/>
            <a:ext cx="6624736" cy="5182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D25BE1D9-9D2D-4DEC-866D-505F45892171}"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过程设计语言</a:t>
            </a:r>
            <a:r>
              <a:rPr lang="en-US" altLang="zh-CN" dirty="0" smtClean="0"/>
              <a:t>(PDL)</a:t>
            </a:r>
            <a:r>
              <a:rPr lang="zh-CN" altLang="en-US" dirty="0" smtClean="0"/>
              <a:t>翻译成流图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63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1268760"/>
            <a:ext cx="6286500" cy="467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1BF21258-D546-40B5-9859-BEF05F83E411}"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3638550" y="1390650"/>
              <a:ext cx="63500" cy="5029200"/>
            </p14:xfrm>
          </p:contentPart>
        </mc:Choice>
        <mc:Fallback xmlns="">
          <p:pic>
            <p:nvPicPr>
              <p:cNvPr id="5" name="墨迹 4"/>
            </p:nvPicPr>
            <p:blipFill>
              <a:blip r:embed="rId3"/>
            </p:blipFill>
            <p:spPr>
              <a:xfrm>
                <a:off x="3638550" y="1390650"/>
                <a:ext cx="63500" cy="50292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包含复合条件的</a:t>
            </a:r>
            <a:r>
              <a:rPr lang="en-US" altLang="zh-CN" dirty="0" smtClean="0"/>
              <a:t>PDL</a:t>
            </a:r>
            <a:r>
              <a:rPr lang="zh-CN" altLang="en-US" dirty="0" smtClean="0"/>
              <a:t>映射成流图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664" y="1240883"/>
            <a:ext cx="5040560" cy="3765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54573DE3-654B-45F3-A337-3A439C10EDC8}" type="datetime11">
              <a:rPr lang="zh-CN" altLang="en-US" smtClean="0"/>
            </a:fld>
            <a:endParaRPr lang="zh-CN" altLang="en-US"/>
          </a:p>
        </p:txBody>
      </p:sp>
      <p:sp>
        <p:nvSpPr>
          <p:cNvPr id="5" name="矩形 4"/>
          <p:cNvSpPr/>
          <p:nvPr/>
        </p:nvSpPr>
        <p:spPr>
          <a:xfrm>
            <a:off x="1475656" y="5229200"/>
            <a:ext cx="6264696" cy="923330"/>
          </a:xfrm>
          <a:prstGeom prst="rect">
            <a:avLst/>
          </a:prstGeom>
        </p:spPr>
        <p:txBody>
          <a:bodyPr wrap="square">
            <a:spAutoFit/>
          </a:bodyPr>
          <a:lstStyle/>
          <a:p>
            <a:r>
              <a:rPr lang="zh-CN" altLang="en-US" dirty="0"/>
              <a:t>包含复合条件时（</a:t>
            </a:r>
            <a:r>
              <a:rPr lang="zh-CN" altLang="en-US" dirty="0">
                <a:solidFill>
                  <a:srgbClr val="0000FF"/>
                </a:solidFill>
              </a:rPr>
              <a:t>复合条件</a:t>
            </a:r>
            <a:r>
              <a:rPr lang="zh-CN" altLang="en-US" dirty="0"/>
              <a:t>：在条件中包含了一个或多个布尔</a:t>
            </a:r>
            <a:r>
              <a:rPr lang="en-US" altLang="zh-CN" dirty="0"/>
              <a:t>/</a:t>
            </a:r>
            <a:r>
              <a:rPr lang="zh-CN" altLang="en-US" dirty="0"/>
              <a:t>逻辑运算符），把复合条件分解成若干简单条件，每个简单条件对应流图中的一个结点。</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计算环形复杂度的方法</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4684" y="1268760"/>
            <a:ext cx="588645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1610" y="2276872"/>
            <a:ext cx="3032634" cy="3392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67544" y="4365104"/>
            <a:ext cx="4464496" cy="369332"/>
          </a:xfrm>
          <a:prstGeom prst="rect">
            <a:avLst/>
          </a:prstGeom>
          <a:noFill/>
        </p:spPr>
        <p:txBody>
          <a:bodyPr wrap="square" rtlCol="0">
            <a:spAutoFit/>
          </a:bodyPr>
          <a:lstStyle/>
          <a:p>
            <a:r>
              <a:rPr lang="zh-CN" altLang="en-US" dirty="0" smtClean="0">
                <a:solidFill>
                  <a:srgbClr val="FF0000"/>
                </a:solidFill>
              </a:rPr>
              <a:t>右边流图的环形复杂度是多少？</a:t>
            </a:r>
            <a:endParaRPr lang="zh-CN" altLang="en-US" dirty="0">
              <a:solidFill>
                <a:srgbClr val="FF0000"/>
              </a:solidFill>
            </a:endParaRPr>
          </a:p>
        </p:txBody>
      </p:sp>
      <p:sp>
        <p:nvSpPr>
          <p:cNvPr id="5" name="日期占位符 4"/>
          <p:cNvSpPr>
            <a:spLocks noGrp="1"/>
          </p:cNvSpPr>
          <p:nvPr>
            <p:ph type="dt" sz="half" idx="10"/>
          </p:nvPr>
        </p:nvSpPr>
        <p:spPr/>
        <p:txBody>
          <a:bodyPr/>
          <a:lstStyle/>
          <a:p>
            <a:fld id="{CEDCFD1C-51F3-467D-A951-6D237518812A}" type="datetime11">
              <a:rPr lang="zh-CN" altLang="en-US" smtClean="0"/>
            </a:fld>
            <a:endParaRPr lang="zh-CN" altLang="en-US"/>
          </a:p>
        </p:txBody>
      </p:sp>
      <mc:AlternateContent xmlns:mc="http://schemas.openxmlformats.org/markup-compatibility/2006" xmlns:p14="http://schemas.microsoft.com/office/powerpoint/2010/main">
        <mc:Choice Requires="p14">
          <p:contentPart r:id="rId3" p14:bwMode="auto">
            <p14:nvContentPartPr>
              <p14:cNvPr id="6" name="墨迹 5"/>
              <p14:cNvContentPartPr/>
              <p14:nvPr/>
            </p14:nvContentPartPr>
            <p14:xfrm>
              <a:off x="2978280" y="2482920"/>
              <a:ext cx="1257480" cy="781200"/>
            </p14:xfrm>
          </p:contentPart>
        </mc:Choice>
        <mc:Fallback xmlns="">
          <p:pic>
            <p:nvPicPr>
              <p:cNvPr id="6" name="墨迹 5"/>
            </p:nvPicPr>
            <p:blipFill>
              <a:blip r:embed="rId4"/>
            </p:blipFill>
            <p:spPr>
              <a:xfrm>
                <a:off x="2978280" y="2482920"/>
                <a:ext cx="1257480" cy="78120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环形复杂度的用途</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5655" y="1556792"/>
            <a:ext cx="6237869"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日期占位符 2"/>
          <p:cNvSpPr>
            <a:spLocks noGrp="1"/>
          </p:cNvSpPr>
          <p:nvPr>
            <p:ph type="dt" sz="half" idx="10"/>
          </p:nvPr>
        </p:nvSpPr>
        <p:spPr/>
        <p:txBody>
          <a:bodyPr/>
          <a:lstStyle/>
          <a:p>
            <a:fld id="{9BA0DC43-7522-4B2F-B403-37EA0E3E3E9C}" type="datetime11">
              <a:rPr lang="zh-CN" altLang="en-US" smtClean="0"/>
            </a:fld>
            <a:endParaRPr lang="zh-CN" altLang="en-US"/>
          </a:p>
        </p:txBody>
      </p:sp>
      <mc:AlternateContent xmlns:mc="http://schemas.openxmlformats.org/markup-compatibility/2006" xmlns:p14="http://schemas.microsoft.com/office/powerpoint/2010/main">
        <mc:Choice Requires="p14">
          <p:contentPart r:id="rId2" p14:bwMode="auto">
            <p14:nvContentPartPr>
              <p14:cNvPr id="5" name="墨迹 4"/>
              <p14:cNvContentPartPr/>
              <p14:nvPr/>
            </p14:nvContentPartPr>
            <p14:xfrm>
              <a:off x="1517760" y="2266920"/>
              <a:ext cx="5893200" cy="2318040"/>
            </p14:xfrm>
          </p:contentPart>
        </mc:Choice>
        <mc:Fallback xmlns="">
          <p:pic>
            <p:nvPicPr>
              <p:cNvPr id="5" name="墨迹 4"/>
            </p:nvPicPr>
            <p:blipFill>
              <a:blip r:embed="rId3"/>
            </p:blipFill>
            <p:spPr>
              <a:xfrm>
                <a:off x="1517760" y="2266920"/>
                <a:ext cx="5893200" cy="231804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6.6.2 Halstead</a:t>
            </a:r>
            <a:r>
              <a:rPr lang="zh-CN" altLang="en-US" dirty="0" smtClean="0"/>
              <a:t>方法</a:t>
            </a:r>
            <a:endParaRPr lang="zh-CN" altLang="en-US" dirty="0"/>
          </a:p>
        </p:txBody>
      </p:sp>
      <p:sp>
        <p:nvSpPr>
          <p:cNvPr id="3" name="内容占位符 2"/>
          <p:cNvSpPr>
            <a:spLocks noGrp="1"/>
          </p:cNvSpPr>
          <p:nvPr>
            <p:ph idx="1"/>
          </p:nvPr>
        </p:nvSpPr>
        <p:spPr>
          <a:xfrm>
            <a:off x="539552" y="1628800"/>
            <a:ext cx="8229600" cy="3384376"/>
          </a:xfrm>
        </p:spPr>
        <p:txBody>
          <a:bodyPr>
            <a:normAutofit lnSpcReduction="10000"/>
          </a:bodyPr>
          <a:lstStyle/>
          <a:p>
            <a:r>
              <a:rPr lang="zh-CN" altLang="en-US" dirty="0"/>
              <a:t>根据</a:t>
            </a:r>
            <a:r>
              <a:rPr lang="zh-CN" altLang="en-US" dirty="0" smtClean="0"/>
              <a:t>程序中</a:t>
            </a:r>
            <a:r>
              <a:rPr lang="zh-CN" altLang="en-US" dirty="0" smtClean="0">
                <a:solidFill>
                  <a:srgbClr val="0000FF"/>
                </a:solidFill>
              </a:rPr>
              <a:t>运算符和操作数的总数</a:t>
            </a:r>
            <a:r>
              <a:rPr lang="zh-CN" altLang="en-US" dirty="0" smtClean="0"/>
              <a:t>来度量程序的复杂程度</a:t>
            </a:r>
            <a:endParaRPr lang="en-US" altLang="zh-CN" dirty="0" smtClean="0"/>
          </a:p>
          <a:p>
            <a:r>
              <a:rPr lang="zh-CN" altLang="en-US" dirty="0" smtClean="0"/>
              <a:t>定义：</a:t>
            </a:r>
            <a:endParaRPr lang="en-US" altLang="zh-CN" dirty="0" smtClean="0"/>
          </a:p>
          <a:p>
            <a:pPr marL="914400" lvl="1" indent="-514350">
              <a:buFont typeface="+mj-ea"/>
              <a:buAutoNum type="circleNumDbPlain"/>
            </a:pPr>
            <a:r>
              <a:rPr lang="en-US" altLang="zh-CN" sz="2400" dirty="0" smtClean="0"/>
              <a:t>n</a:t>
            </a:r>
            <a:r>
              <a:rPr lang="en-US" altLang="zh-CN" sz="2400" baseline="-25000" dirty="0" smtClean="0"/>
              <a:t>1</a:t>
            </a:r>
            <a:r>
              <a:rPr lang="en-US" altLang="zh-CN" sz="2400" dirty="0" smtClean="0"/>
              <a:t>: </a:t>
            </a:r>
            <a:r>
              <a:rPr lang="zh-CN" altLang="en-US" sz="2400" dirty="0" smtClean="0"/>
              <a:t>程序中不同运算符（包括关键字）个数；</a:t>
            </a:r>
            <a:endParaRPr lang="en-US" altLang="zh-CN" sz="2400" dirty="0"/>
          </a:p>
          <a:p>
            <a:pPr marL="914400" lvl="1" indent="-514350">
              <a:buFont typeface="+mj-ea"/>
              <a:buAutoNum type="circleNumDbPlain"/>
            </a:pPr>
            <a:r>
              <a:rPr lang="en-US" altLang="zh-CN" sz="2800" dirty="0" smtClean="0"/>
              <a:t>n</a:t>
            </a:r>
            <a:r>
              <a:rPr lang="en-US" altLang="zh-CN" sz="2800" baseline="-25000" dirty="0" smtClean="0"/>
              <a:t>2</a:t>
            </a:r>
            <a:r>
              <a:rPr lang="en-US" altLang="zh-CN" sz="2800" dirty="0" smtClean="0"/>
              <a:t>: </a:t>
            </a:r>
            <a:r>
              <a:rPr lang="zh-CN" altLang="en-US" sz="2800" dirty="0" smtClean="0"/>
              <a:t>程序中不同操作数（变量和常数）个数；</a:t>
            </a:r>
            <a:endParaRPr lang="en-US" altLang="zh-CN" dirty="0"/>
          </a:p>
          <a:p>
            <a:pPr marL="914400" lvl="1" indent="-514350">
              <a:buFont typeface="+mj-ea"/>
              <a:buAutoNum type="circleNumDbPlain"/>
            </a:pPr>
            <a:r>
              <a:rPr lang="en-US" altLang="zh-CN" sz="2800" dirty="0" smtClean="0"/>
              <a:t>N</a:t>
            </a:r>
            <a:r>
              <a:rPr lang="en-US" altLang="zh-CN" sz="2800" baseline="-25000" dirty="0" smtClean="0"/>
              <a:t>1</a:t>
            </a:r>
            <a:r>
              <a:rPr lang="en-US" altLang="zh-CN" sz="2800" dirty="0" smtClean="0"/>
              <a:t>: </a:t>
            </a:r>
            <a:r>
              <a:rPr lang="zh-CN" altLang="en-US" sz="2800" dirty="0" smtClean="0"/>
              <a:t>运算符总次数（或个数）；</a:t>
            </a:r>
            <a:endParaRPr lang="en-US" altLang="zh-CN" dirty="0"/>
          </a:p>
          <a:p>
            <a:pPr marL="914400" lvl="1" indent="-514350">
              <a:buFont typeface="+mj-ea"/>
              <a:buAutoNum type="circleNumDbPlain"/>
            </a:pPr>
            <a:r>
              <a:rPr lang="en-US" altLang="zh-CN" sz="2800" dirty="0" smtClean="0"/>
              <a:t>N</a:t>
            </a:r>
            <a:r>
              <a:rPr lang="en-US" altLang="zh-CN" sz="2800" baseline="-25000" dirty="0" smtClean="0"/>
              <a:t>2</a:t>
            </a:r>
            <a:r>
              <a:rPr lang="en-US" altLang="zh-CN" sz="2800" dirty="0" smtClean="0"/>
              <a:t>: </a:t>
            </a:r>
            <a:r>
              <a:rPr lang="zh-CN" altLang="en-US" sz="2800" dirty="0" smtClean="0"/>
              <a:t>操作数总</a:t>
            </a:r>
            <a:r>
              <a:rPr lang="zh-CN" altLang="en-US" dirty="0"/>
              <a:t>次数（或个数） 。</a:t>
            </a:r>
            <a:endParaRPr lang="en-US" altLang="zh-CN" sz="28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p:txBody>
          <a:bodyPr/>
          <a:lstStyle/>
          <a:p>
            <a:fld id="{FEC3D7DA-56AC-45CA-BDFE-2BA9FBF185EF}" type="datetime11">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15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1484784"/>
            <a:ext cx="7224028"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日期占位符 1"/>
          <p:cNvSpPr>
            <a:spLocks noGrp="1"/>
          </p:cNvSpPr>
          <p:nvPr>
            <p:ph type="dt" sz="half" idx="10"/>
          </p:nvPr>
        </p:nvSpPr>
        <p:spPr/>
        <p:txBody>
          <a:bodyPr/>
          <a:lstStyle/>
          <a:p>
            <a:fld id="{4F30C22B-419F-4764-B851-4AE8891ECD38}" type="datetime11">
              <a:rPr lang="zh-CN" altLang="en-US" smtClean="0"/>
            </a:fld>
            <a:endParaRPr lang="zh-CN" altLang="en-US"/>
          </a:p>
        </p:txBody>
      </p:sp>
      <p:sp>
        <p:nvSpPr>
          <p:cNvPr id="3" name="矩形 2"/>
          <p:cNvSpPr/>
          <p:nvPr/>
        </p:nvSpPr>
        <p:spPr>
          <a:xfrm>
            <a:off x="1190824" y="4077072"/>
            <a:ext cx="6837560" cy="1569660"/>
          </a:xfrm>
          <a:prstGeom prst="rect">
            <a:avLst/>
          </a:prstGeom>
        </p:spPr>
        <p:txBody>
          <a:bodyPr wrap="square">
            <a:spAutoFit/>
          </a:bodyPr>
          <a:lstStyle/>
          <a:p>
            <a:pPr marL="514350" indent="-514350">
              <a:buFont typeface="+mj-ea"/>
              <a:buAutoNum type="circleNumDbPlain"/>
            </a:pPr>
            <a:r>
              <a:rPr lang="en-US" altLang="zh-CN" sz="2400" dirty="0"/>
              <a:t>n</a:t>
            </a:r>
            <a:r>
              <a:rPr lang="en-US" altLang="zh-CN" sz="2400" baseline="-25000" dirty="0"/>
              <a:t>1</a:t>
            </a:r>
            <a:r>
              <a:rPr lang="en-US" altLang="zh-CN" sz="2400" dirty="0"/>
              <a:t>: </a:t>
            </a:r>
            <a:r>
              <a:rPr lang="zh-CN" altLang="en-US" sz="2400" dirty="0"/>
              <a:t>程序中不同运算符（包括关键字）个数；</a:t>
            </a:r>
            <a:endParaRPr lang="en-US" altLang="zh-CN" sz="2400" dirty="0"/>
          </a:p>
          <a:p>
            <a:pPr marL="514350" indent="-514350">
              <a:buFont typeface="+mj-ea"/>
              <a:buAutoNum type="circleNumDbPlain"/>
            </a:pPr>
            <a:r>
              <a:rPr lang="en-US" altLang="zh-CN" sz="2400" dirty="0"/>
              <a:t>n</a:t>
            </a:r>
            <a:r>
              <a:rPr lang="en-US" altLang="zh-CN" sz="2400" baseline="-25000" dirty="0"/>
              <a:t>2</a:t>
            </a:r>
            <a:r>
              <a:rPr lang="en-US" altLang="zh-CN" sz="2400" dirty="0"/>
              <a:t>: </a:t>
            </a:r>
            <a:r>
              <a:rPr lang="zh-CN" altLang="en-US" sz="2400" dirty="0"/>
              <a:t>程序中不同操作数（变量和常数）个数；</a:t>
            </a:r>
            <a:endParaRPr lang="en-US" altLang="zh-CN" sz="2400" dirty="0"/>
          </a:p>
          <a:p>
            <a:pPr marL="514350" indent="-514350">
              <a:buFont typeface="+mj-ea"/>
              <a:buAutoNum type="circleNumDbPlain"/>
            </a:pPr>
            <a:r>
              <a:rPr lang="en-US" altLang="zh-CN" sz="2400" dirty="0"/>
              <a:t>N</a:t>
            </a:r>
            <a:r>
              <a:rPr lang="en-US" altLang="zh-CN" sz="2400" baseline="-25000" dirty="0"/>
              <a:t>1</a:t>
            </a:r>
            <a:r>
              <a:rPr lang="en-US" altLang="zh-CN" sz="2400" dirty="0"/>
              <a:t>: </a:t>
            </a:r>
            <a:r>
              <a:rPr lang="zh-CN" altLang="en-US" sz="2400" dirty="0"/>
              <a:t>运算符总次数；</a:t>
            </a:r>
            <a:endParaRPr lang="en-US" altLang="zh-CN" sz="2400" dirty="0"/>
          </a:p>
          <a:p>
            <a:pPr marL="514350" indent="-514350">
              <a:buFont typeface="+mj-ea"/>
              <a:buAutoNum type="circleNumDbPlain"/>
            </a:pPr>
            <a:r>
              <a:rPr lang="en-US" altLang="zh-CN" sz="2400" dirty="0"/>
              <a:t>N</a:t>
            </a:r>
            <a:r>
              <a:rPr lang="en-US" altLang="zh-CN" sz="2400" baseline="-25000" dirty="0"/>
              <a:t>2</a:t>
            </a:r>
            <a:r>
              <a:rPr lang="en-US" altLang="zh-CN" sz="2400" dirty="0"/>
              <a:t>: </a:t>
            </a:r>
            <a:r>
              <a:rPr lang="zh-CN" altLang="en-US" sz="2400" dirty="0"/>
              <a:t>操作数总次数。</a:t>
            </a: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回顾总结第</a:t>
            </a:r>
            <a:r>
              <a:rPr lang="en-US" altLang="zh-CN" dirty="0" smtClean="0"/>
              <a:t>6</a:t>
            </a:r>
            <a:r>
              <a:rPr lang="zh-CN" altLang="en-US" dirty="0" smtClean="0"/>
              <a:t>章</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内容占位符 2"/>
          <p:cNvSpPr>
            <a:spLocks noGrp="1"/>
          </p:cNvSpPr>
          <p:nvPr>
            <p:ph idx="1"/>
          </p:nvPr>
        </p:nvSpPr>
        <p:spPr>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dirty="0" smtClean="0"/>
              <a:t>详细设计概述 </a:t>
            </a:r>
            <a:endParaRPr lang="en-US" altLang="zh-CN" dirty="0" smtClean="0"/>
          </a:p>
          <a:p>
            <a:r>
              <a:rPr lang="zh-CN" altLang="en-US" dirty="0" smtClean="0"/>
              <a:t>结构程序设计</a:t>
            </a:r>
            <a:endParaRPr lang="en-US" altLang="zh-CN" dirty="0" smtClean="0"/>
          </a:p>
          <a:p>
            <a:r>
              <a:rPr lang="zh-CN" altLang="en-US" dirty="0" smtClean="0"/>
              <a:t>人机界面设计</a:t>
            </a:r>
            <a:endParaRPr lang="en-US" altLang="zh-CN" dirty="0" smtClean="0"/>
          </a:p>
          <a:p>
            <a:r>
              <a:rPr lang="zh-CN" altLang="en-US" b="1" dirty="0"/>
              <a:t>过程</a:t>
            </a:r>
            <a:r>
              <a:rPr lang="zh-CN" altLang="en-US" b="1" dirty="0" smtClean="0"/>
              <a:t>设计的工具</a:t>
            </a:r>
            <a:endParaRPr lang="en-US" altLang="zh-CN" b="1" dirty="0" smtClean="0"/>
          </a:p>
          <a:p>
            <a:r>
              <a:rPr lang="zh-CN" altLang="en-US" b="1" dirty="0" smtClean="0"/>
              <a:t>面向数据结构的设计方法 （</a:t>
            </a:r>
            <a:r>
              <a:rPr lang="en-US" altLang="zh-CN" b="1" dirty="0" smtClean="0"/>
              <a:t>Jackson</a:t>
            </a:r>
            <a:r>
              <a:rPr lang="zh-CN" altLang="en-US" b="1" dirty="0" smtClean="0"/>
              <a:t>方法）</a:t>
            </a:r>
            <a:endParaRPr lang="en-US" altLang="zh-CN" b="1" dirty="0" smtClean="0"/>
          </a:p>
          <a:p>
            <a:r>
              <a:rPr lang="zh-CN" altLang="en-US" b="1" dirty="0" smtClean="0"/>
              <a:t>程序复杂程度的定量度量 （重点在</a:t>
            </a:r>
            <a:r>
              <a:rPr lang="en-US" altLang="zh-CN" b="1" dirty="0" smtClean="0"/>
              <a:t>M</a:t>
            </a:r>
            <a:r>
              <a:rPr lang="en-US" altLang="zh-CN" b="1" dirty="0"/>
              <a:t>cCabe</a:t>
            </a:r>
            <a:r>
              <a:rPr lang="zh-CN" altLang="en-US" b="1" dirty="0"/>
              <a:t>方法</a:t>
            </a:r>
            <a:r>
              <a:rPr lang="zh-CN" altLang="en-US" b="1" dirty="0" smtClean="0"/>
              <a:t>）</a:t>
            </a:r>
            <a:endParaRPr lang="zh-CN" altLang="en-US" b="1" dirty="0"/>
          </a:p>
        </p:txBody>
      </p:sp>
      <p:sp>
        <p:nvSpPr>
          <p:cNvPr id="3" name="日期占位符 2"/>
          <p:cNvSpPr>
            <a:spLocks noGrp="1"/>
          </p:cNvSpPr>
          <p:nvPr>
            <p:ph type="dt" sz="half" idx="10"/>
          </p:nvPr>
        </p:nvSpPr>
        <p:spPr/>
        <p:txBody>
          <a:bodyPr/>
          <a:lstStyle/>
          <a:p>
            <a:fld id="{224CE75E-E8CE-46B2-BE00-7D1E0F6D56E5}" type="datetime11">
              <a:rPr lang="zh-CN" altLang="en-US" smtClean="0"/>
            </a:fld>
            <a:endParaRPr lang="zh-CN" altLang="en-US"/>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3556080" y="1638360"/>
              <a:ext cx="2756160" cy="1587960"/>
            </p14:xfrm>
          </p:contentPart>
        </mc:Choice>
        <mc:Fallback xmlns="">
          <p:pic>
            <p:nvPicPr>
              <p:cNvPr id="6" name="墨迹 5"/>
            </p:nvPicPr>
            <p:blipFill>
              <a:blip r:embed="rId2"/>
            </p:blipFill>
            <p:spPr>
              <a:xfrm>
                <a:off x="3556080" y="1638360"/>
                <a:ext cx="2756160" cy="1587960"/>
              </a:xfrm>
              <a:prstGeom prst="rect"/>
            </p:spPr>
          </p:pic>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MWRkYWM2NTk3YTg3N2JkZWYxNzVkMWE0MDlhMjU5MD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6505</Words>
  <Application>WPS 演示</Application>
  <PresentationFormat>全屏显示(4:3)</PresentationFormat>
  <Paragraphs>826</Paragraphs>
  <Slides>80</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80</vt:i4>
      </vt:variant>
    </vt:vector>
  </HeadingPairs>
  <TitlesOfParts>
    <vt:vector size="88" baseType="lpstr">
      <vt:lpstr>Arial</vt:lpstr>
      <vt:lpstr>宋体</vt:lpstr>
      <vt:lpstr>Wingdings</vt:lpstr>
      <vt:lpstr>Calibri Light</vt:lpstr>
      <vt:lpstr>Calibri</vt:lpstr>
      <vt:lpstr>微软雅黑</vt:lpstr>
      <vt:lpstr>Arial Unicode MS</vt:lpstr>
      <vt:lpstr>Office 主题</vt:lpstr>
      <vt:lpstr>Revisiting what we learned last time</vt:lpstr>
      <vt:lpstr>PowerPoint 演示文稿</vt:lpstr>
      <vt:lpstr>PowerPoint 演示文稿</vt:lpstr>
      <vt:lpstr>面向数据流的设计方法中变换分析的步骤</vt:lpstr>
      <vt:lpstr>Q3: 可行性研究、需求分析与总体设计阶段的图形工具有哪些？ </vt:lpstr>
      <vt:lpstr>PowerPoint 演示文稿</vt:lpstr>
      <vt:lpstr>第6章 详细设计</vt:lpstr>
      <vt:lpstr>PowerPoint 演示文稿</vt:lpstr>
      <vt:lpstr>Outline</vt:lpstr>
      <vt:lpstr>6.1 详细设计概述</vt:lpstr>
      <vt:lpstr>详细设计的基本任务</vt:lpstr>
      <vt:lpstr>6.2 结构程序设计</vt:lpstr>
      <vt:lpstr>逐步求精</vt:lpstr>
      <vt:lpstr>逐步求精的要领</vt:lpstr>
      <vt:lpstr>逐步求精的例子</vt:lpstr>
      <vt:lpstr>PowerPoint 演示文稿</vt:lpstr>
      <vt:lpstr>结构程序设计的主要原则</vt:lpstr>
      <vt:lpstr>5种基本控制结构</vt:lpstr>
      <vt:lpstr>结构程序设计的优越性</vt:lpstr>
      <vt:lpstr>PowerPoint 演示文稿</vt:lpstr>
      <vt:lpstr>6.3 人机界面设计</vt:lpstr>
      <vt:lpstr>用户界面应具备的特性</vt:lpstr>
      <vt:lpstr>PowerPoint 演示文稿</vt:lpstr>
      <vt:lpstr>6.3.1 设计问题</vt:lpstr>
      <vt:lpstr>a) 系统响应时间</vt:lpstr>
      <vt:lpstr>b) 用户帮助信息</vt:lpstr>
      <vt:lpstr>c) 出错信息处理</vt:lpstr>
      <vt:lpstr>d) 命令交互</vt:lpstr>
      <vt:lpstr>6.3.2 设计过程</vt:lpstr>
      <vt:lpstr>6.3.3 人机界面设计指南</vt:lpstr>
      <vt:lpstr>a) 一般交互指南</vt:lpstr>
      <vt:lpstr>人机界面的基本类型</vt:lpstr>
      <vt:lpstr>b)信息显示指南</vt:lpstr>
      <vt:lpstr>信息显示的设计指南</vt:lpstr>
      <vt:lpstr>c) 数据输入指南</vt:lpstr>
      <vt:lpstr>6.4 过程设计的工具</vt:lpstr>
      <vt:lpstr>6.4.1 程序流程图</vt:lpstr>
      <vt:lpstr>PowerPoint 演示文稿</vt:lpstr>
      <vt:lpstr>程序流程图的例子</vt:lpstr>
      <vt:lpstr>6.4.2 盒图 （N-S图）</vt:lpstr>
      <vt:lpstr>盒图的基本符号</vt:lpstr>
      <vt:lpstr>Q: 请分析下面的盒图</vt:lpstr>
      <vt:lpstr>盒图小结</vt:lpstr>
      <vt:lpstr>6.4.3 PAD图</vt:lpstr>
      <vt:lpstr>PAD图的基本符号</vt:lpstr>
      <vt:lpstr>N-S图与PAD图的转换 （随堂练习）</vt:lpstr>
      <vt:lpstr>PowerPoint 演示文稿</vt:lpstr>
      <vt:lpstr>Revisiting what we learned last time</vt:lpstr>
      <vt:lpstr>结构化程序</vt:lpstr>
      <vt:lpstr>Q2: 请概括逐步求精在总体设计与详细设计阶段的含义！</vt:lpstr>
      <vt:lpstr>PowerPoint 演示文稿</vt:lpstr>
      <vt:lpstr>6.4.4 判定表</vt:lpstr>
      <vt:lpstr>例：学生奖励政策的判定表</vt:lpstr>
      <vt:lpstr>6.4.5 判定树</vt:lpstr>
      <vt:lpstr>例：用判定树表示计算行李费的算法</vt:lpstr>
      <vt:lpstr>6.4.6 过程设计语言</vt:lpstr>
      <vt:lpstr>PDL的优点</vt:lpstr>
      <vt:lpstr>PDL的例子</vt:lpstr>
      <vt:lpstr>6.5 面向数据结构的设计方法</vt:lpstr>
      <vt:lpstr>6.5.1 Jackson图</vt:lpstr>
      <vt:lpstr>2）选择结构</vt:lpstr>
      <vt:lpstr>3）重复（循环）结构</vt:lpstr>
      <vt:lpstr>Jackson图的优点</vt:lpstr>
      <vt:lpstr>6.5.2 改进的Jackson图</vt:lpstr>
      <vt:lpstr>6.5.3 Jackson方法</vt:lpstr>
      <vt:lpstr>第1步：用Jackson图描绘（表示）I/O的 数据结构。</vt:lpstr>
      <vt:lpstr>第2步：在两个图中指出有直接因果关系(causality)、可以同时处理的单元（对于重复出现的单元，重复的次序和次数必须均相同）</vt:lpstr>
      <vt:lpstr>第3步：Data Structure to Program Structure 把有对应关系的单元合为一个处理框，画在相应的层次中 </vt:lpstr>
      <vt:lpstr>第4步：在程序结构图中，将操作、条件添加到适当位置。</vt:lpstr>
      <vt:lpstr>PowerPoint 演示文稿</vt:lpstr>
      <vt:lpstr>第5步：用伪码表示程序</vt:lpstr>
      <vt:lpstr>6.6 程序复杂程度的定量度量 （Measuring Program Complexity）</vt:lpstr>
      <vt:lpstr>程序流程图转化为流图</vt:lpstr>
      <vt:lpstr>过程设计语言(PDL)翻译成流图</vt:lpstr>
      <vt:lpstr>包含复合条件的PDL映射成流图</vt:lpstr>
      <vt:lpstr>计算环形复杂度的方法</vt:lpstr>
      <vt:lpstr>环形复杂度的用途</vt:lpstr>
      <vt:lpstr>6.6.2 Halstead方法</vt:lpstr>
      <vt:lpstr>PowerPoint 演示文稿</vt:lpstr>
      <vt:lpstr>回顾总结第6章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详细设计</dc:title>
  <dc:creator>Guohua</dc:creator>
  <cp:lastModifiedBy>LV</cp:lastModifiedBy>
  <cp:revision>649</cp:revision>
  <dcterms:created xsi:type="dcterms:W3CDTF">2016-09-26T02:53:00Z</dcterms:created>
  <dcterms:modified xsi:type="dcterms:W3CDTF">2025-10-12T14:35:28Z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5E2233240A6A4AFF96E7FBA2EB4651A9_12</vt:lpwstr>
  </property>
  <property fmtid="{D5CDD505-2E9C-101B-9397-08002B2CF9AE}" pid="3" name="KSOProductBuildVer">
    <vt:lpwstr>2052-12.1.0.23125</vt:lpwstr>
  </property>
</Properties>
</file>