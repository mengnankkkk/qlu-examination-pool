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7.xml" ContentType="application/inkml+xml"/>
  <Override PartName="/ppt/ink/ink8.xml" ContentType="application/inkml+xml"/>
  <Override PartName="/ppt/ink/ink9.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7"/>
  </p:notesMasterIdLst>
  <p:sldIdLst>
    <p:sldId id="304" r:id="rId3"/>
    <p:sldId id="437" r:id="rId4"/>
    <p:sldId id="436" r:id="rId5"/>
    <p:sldId id="256" r:id="rId6"/>
    <p:sldId id="258" r:id="rId7"/>
    <p:sldId id="355" r:id="rId8"/>
    <p:sldId id="259" r:id="rId9"/>
    <p:sldId id="257" r:id="rId10"/>
    <p:sldId id="261" r:id="rId11"/>
    <p:sldId id="262" r:id="rId12"/>
    <p:sldId id="263" r:id="rId13"/>
    <p:sldId id="356" r:id="rId14"/>
    <p:sldId id="264" r:id="rId15"/>
    <p:sldId id="265" r:id="rId16"/>
    <p:sldId id="266" r:id="rId18"/>
    <p:sldId id="267" r:id="rId19"/>
    <p:sldId id="268" r:id="rId20"/>
    <p:sldId id="357" r:id="rId21"/>
    <p:sldId id="269" r:id="rId22"/>
    <p:sldId id="353" r:id="rId23"/>
    <p:sldId id="270" r:id="rId24"/>
    <p:sldId id="271" r:id="rId25"/>
    <p:sldId id="358" r:id="rId26"/>
    <p:sldId id="272" r:id="rId27"/>
    <p:sldId id="273" r:id="rId28"/>
    <p:sldId id="306" r:id="rId29"/>
    <p:sldId id="274" r:id="rId30"/>
    <p:sldId id="275" r:id="rId31"/>
    <p:sldId id="276" r:id="rId32"/>
    <p:sldId id="277" r:id="rId33"/>
    <p:sldId id="278" r:id="rId34"/>
    <p:sldId id="279" r:id="rId35"/>
    <p:sldId id="280" r:id="rId36"/>
    <p:sldId id="281" r:id="rId37"/>
    <p:sldId id="282" r:id="rId38"/>
    <p:sldId id="283" r:id="rId39"/>
    <p:sldId id="284" r:id="rId40"/>
    <p:sldId id="285" r:id="rId41"/>
    <p:sldId id="286" r:id="rId42"/>
    <p:sldId id="447" r:id="rId43"/>
    <p:sldId id="287" r:id="rId44"/>
    <p:sldId id="288" r:id="rId45"/>
    <p:sldId id="289" r:id="rId46"/>
    <p:sldId id="290" r:id="rId47"/>
    <p:sldId id="291" r:id="rId48"/>
    <p:sldId id="682" r:id="rId49"/>
    <p:sldId id="439" r:id="rId50"/>
    <p:sldId id="440" r:id="rId51"/>
    <p:sldId id="448" r:id="rId52"/>
    <p:sldId id="451" r:id="rId53"/>
    <p:sldId id="292" r:id="rId54"/>
    <p:sldId id="382" r:id="rId55"/>
    <p:sldId id="295" r:id="rId56"/>
    <p:sldId id="296" r:id="rId57"/>
    <p:sldId id="297" r:id="rId58"/>
    <p:sldId id="360" r:id="rId59"/>
    <p:sldId id="298" r:id="rId60"/>
    <p:sldId id="618" r:id="rId61"/>
    <p:sldId id="299" r:id="rId62"/>
    <p:sldId id="300" r:id="rId63"/>
    <p:sldId id="301" r:id="rId64"/>
    <p:sldId id="302" r:id="rId65"/>
    <p:sldId id="303" r:id="rId66"/>
    <p:sldId id="653" r:id="rId67"/>
    <p:sldId id="305" r:id="rId68"/>
    <p:sldId id="449" r:id="rId69"/>
    <p:sldId id="361" r:id="rId70"/>
    <p:sldId id="362" r:id="rId71"/>
    <p:sldId id="363" r:id="rId72"/>
    <p:sldId id="364" r:id="rId73"/>
    <p:sldId id="359" r:id="rId74"/>
    <p:sldId id="365" r:id="rId75"/>
    <p:sldId id="366" r:id="rId76"/>
    <p:sldId id="367" r:id="rId77"/>
    <p:sldId id="368" r:id="rId78"/>
    <p:sldId id="369" r:id="rId79"/>
    <p:sldId id="370" r:id="rId80"/>
    <p:sldId id="371" r:id="rId81"/>
    <p:sldId id="372" r:id="rId82"/>
    <p:sldId id="374" r:id="rId83"/>
    <p:sldId id="373" r:id="rId84"/>
    <p:sldId id="443" r:id="rId85"/>
    <p:sldId id="375" r:id="rId86"/>
    <p:sldId id="376" r:id="rId87"/>
    <p:sldId id="377" r:id="rId88"/>
    <p:sldId id="450" r:id="rId89"/>
    <p:sldId id="378" r:id="rId90"/>
    <p:sldId id="379" r:id="rId91"/>
    <p:sldId id="380" r:id="rId92"/>
    <p:sldId id="381" r:id="rId93"/>
    <p:sldId id="438" r:id="rId94"/>
    <p:sldId id="444" r:id="rId95"/>
  </p:sldIdLst>
  <p:sldSz cx="12192000" cy="6858000"/>
  <p:notesSz cx="6858000" cy="9144000"/>
  <p:custDataLst>
    <p:tags r:id="rId100"/>
  </p:custDataLst>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uohua" initials="G"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2559" autoAdjust="0"/>
  </p:normalViewPr>
  <p:slideViewPr>
    <p:cSldViewPr snapToGrid="0" showGuides="1">
      <p:cViewPr varScale="1">
        <p:scale>
          <a:sx n="63" d="100"/>
          <a:sy n="63" d="100"/>
        </p:scale>
        <p:origin x="780" y="60"/>
      </p:cViewPr>
      <p:guideLst>
        <p:guide orient="horz" pos="2160"/>
        <p:guide pos="3840"/>
      </p:guideLst>
    </p:cSldViewPr>
  </p:slideViewPr>
  <p:notesTextViewPr>
    <p:cViewPr>
      <p:scale>
        <a:sx n="1" d="1"/>
        <a:sy n="1" d="1"/>
      </p:scale>
      <p:origin x="0" y="0"/>
    </p:cViewPr>
  </p:notesTextViewPr>
  <p:gridSpacing cx="72005" cy="72005"/>
</p:viewPr>
</file>

<file path=ppt/_rels/presentation.xml.rels><?xml version="1.0" encoding="UTF-8" standalone="yes"?>
<Relationships xmlns="http://schemas.openxmlformats.org/package/2006/relationships"><Relationship Id="rId99" Type="http://schemas.openxmlformats.org/officeDocument/2006/relationships/commentAuthors" Target="commentAuthors.xml"/><Relationship Id="rId98" Type="http://schemas.openxmlformats.org/officeDocument/2006/relationships/tableStyles" Target="tableStyles.xml"/><Relationship Id="rId97" Type="http://schemas.openxmlformats.org/officeDocument/2006/relationships/viewProps" Target="viewProps.xml"/><Relationship Id="rId96" Type="http://schemas.openxmlformats.org/officeDocument/2006/relationships/presProps" Target="presProps.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notesMaster" Target="notesMasters/notesMaster1.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0" Type="http://schemas.openxmlformats.org/officeDocument/2006/relationships/tags" Target="tags/tag2.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png"/></Relationships>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9-24T08:43:50"/>
    </inkml:context>
    <inkml:brush xml:id="br0">
      <inkml:brushProperty name="width" value="0.05292" units="cm"/>
      <inkml:brushProperty name="height" value="0.05292" units="cm"/>
      <inkml:brushProperty name="color" value="#ff0000"/>
    </inkml:brush>
  </inkml:definitions>
  <inkml:trace contextRef="#ctx0" brushRef="#br0">7532.000 4075.000,'0.000'0.000,"-18.000"0.000,18.000 17.000,0.000 19.000,0.000-19.000,0.000 18.000,0.000 1.000,0.000-1.000,0.000 0.000,0.000 18.000,0.000-35.000,0.000 17.000,0.000 0.000,0.000-17.000,0.000 0.000,0.000-1.000,18.000 19.000,-18.000-19.000,17.000 18.000,1.000 1.000,-18.000-1.000,0.000-17.000,0.000 17.000,18.000 0.000,-18.000-17.000,0.000 0.000,0.000 17.000,17.000 0.000,1.000 0.000,-18.000 1.000,0.000-19.000,18.000 1.000,-1.000-18.000</inkml:trace>
  <inkml:trace contextRef="#ctx0" brushRef="#br0">11042.000 4057.000,'0.000'-35.000,"18.000"17.000,-18.000 0.000,0.000 1.000,17.000-1.000,-17.000 0.000,18.000 1.000,0.000-1.000,-1.000-17.000,-17.000 17.000,18.000 18.000,-1.000-17.000,-17.000-1.000,18.000 0.000,0.000 1.000,-1.000-1.000,1.000 0.000,0.000 18.000,-1.000 0.000,1.000-17.000,0.000 17.000,-1.000-18.000,1.000 18.000,-1.000 0.000,1.000 0.000,0.000 0.000,-1.000 0.000,1.000 0.000,0.000 0.000,-1.000 0.000,1.000 0.000,0.000 0.000,-18.000 18.000,17.000 35.000,-17.000 0.000,0.000-18.000,0.000 18.000,0.000-18.000,0.000 18.000,0.000 0.000,0.000 0.000,0.000-18.000,0.000 36.000,0.000-18.000,-35.000-18.000,0.000 18.000,-1.000-18.000,1.000 18.000,0.000-18.000,0.000-17.000,-36.000 0.000,36.000-1.000,17.000 1.000,0.000-1.000,1.000 1.000,-1.000-18.000,1.000 0.000,17.000 18.000,-36.000-18.000,19.000 35.000,-1.000-35.000,18.000 18.000,0.000-1.000,-18.000 1.000,71.000-18.000,0.000 0.000,18.000 0.000,-1.000 0.000,1.000 0.000,-18.000 0.000,-18.000 0.000,0.000 0.000,-17.000 0.000,0.000 0.000,-1.000 0.000,1.000 0.000,-1.000 0.000</inkml:trace>
  <inkml:trace contextRef="#ctx0" brushRef="#br0">15240.000 3598.000,'0.000'-17.000,"0.000"-1.000,18.000 0.000,17.000 1.000,0.000-1.000,18.000 1.000,0.000-1.000,0.000 18.000,35.000-35.000,-35.000 35.000,-18.000 0.000,18.000 0.000,-17.000 0.000,-1.000 0.000,-18.000 0.000,19.000 0.000,-19.000 0.000,1.000 0.000,0.000 0.000,17.000 0.000,-17.000 0.000,-1.000 0.000,1.000 0.000,-1.000 0.000,-17.000 35.000,18.000 18.000,-18.000 17.000,0.000-17.000,0.000 0.000,18.000-18.000,-1.000 1.000,-17.000-1.000,0.000 18.000,0.000-35.000,0.000 17.000,0.000-18.000,0.000 19.000,0.000 34.000,-53.000-34.000,-17.000 34.000,17.000-52.000,-35.000-1.000,35.000-17.000,0.000 18.000,0.000-18.000,18.000 0.000,-36.000 0.000,36.000 18.000,17.000-1.000,71.000-34.000,-17.000 17.000,-1.000 0.000,-18.000 0.000,1.000 0.000,0.000 0.000,-1.000 0.000,1.000 0.000,17.000 0.000,18.000 0.000,-18.000 17.000,1.000 19.000,-1.000 34.000,18.000-17.000,-18.000 0.000,-17.000-18.000,17.000 18.000,0.000-35.000,-35.000-1.000,0.000 1.000,0.000 0.000,0.000 17.000,0.000-17.000,0.000-1.000,0.000 1.000,0.000 17.000,0.000 1.000,0.000-1.000,0.000 0.000,0.000-17.000,-17.000-1.000,-19.000 1.000,36.000 0.000,-17.000-1.000,-1.000-17.000,-35.000 18.000,0.000 0.000,-17.000-1.000,17.000-17.000,-18.000 0.000,36.000 0.000,17.000 0.000,-17.000 0.000,18.000 0.000,-1.000 0.000,0.000 0.000,-17.000 0.000,0.000 0.000,-1.000 0.000,19.000 0.000,-1.000 0.000,0.000 0.000,1.000 0.000</inkml:trace>
  <inkml:trace contextRef="#ctx0" brushRef="#br0">18609.000 3246.000,'-18.000'0.000,"1.000"52.000,-1.000-16.000,18.000 17.000,-18.000 35.000,-34.000 0.000,34.000-17.000,0.000 17.000,1.000 88.000,-19.000-52.000,19.000-36.000,-1.000-18.000,0.000-34.000,1.000-1.000,-1.000-17.000,18.000-1.000,-17.000 1.000,17.000 0.000,-18.000-1.000,0.000 1.000,18.000-1.000,0.000 1.000,0.000 17.000,0.000-17.000,0.000 0.000,0.000-1.000,53.000-17.000,35.000 0.000,36.000 36.000,140.000 16.000,-17.000-34.000,0.000 53.000,36.000-54.000,-72.000-17.000,-34.000 0.000,-54.000 0.000,-70.000 0.000,0.000 0.000,35.000 0.000,-35.000 0.000,-35.000 0.000,-1.000 0.000,1.000 0.000</inkml:trace>
  <inkml:trace contextRef="#ctx0" brushRef="#br0">19279.000 3563.000,'-35.000'53.000,"35.000"0.000,-18.000 35.000,18.000-17.000,0.000 17.000,-17.000 18.000,-1.000-18.000,18.000-18.000,0.000-17.000,0.000 36.000,0.000-37.000,0.000-16.000,0.000-1.000,-18.000 0.000,18.000 1.000,0.000-1.000,0.000 0.000,0.000 0.000,0.000 1.000,0.000-1.000,-17.000 36.000,-1.000-54.000,18.000 18.000,0.000 1.000,0.000-19.000,0.000 1.000,0.000 17.000,0.000 1.000,-17.000-1.000,17.000 0.000,0.000-17.000,0.000-1.000,-18.000 1.000,0.000 0.000,18.000-1.000,0.000 1.000,0.000 0.000</inkml:trace>
  <inkml:trace contextRef="#ctx0" brushRef="#br0">22401.000 3122.000,'-17.000'-18.000,"17.000"71.000,0.000 0.000,0.000 18.000,0.000-18.000,0.000 35.000,0.000-17.000,0.000 17.000,0.000-18.000,0.000 18.000,0.000-17.000,0.000 0.000,0.000-19.000,0.000 1.000,0.000-35.000,0.000 0.000,0.000-1.000,17.000-17.000,19.000 0.000,17.000 0.000,17.000-17.000,-17.000-1.000,35.000 18.000,-35.000 0.000,0.000 0.000,-18.000-18.000,18.000 18.000,0.000 0.000,-35.000 0.000,-1.000 0.000,19.000 0.000,-1.000 18.000,0.000 17.000,1.000 1.000,-19.000-19.000,1.000-17.000,-18.000 18.000,0.000 17.000,0.000 0.000,0.000 18.000,0.000 0.000,0.000 18.000,0.000-54.000,0.000 54.000,0.000-36.000,0.000 1.000,0.000-19.000,0.000 18.000,0.000 1.000,-18.000-1.000,1.000-17.000,-1.000-18.000,-17.000 17.000,-1.000 1.000,-17.000-18.000,-52.000 0.000,34.000 0.000,-70.000 0.000,35.000 0.000,53.000 0.000,-35.000 0.000,17.000 0.000,1.000 0.000,17.000 0.000,35.000 0.000,1.000 0.000,-36.000 0.000,18.000 0.000,-18.000 0.000,35.000 0.000,-17.000 0.000,17.000 0.000,0.000 0.000</inkml:trace>
  <inkml:trace contextRef="#ctx0" brushRef="#br0">22384.000 3104.000,'141.000'18.000,"-71.000"-18.000,54.000 18.000,-54.000-1.000,54.000 19.000,-71.000-19.000,-18.000 1.000,0.000-18.000,-17.000 0.000,0.000 0.000,-1.000 0.000,1.000 0.000,0.000 0.000,-1.000 0.000,1.000 0.000,0.000 0.000,-1.000 18.000,1.000-18.000,52.000 17.000,-17.000 1.000,0.000-1.000,-18.000-17.000,-17.000 0.000</inkml:trace>
  <inkml:trace contextRef="#ctx0" brushRef="#br0">25241.000 8414.000,'-35.000'0.000,"0.000"17.000,-53.000 1.000,52.000 0.000,1.000-1.000,-18.000 1.000,-18.000 17.000,36.000-17.000,-18.000 0.000,18.000 17.000,0.000-18.000,-1.000 36.000,1.000-53.000,0.000 36.000,17.000-19.000,1.000 1.000,-19.000 35.000,1.000-18.000,17.000 0.000,1.000 1.000,-36.000-1.000,35.000 0.000,18.000-17.000,0.000 17.000,-53.000 0.000,53.000 1.000,0.000 17.000,-17.000 0.000,17.000-18.000,-18.000 53.000,0.000-35.000,18.000-18.000,0.000 18.000,0.000-18.000,0.000 18.000,0.000-17.000,0.000 16.000,0.000-16.000,0.000 34.000,0.000-52.000,0.000 17.000,0.000 1.000,0.000 34.000,0.000-52.000,0.000 17.000,0.000 0.000,0.000 36.000,0.000-36.000,0.000 0.000,0.000 1.000,0.000-19.000,18.000 19.000,-18.000-19.000,35.000 1.000,-17.000-18.000,0.000 0.000,-1.000 0.000,54.000 17.000,-71.000 1.000,53.000-18.000,17.000 0.000,-17.000 0.000,0.000 0.000,0.000 0.000,35.000 0.000,-35.000-35.000,88.000-53.000,-123.000 35.000,17.000 17.000,18.000 1.000,0.000-18.000,-35.000 18.000,17.000 0.000,-17.000-1.000,-1.000-16.000,1.000 52.000,-1.000-18.000,-17.000 0.000,0.000 1.000,0.000-1.000,0.000 0.000,0.000-35.000,0.000 36.000,0.000-1.000,0.000-17.000,0.000 17.000,-17.000 1.000,17.000-1.000,-18.000 0.000,18.000 1.000,-35.000-1.000,0.000 0.000,-1.000-17.000,1.000 17.000,17.000 18.000,-34.000-17.000,16.000 17.000,19.000 0.000,-1.000 0.000,-17.000-18.000,-1.000 18.000,-17.000-17.000,18.000-1.000,18.000 18.000,-19.000 0.000,19.000 0.000,-19.000 0.000,19.000 0.000,-1.000 0.000,0.000 0.000,-17.000 0.000,0.000 0.000,-36.000 0.000,54.000 0.000,-19.000 0.000,19.000 0.000,-1.000 0.000,1.000 0.000,-1.000 0.000,0.000 0.000,1.000 0.000</inkml:trace>
  <inkml:trace contextRef="#ctx0" brushRef="#br0">16492.000 7726.000,'71.000'0.000,"-1.000"0.000,19.000 0.000,-19.000 0.000,1.000 0.000,-18.000 0.000,0.000 0.000,-36.000 0.000,1.000 0.000,0.000 0.000,-1.000 0.000,1.000 0.000,-1.000 0.000,1.000 0.000,0.000 0.000,-1.000-18.000,36.000 1.000,-17.000 17.000,-19.000 0.000,1.000 0.000,-1.000 0.000,-17.000 17.000,-35.000 36.000,18.000-18.000,17.000 18.000,0.000-17.000,-18.000 17.000,-17.000-1.000,17.000 37.000,0.000-36.000,1.000-18.000,-1.000 35.000,18.000-17.000,-18.000-17.000,18.000-19.000,0.000 1.000,0.000-1.000,-17.000 19.000,-1.000-1.000,1.000 0.000,17.000-17.000</inkml:trace>
  <inkml:trace contextRef="#ctx0" brushRef="#br0">16034.000 11060.000,'0.000'-18.000,"17.000"0.000,-17.000 1.000,0.000-19.000,0.000 19.000,0.000-1.000,0.000 0.000,0.000-17.000,0.000 18.000,0.000-19.000,0.000 19.000,0.000-1.000,0.000 0.000,0.000 1.000,-17.000 17.000,-1.000-18.000,-17.000 0.000,0.000 18.000,-18.000 0.000,17.000 0.000,1.000 0.000,0.000 0.000,0.000 0.000,17.000 0.000,0.000 0.000,1.000 0.000,-1.000 0.000,0.000 0.000,1.000 0.000,-19.000 0.000,1.000 18.000,35.000 0.000,-35.000 17.000,-18.000 0.000,35.000 1.000,18.000-19.000,0.000 18.000,0.000-17.000,0.000 0.000,0.000-1.000,0.000 1.000,0.000 0.000,36.000-1.000,34.000 19.000,-17.000-1.000,35.000 18.000,-35.000-36.000,18.000 19.000,-18.000-19.000,0.000 1.000,-18.000 0.000,-18.000-18.000,1.000 35.000,-18.000 0.000,0.000-17.000,0.000-1.000,0.000 1.000,0.000 0.000,0.000 17.000,-35.000 0.000,0.000 1.000,-1.000-19.000,19.000 18.000,-19.000-35.000,19.000 0.000,-1.000 0.000,0.000 0.000,1.000 0.000,-1.000 0.000,1.000 0.000,17.000-35.000,0.000 18.000,0.000-1.000,0.000-35.000,0.000 35.000,0.000-17.000,0.000 17.000,0.000-17.000,0.000 0.000,0.000 0.000,0.000 17.000,0.000 0.000,0.000 1.000,0.000-1.000,0.000 0.000,0.000 1.000,0.000-18.000,17.000 17.000,-17.000 0.000,18.000 1.000,17.000-19.000,-17.000 19.000,-1.000-1.000,1.000 18.000,0.000-18.000,-1.000 18.000,1.000-17.000,0.000-1.000,-1.000 18.000,1.000-18.000,-1.000 18.000,1.000 0.000,0.000-17.000,-1.000 17.000,1.000 0.000,0.000-18.000,-1.000 18.000</inkml:trace>
  <inkml:trace contextRef="#ctx0" brushRef="#br0">15769.000 14446.000,'18.000'0.000,"-1.000"-17.000,1.000-1.000,0.000 0.000,-1.000 18.000,-17.000-17.000,0.000-1.000,0.000 0.000,0.000 1.000,0.000-1.000,0.000 1.000,0.000-1.000,0.000-17.000,0.000 17.000,-35.000 0.000,17.000 18.000,1.000-17.000,-18.000-1.000,17.000 18.000,18.000-18.000,-18.000 18.000,1.000 0.000,-1.000 0.000,0.000 0.000,1.000 0.000,-1.000 0.000,0.000 0.000,1.000 0.000,-1.000 0.000,1.000 0.000,-1.000 0.000,0.000 0.000,1.000 0.000,-1.000 0.000,0.000 0.000,1.000 0.000,-1.000 0.000,0.000 0.000,-17.000 0.000,17.000 18.000,1.000-18.000,-1.000 18.000,1.000-1.000,17.000 1.000,-18.000 0.000,-17.000 17.000,-18.000 0.000,53.000-17.000,0.000 17.000,-18.000 0.000,0.000-17.000,18.000 17.000,0.000-17.000,0.000 0.000,0.000-1.000,0.000 1.000,18.000-1.000,17.000 1.000,1.000-18.000,-1.000 0.000,71.000 0.000,-71.000 0.000,18.000 0.000,-18.000 0.000,18.000 0.000,-35.000 0.000,17.000-18.000,-17.000 1.000,17.000-1.000,-17.000 18.000,-18.000-17.000,17.000 17.000,1.000-18.000,0.000 0.000,17.000 1.000,-35.000-1.000,17.000 0.000,1.000 1.000,0.000-1.000,-1.000 0.000,-17.000 1.000,18.000-1.000,0.000 1.000,-1.000-1.000,1.000 18.000,-18.000-18.000,0.000 1.000,18.000-1.000,-18.000 36.000,0.000 17.000,0.000-17.000,0.000-1.000,0.000 18.000,0.000-17.000,0.000 35.000,0.000-35.000,-18.000 17.000,0.000 0.000,18.000 0.000,0.000-17.000,0.000 17.000,0.000-17.000,0.000 0.000,0.000-1.000,-17.000 19.000,17.000-19.000,0.000 1.000,-18.000-1.000,18.000 19.000,0.000-1.000,0.000-17.000,0.000-1.000,-18.000 19.000,1.000-19.000,17.000 1.000,0.000 0.000,0.000 17.000,0.000-18.000,0.000 1.000,0.000 0.000,0.000-1.000,0.000 1.000,0.000 17.000,0.000-17.000,0.000 0.000</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9-24T08:43:50"/>
    </inkml:context>
    <inkml:brush xml:id="br0">
      <inkml:brushProperty name="width" value="0.05292" units="cm"/>
      <inkml:brushProperty name="height" value="0.05292" units="cm"/>
      <inkml:brushProperty name="color" value="#ff0000"/>
    </inkml:brush>
  </inkml:definitions>
  <inkml:trace contextRef="#ctx0" brushRef="#br0">8908.000 9719.000,'17.000'0.000,"19.000"0.000,16.000 0.000,37.000 0.000,-19.000 0.000,36.000 0.000,-18.000 0.000,-17.000 0.000,17.000-18.000,-35.000 18.000,0.000 0.000,-18.000 0.000,-17.000 0.000,-1.000 0.000,1.000 0.000,0.000 0.000,-1.000 0.000,19.000 0.000,-19.000 0.000,19.000 0.000,-1.000-17.000,-18.000 17.000,1.000 0.000,17.000 0.000,-17.000 0.000,0.000 0.000,-1.000 0.000,19.000 0.000,-1.000 0.000,0.000 0.000,-17.000 0.000,17.000 0.000,0.000 0.000,-17.000 0.000,17.000-18.000,0.000 18.000,18.000 0.000,-17.000 0.000,52.000 0.000,-53.000 0.000,0.000 0.000,1.000 0.000</inkml:trace>
  <inkml:trace contextRef="#ctx0" brushRef="#br0">17233.000 9701.000,'71.000'0.000,"70.000"0.000,-35.000-17.000,0.000 17.000,52.000 0.000,-17.000 0.000,-70.000 0.000,35.000 0.000,-18.000 0.000,-17.000 0.000,-19.000 0.000,19.000 0.000,-18.000 0.000,0.000 0.000,0.000 0.000,-18.000 0.000,-17.000 0.000,-1.000 0.000,1.000 0.000,-18.000-18.000</inkml:trace>
  <inkml:trace contextRef="#ctx0" brushRef="#br0">25365.000 9631.000,'17.000'0.000,"19.000"0.000,17.000 0.000,35.000 0.000,-35.000 0.000,35.000 17.000,-18.000-17.000,-17.000 0.000,18.000 0.000,-36.000 0.000,-17.000 0.000,-1.000 0.000,19.000 0.000,-19.000 0.000,1.000 0.000,17.000 0.000,1.000 0.000,-1.000 0.000,18.000 0.000,-18.000 0.000,0.000 0.000,-17.000 0.000,0.000 0.000,-1.000 0.000,1.000 0.000,0.000 0.000,-1.000 0.000,1.000 0.000,-1.000 0.000,19.000 0.000,-1.000 0.000,0.000 0.000,1.000-17.000,-19.000 17.000,-17.000-18.000,18.000 1.000,-1.000 17.000,1.000-18.000,0.000 18.000,-18.000-18.000,0.000-17.000,0.000 17.000,0.000 1.000,0.000-1.000,0.000 0.000,0.000 1.000,0.000-1.000,0.000-17.000,-18.000 17.000,0.000-17.000,1.000 0.000,-1.000-1.000,1.000 1.000,-19.000-18.000,19.000 18.000,-19.000 0.000,1.000-36.000,0.000 36.000,17.000 0.000,-17.000-1.000,17.000 19.000,18.000-19.000,-17.000 36.000,-1.000-17.000,0.000-1.000,1.000 0.000,-1.000 18.000,18.000-17.000,-18.000 17.000,1.000-18.000,-1.000 1.000,0.000 17.000,1.000 0.000,-1.000 0.000,1.000 0.000,-1.000 0.000,0.000-18.000,1.000 18.000,-19.000 0.000,-17.000 0.000,18.000 0.000,0.000 0.000,0.000 0.000,-1.000 0.000,1.000 0.000,17.000 0.000,1.000 0.000,-54.000 0.000,18.000 0.000,18.000 0.000,-18.000 0.000,18.000 0.000,0.000 0.000,-1.000 0.000,19.000 0.000,-1.000 0.000,0.000 0.000,1.000 0.000,-1.000 0.000,-17.000 0.000,-18.000 18.000,35.000-18.000,1.000 0.000,-1.000 17.000,0.000-17.000,1.000 0.000,-1.000 0.000,-17.000 18.000,17.000-1.000,18.000 1.000,0.000 0.000,-17.000-18.000,17.000 17.000,0.000 1.000,0.000 0.000,0.000-1.000,0.000 1.000,0.000 0.000,0.000 17.000,-18.000 0.000,18.000-17.000,0.000 17.000,0.000 0.000,0.000-17.000,0.000 17.000,0.000 1.000,0.000-1.000,18.000 0.000,-1.000-17.000,-17.000-1.000,0.000 1.000,0.000 0.000,18.000-1.000,-1.000 1.000,-17.000 0.000,18.000-18.000,-18.000 17.000,0.000 1.000,0.000-1.000,18.000 1.000,-18.000 0.000,17.000-1.000,1.000 1.000,-18.000 0.000,0.000-1.000,18.000 1.000,-18.000 0.000,0.000-1.000,17.000 1.000,1.000-18.000,-18.000 17.000,18.000 1.000,-1.000 0.000,-17.000-1.000,18.000-17.000,-18.000 18.000</inkml:trace>
  <inkml:trace contextRef="#ctx0" brushRef="#br0">18521.000 9701.000,'17.000'-17.000,"1.000"-19.000,17.000 19.000,-17.000-18.000,17.000-1.000,1.000-34.000,-19.000 34.000,1.000 1.000,0.000 0.000,-18.000-18.000,0.000 35.000,0.000-17.000,17.000 0.000,-17.000-18.000,0.000 18.000,0.000-1.000,0.000 19.000,0.000-1.000,0.000 0.000,0.000 1.000,0.000-1.000,0.000 0.000,0.000 1.000,0.000-1.000,0.000 1.000,-17.000-19.000,-19.000 1.000,19.000 17.000,17.000-17.000,-36.000 0.000,19.000 0.000,-19.000-1.000,-17.000 1.000,36.000-18.000,-18.000 35.000,-1.000 1.000,19.000-1.000,-19.000 1.000,1.000-19.000,0.000 19.000,-36.000-1.000,71.000 0.000,-35.000 18.000,17.000-17.000,-17.000-1.000,0.000 18.000,0.000 0.000,-1.000 0.000,36.000-18.000,-35.000 18.000,17.000 0.000,1.000 0.000,-1.000 0.000,0.000 0.000,1.000 0.000,-1.000 0.000,0.000 0.000,1.000 0.000,-18.000 0.000,-1.000 0.000,1.000 0.000,0.000 0.000,17.000 0.000,0.000 0.000,1.000 0.000,-18.000 0.000,17.000 0.000,-17.000 0.000,17.000 0.000,0.000 0.000,18.000 18.000,-17.000-18.000,-1.000 0.000,-17.000 0.000,35.000 18.000,-35.000-18.000,17.000 0.000,18.000 17.000,-18.000-17.000,-17.000 18.000,17.000-18.000,-17.000 18.000,35.000-1.000,-35.000-17.000,17.000 18.000,18.000 0.000,0.000-1.000,-18.000 1.000,1.000-1.000,17.000 1.000,0.000 0.000,-18.000-1.000,18.000 1.000,-17.000-18.000,17.000 35.000,-18.000-35.000,18.000 18.000,-18.000 17.000,18.000-17.000,-17.000 17.000,17.000 0.000,0.000-17.000,-18.000 35.000,18.000-18.000,0.000 0.000,0.000-17.000,-18.000 0.000,18.000 17.000,-17.000-17.000,17.000-1.000,0.000 1.000,-18.000 0.000,18.000-1.000,0.000 1.000,0.000 0.000,0.000-1.000,-18.000-17.000,18.000 35.000,0.000-17.000,0.000 0.000,0.000 17.000,0.000 0.000,-17.000-35.000,17.000 18.000,0.000 17.000,0.000 0.000,0.000-17.000,0.000 0.000,0.000 17.000,0.000-17.000,0.000-1.000,0.000 1.000,0.000 0.000,0.000-1.000,0.000 1.000,0.000-1.000,0.000 1.000,0.000 0.000,0.000-1.000,17.000-17.000,-17.000 18.000,0.000 0.000,18.000-18.000,0.000 0.000,-1.000 0.000,36.000 17.000,-17.000-17.000,-1.000 0.000,-18.000 0.000,1.000 0.000,-18.000 18.000,18.000-18.000,-1.000 0.000</inkml:trace>
  <inkml:trace contextRef="#ctx0" brushRef="#br0">10336.000 9631.000,'0.000'-18.000,"18.000"1.000,0.000-1.000,-1.000 0.000,1.000 1.000,17.000-19.000,-17.000 19.000,-18.000-19.000,35.000-16.000,0.000 16.000,-17.000-34.000,17.000 17.000,-17.000 18.000,0.000-18.000,-18.000 0.000,17.000 0.000,-17.000 35.000,0.000-17.000,0.000 0.000,0.000 17.000,0.000 0.000,0.000 1.000,0.000-1.000,0.000 0.000,0.000 1.000,0.000-1.000,-35.000-17.000,0.000 0.000,-36.000-18.000,-52.000 17.000,34.000-34.000,-34.000 17.000,35.000 18.000,-36.000-18.000,71.000 35.000,-17.000-17.000,35.000 35.000,17.000-18.000,0.000 18.000,1.000 0.000,-19.000 0.000,19.000-18.000,-1.000 18.000,-52.000 0.000,34.000 0.000,19.000 0.000,-1.000 0.000,0.000 0.000,1.000 0.000,-1.000 0.000,0.000 0.000,1.000 0.000,-1.000 0.000,1.000 0.000,-1.000 18.000,0.000-18.000,1.000 18.000,-1.000-1.000,0.000 1.000,-17.000 0.000,17.000-1.000,1.000-17.000,-1.000 18.000,18.000 0.000,-17.000-1.000,-1.000-17.000,0.000 0.000,1.000 18.000,-1.000 0.000,0.000-1.000,18.000 1.000,-35.000-1.000,35.000 1.000,-18.000-18.000,18.000 18.000,-17.000-1.000,-1.000-17.000,18.000 18.000,-18.000 0.000,18.000-1.000,-17.000-17.000,17.000 18.000,0.000 0.000,0.000-1.000,-18.000-17.000,18.000 18.000,0.000-1.000,0.000 1.000,0.000 0.000,-17.000-1.000,17.000 1.000,0.000 0.000,-18.000-1.000,18.000 1.000,0.000 0.000,0.000-1.000,0.000 18.000,0.000-17.000,0.000 0.000,-18.000-1.000,18.000 1.000,0.000 0.000,0.000-1.000,0.000 1.000,0.000 0.000,0.000 17.000,0.000 0.000,0.000 0.000,0.000-17.000,0.000 0.000,0.000 17.000,0.000 0.000,0.000-17.000,0.000 0.000,0.000-1.000,0.000 1.000,0.000-1.000,0.000 1.000,0.000 0.000,0.000-1.000,0.000 1.000,0.000 0.000,0.000-1.000,0.000 1.000,0.000 0.000,0.000-1.000,0.000 1.000,0.000-1.000,0.000 1.000,0.000 0.000,18.000-18.000,0.000 0.000,-1.000 17.000,18.000-17.000,-17.000 0.000,0.000 0.000,17.000 18.000,-17.000-18.000,-1.000 0.000,54.000 0.000,-36.000 18.000,18.000-18.000,-18.000 0.000,1.000 17.000,-1.000-17.000,-17.000 0.000,-1.000 0.000,1.000 0.000,-1.000 0.000,1.000 0.000,0.000 0.000,-18.000 18.000,-18.000-18.000</inkml:trace>
  <inkml:trace contextRef="#ctx0" brushRef="#br0">16016.000 3475.000,'-18.000'0.000,"-17.000"0.000,0.000 18.000,-53.000 17.000,35.000 0.000,-35.000 18.000,-1.000-18.000,37.000-17.000,-1.000 17.000,17.000 0.000,-34.000 1.000,17.000-19.000,0.000 1.000,-18.000 17.000,-17.000 18.000,18.000-35.000,-19.000 17.000,1.000 18.000,0.000 18.000,0.000-36.000,0.000 18.000,-1.000-18.000,37.000 0.000,-19.000 18.000,0.000-35.000,1.000 35.000,-18.000 0.000,35.000-18.000,-35.000 0.000,35.000 18.000,-36.000 0.000,-16.000 18.000,-19.000-1.000,1.000 18.000,-1.000-17.000,71.000-36.000,-35.000 36.000,18.000-54.000,-1.000 19.000,18.000-19.000,-35.000 36.000,35.000-17.000,-35.000-1.000,0.000 18.000,-1.000-18.000,1.000 36.000,0.000-18.000,-35.000-18.000,34.000 18.000,36.000-18.000,-35.000 18.000,0.000 0.000,0.000 0.000,0.000 17.000,-18.000 1.000,53.000-18.000,-35.000 0.000,35.000 0.000,-18.000-18.000,36.000 18.000,0.000-18.000,-1.000 0.000,1.000 1.000,17.000-19.000,1.000 19.000,-18.000-1.000,17.000-18.000,0.000 1.000,1.000-18.000,17.000 35.000,-18.000-17.000,0.000 0.000,18.000-1.000,0.000 1.000,-17.000 0.000,-1.000 34.000,0.000-16.000,-34.000-1.000,34.000 0.000,-17.000 18.000,-1.000-35.000,19.000 17.000,-1.000 0.000,0.000-17.000,1.000 0.000,-19.000 17.000,19.000 0.000,-18.000 1.000,17.000-1.000,-17.000 18.000,-18.000 0.000,0.000 17.000,0.000-17.000,18.000 0.000,-36.000 18.000,36.000-36.000,0.000 0.000,-1.000 18.000,-34.000-18.000,34.000 18.000,19.000-53.000,-1.000 18.000,18.000 0.000,-18.000-1.000,18.000 1.000,-17.000 17.000,-1.000-17.000,1.000-1.000,17.000 19.000,-18.000-36.000,0.000 35.000,18.000-17.000,-17.000-1.000,17.000 18.000,0.000-17.000,-18.000 0.000,18.000-1.000,-18.000 1.000,18.000 17.000,-17.000-17.000,-1.000 17.000,0.000 1.000,1.000 16.000,-1.000-16.000,1.000-1.000,-1.000-17.000,0.000-1.000,1.000 1.000,17.000 0.000,-18.000-1.000,18.000 1.000,0.000-1.000,-18.000 1.000,18.000 17.000,0.000-17.000,-17.000 0.000</inkml:trace>
  <inkml:trace contextRef="#ctx0" brushRef="#br0">15875.000 3651.000,'0.000'18.000,"-18.000"0.000,1.000-1.000,-1.000 1.000,0.000-1.000,-17.000 1.000,18.000-18.000,-19.000 35.000,36.000-17.000,-35.000 17.000,-36.000 1.000,19.000 16.000,-1.000 1.000,-18.000-17.000,36.000-19.000,-1.000 19.000,1.000-36.000,0.000 35.000,17.000-35.000,-17.000 18.000,0.000-1.000,17.000 1.000,18.000-1.000,-35.000 1.000,17.000-18.000,1.000 18.000,-19.000-1.000,1.000 1.000,-18.000 0.000,18.000-1.000,0.000 1.000,-1.000 0.000,1.000-18.000,0.000 17.000,-1.000 1.000,1.000-1.000,17.000 1.000,-17.000 0.000,0.000-1.000,0.000 1.000,-1.000 0.000,1.000-1.000,17.000 1.000,1.000 0.000,-1.000-18.000,1.000 17.000,-1.000 1.000,0.000-18.000,1.000 17.000,-19.000 19.000,19.000-19.000,-19.000 19.000,1.000-19.000,0.000 1.000,0.000 17.000,17.000-35.000,0.000 18.000,1.000-18.000,17.000 18.000,-18.000-18.000,0.000 0.000,1.000 17.000,-19.000 1.000,-16.000 35.000,-1.000-36.000,17.000 1.000,1.000 17.000,17.000-17.000,1.000 0.000,-1.000-18.000,1.000 0.000,17.000 17.000,-18.000-17.000,0.000 18.000,1.000-1.000,17.000 1.000,-36.000 0.000,36.000-1.000,-17.000-17.000,-1.000 18.000,-17.000 0.000,35.000 17.000,-35.000-17.000,17.000-1.000,0.000 18.000,-17.000 1.000,17.000-1.000,-17.000 0.000,0.000 1.000,-1.000-1.000,19.000 18.000,-1.000-53.000,1.000 35.000,17.000-17.000,-18.000-1.000,0.000 1.000,18.000 17.000,-17.000-17.000,17.000 17.000,-18.000 0.000,18.000-17.000,0.000 0.000,-18.000 17.000,18.000-17.000,0.000-1.000,0.000 1.000,0.000 0.000,-17.000 17.000,17.000 0.000,0.000 0.000,-18.000 1.000,18.000-1.000,0.000 18.000,-18.000-18.000,18.000 0.000,-17.000-17.000,17.000 17.000,0.000-17.000,-18.000 17.000,18.000 1.000,-17.000-1.000,17.000 35.000,-18.000-34.000,18.000-1.000,0.000-17.000,-18.000-1.000,18.000 1.000,0.000 17.000,0.000-17.000,0.000-1.000,0.000 1.000,0.000 17.000,-17.000 1.000,17.000-1.000,0.000 18.000,0.000-18.000,0.000 36.000,0.000-18.000,0.000-1.000,0.000-16.000,0.000-1.000,0.000 18.000,0.000-18.000,35.000 18.000,-17.000 35.000,-1.000-35.000,1.000 18.000,-1.000-18.000,19.000 0.000,-19.000-18.000,1.000 35.000,35.000-34.000,-35.000-1.000,-18.000-17.000,0.000-1.000,52.000 36.000,-34.000-18.000,17.000-17.000,1.000 17.000,-1.000 1.000,0.000-19.000,1.000 19.000,16.000-1.000,-34.000-17.000,0.000-18.000,-1.000 17.000,19.000 1.000,-19.000-1.000,36.000 19.000,35.000 17.000,1.000 0.000,16.000-36.000,19.000 36.000,-36.000-18.000,36.000 18.000,-19.000 0.000,-16.000-35.000,-54.000-18.000,18.000 17.000,0.000-17.000,17.000 0.000,-34.000 0.000,16.000 0.000,-16.000 0.000,17.000 0.000,0.000 0.000,35.000 0.000,-35.000-17.000,0.000-1.000,-18.000 1.000,0.000 17.000,36.000-18.000,-54.000 18.000,19.000 0.000,-19.000 0.000,1.000-18.000,35.000 18.000,-18.000-17.000,18.000 17.000,35.000-18.000,-17.000 18.000,17.000 0.000,-18.000 0.000,19.000 0.000,-19.000 0.000,-17.000 0.000,18.000 0.000,-36.000 0.000,0.000 0.000,18.000 0.000,-18.000 0.000,-17.000 0.000,-18.000 18.000,35.000-18.000,1.000 0.000,17.000 17.000,-1.000 1.000,1.000-18.000,0.000 18.000,0.000-18.000,-17.000 17.000,-1.000-17.000,-18.000 0.000,1.000 0.000,0.000 0.000,-1.000 18.000,1.000-18.000,0.000 0.000,-1.000 0.000,36.000 17.000,-18.000 1.000,18.000 17.000,-35.000-35.000,0.000 0.000,-1.000 0.000,19.000 0.000,69.000 36.000,-34.000-19.000,0.000-17.000,-19.000 0.000,-16.000 0.000,-19.000 18.000</inkml:trace>
  <inkml:trace contextRef="#ctx0" brushRef="#br0">15822.000 3651.000,'18.000'0.000,"17.000"0.000,0.000 36.000,53.000 16.000,1.000-16.000,34.000 34.000,1.000 1.000,34.000 35.000,1.000-18.000,35.000 18.000,0.000-18.000,-35.000-18.000,17.000-17.000,-52.000 18.000,-1.000-18.000,-17.000-36.000,-18.000 36.000,0.000-35.000,36.000 0.000,-53.000-1.000,52.000 19.000,-17.000-19.000,-18.000 1.000,18.000 17.000,-18.000-17.000,18.000-1.000,-18.000 1.000,0.000 0.000,18.000 35.000,-18.000-36.000,36.000 1.000,-36.000 35.000,18.000-36.000,17.000 19.000,-17.000-19.000,18.000 1.000,-19.000 0.000,-16.000 17.000,-19.000-35.000,-35.000 18.000,1.000-18.000,-1.000 0.000,-17.000 17.000,-1.000-17.000,36.000 0.000,0.000 35.000,35.000-17.000,18.000 0.000,-18.000-1.000,-17.000 1.000,17.000 17.000,-53.000-17.000,1.000-18.000,-19.000 0.000,19.000 18.000,-1.000 17.000,18.000 18.000,35.000-18.000,-35.000 0.000,17.000 18.000,19.000-17.000,-54.000-1.000,18.000 0.000,17.000 36.000,-17.000-36.000,-17.000 0.000,16.000 0.000,1.000 18.000,0.000-35.000,-17.000 0.000,-36.000-1.000,17.000-17.000,1.000 0.000,-18.000 18.000,17.000 0.000,1.000-1.000,17.000 1.000,1.000 17.000,-1.000 0.000,0.000 1.000,18.000-1.000,-18.000 18.000,1.000-35.000,-19.000-18.000,19.000 35.000,-36.000-18.000,35.000 1.000,35.000 17.000,-17.000 36.000,0.000-36.000,35.000 0.000,-52.000 36.000,52.000-36.000,-53.000-17.000,1.000 0.000,-1.000 17.000,18.000-17.000,-18.000-1.000,0.000 18.000,18.000 1.000,-18.000-1.000,18.000-17.000,-17.000-1.000,-19.000 1.000,1.000-18.000,0.000 18.000,-18.000-1.000,35.000-17.000,-18.000 35.000,36.000-17.000,-17.000 0.000,34.000 17.000,-17.000-17.000,-18.000 17.000,1.000-17.000,-19.000-18.000,1.000 17.000,0.000 1.000,-18.000-1.000,35.000 1.000,0.000 0.000,0.000-1.000,36.000 19.000,-36.000-19.000,1.000-17.000,-1.000 18.000,-18.000-18.000,1.000 18.000,35.000 17.000,35.000 35.000,0.000-34.000,1.000 17.000,-1.000-18.000,0.000 18.000,-53.000-18.000,1.000-17.000,-19.000-18.000,-17.000 17.000,35.000-17.000,-17.000 18.000,17.000 17.000,18.000 1.000,18.000 16.000,-36.000-34.000,18.000 0.000,-18.000-1.000,-17.000 1.000,17.000 0.000,18.000 17.000,-18.000-17.000,1.000-1.000,-19.000 1.000,1.000-18.000,0.000 0.000,-1.000 0.000,-17.000 18.000,18.000-1.000,0.000-17.000,-1.000 0.000,18.000 35.000,-17.000 1.000,0.000 34.000,35.000-34.000,0.000 16.000,-18.000 19.000,35.000 17.000,-34.000-35.000,17.000 0.000,0.000 35.000,17.000 18.000,-17.000-53.000,-35.000-18.000,17.000-17.000</inkml:trace>
  <inkml:trace contextRef="#ctx0" brushRef="#br0">21696.000 3916.000,'35.000'0.000,"53.000"0.000,18.000 0.000,35.000 0.000,0.000 0.000,0.000 0.000,-35.000 0.000,0.000 0.000,18.000 0.000,-54.000 0.000,-17.000 0.000,0.000 0.000,-18.000 0.000,36.000 0.000,-18.000 0.000,17.000 0.000,19.000 0.000,52.000 0.000,-36.000 0.000,37.000 0.000,-1.000 0.000,-18.000 0.000,18.000 0.000,-70.000 0.000,35.000 0.000,-18.000 0.000,-35.000 0.000,-18.000 0.000,18.000 0.000,-18.000 0.000,53.000 0.000,-17.000 0.000,35.000 0.000,-36.000 0.000,36.000 0.000,-18.000 0.000,-17.000 0.000,17.000 0.000,-17.000 0.000,-1.000 0.000,1.000 0.000,17.000 0.000,-53.000 0.000,18.000 0.000,18.000 0.000,-36.000-18.000,53.000 18.000,-35.000 0.000,0.000 0.000,35.000 0.000,-52.000 0.000,16.000 0.000,1.000 0.000,-17.000 0.000,17.000 0.000,-1.000 0.000,-16.000 0.000,17.000 0.000,-18.000 0.000,53.000 0.000,-35.000 0.000,0.000 0.000,35.000 0.000,-17.000 0.000,17.000 0.000,-18.000 0.000,19.000 0.000,-36.000 0.000,0.000 0.000,-1.000 0.000,-34.000-17.000,17.000 17.000,-17.000 0.000,-18.000-18.000,18.000 18.000,-1.000-18.000,-17.000 1.000,18.000-1.000,-18.000 0.000,35.000 1.000,-17.000-19.000,-1.000 36.000</inkml:trace>
  <inkml:trace contextRef="#ctx0" brushRef="#br0">27129.000 3951.000,'17.000'0.000,"36.000"0.000,-18.000 35.000,36.000-17.000,0.000 0.000,-1.000-1.000,1.000 36.000,17.000-35.000,0.000 0.000,-35.000 17.000,0.000-18.000,-18.000 1.000,36.000-18.000,-18.000 35.000,-18.000-35.000,18.000 18.000,35.000-18.000,-17.000 18.000,17.000-1.000,-18.000-17.000,36.000 0.000,18.000 18.000,-19.000 17.000,54.000-17.000,-18.000-1.000,18.000 19.000,-88.000-19.000,34.000-17.000,-69.000 18.000,-1.000 0.000,0.000-18.000,-17.000 0.000,0.000 0.000,-18.000 17.000,17.000 1.000,1.000 0.000,-18.000-1.000,18.000 18.000,-18.000 1.000,17.000 34.000,-17.000-17.000,18.000-17.000,-18.000-1.000,17.000 35.000,1.000 19.000,35.000-1.000,-35.000 0.000,-1.000 18.000,1.000 17.000,35.000-17.000,-36.000-18.000,1.000 0.000,17.000-35.000,1.000 36.000,-19.000 16.000,36.000 19.000,-35.000-71.000,-1.000 35.000,1.000 0.000,0.000-35.000,17.000 18.000,-17.000-1.000,17.000 18.000,-17.000-17.000,-18.000-18.000,17.000 17.000,19.000 1.000,-19.000 17.000,1.000 0.000,-1.000-17.000,-17.000 35.000,18.000-18.000,0.000 35.000,17.000-52.000,-35.000 35.000,18.000 17.000,-18.000 18.000,0.000 1.000,0.000-37.000,0.000 36.000,0.000-17.000,0.000-54.000,0.000-17.000,0.000-17.000,0.000-1.000,0.000 18.000,0.000-18.000,0.000 0.000,0.000 18.000,0.000-17.000,0.000 34.000,0.000-17.000,0.000-18.000,0.000 18.000,0.000 0.000,0.000 35.000,0.000-35.000,0.000-17.000,0.000-1.000,0.000 0.000,0.000-17.000,0.000 17.000,0.000-17.000,0.000 17.000,0.000 0.000,0.000-17.000,0.000 17.000,0.000 36.000,0.000-54.000,0.000 54.000,0.000-36.000,0.000 36.000,17.000-36.000,-17.000 0.000,0.000 18.000,0.000 0.000,0.000 35.000,0.000-17.000,0.000 70.000,0.000 0.000,18.000 18.000,-18.000-53.000,0.000-36.000,0.000 36.000,0.000-18.000,0.000-17.000,0.000 17.000,0.000-35.000,0.000 0.000,0.000 0.000,0.000-18.000,0.000-17.000,0.000-1.000,0.000 1.000,0.000 0.000,0.000 17.000,0.000 0.000,0.000 18.000,0.000-18.000,0.000 36.000,0.000-18.000,0.000 17.000,0.000 19.000,0.000-19.000,0.000 36.000,0.000-18.000,0.000 18.000,0.000-35.000,0.000 34.000,0.000 37.000,-18.000-19.000,1.000-17.000,-19.000 17.000,1.000 1.000,0.000 17.000,17.000 18.000,-17.000-18.000,17.000 0.000,1.000-18.000,-19.000-34.000,36.000-19.000,0.000 18.000,0.000-35.000,0.000 0.000,0.000 0.000,0.000-18.000,0.000 53.000,0.000-70.000,-17.000 70.000,17.000-52.000,0.000 17.000,0.000-18.000,0.000 0.000,0.000 0.000,0.000 1.000,0.000-1.000,0.000 18.000,0.000 0.000,0.000-18.000,0.000 0.000,0.000 1.000,0.000-1.000,0.000 0.000,0.000-17.000,0.000-1.000,0.000 19.000,0.000-1.000,0.000 36.000,0.000-19.000,0.000-16.000,0.000 34.000,0.000-17.000,35.000 35.000,-35.000-35.000,0.000 0.000,0.000 18.000,-18.000 35.000,1.000-36.000,17.000 18.000,0.000 18.000,0.000 0.000,0.000 35.000,0.000 0.000,0.000-17.000,0.000 17.000,0.000-35.000,0.000-36.000,0.000-35.000,0.000 18.000,0.000-35.000,0.000 0.000,0.000-1.000,0.000 1.000,0.000 0.000,0.000-1.000,0.000 1.000,0.000 17.000,0.000 0.000,17.000 1.000,1.000-1.000,-18.000 0.000,18.000 1.000,-18.000-19.000,17.000 18.000,-17.000 1.000,18.000-19.000,-18.000 1.000,0.000 0.000,0.000-1.000,0.000 19.000,0.000-19.000,0.000 18.000,-18.000-35.000,18.000-17.000,0.000-54.000,0.000 36.000,0.000 0.000</inkml:trace>
  <inkml:trace contextRef="#ctx0" brushRef="#br0">29580.000 16140.000,'0.000'17.000,"0.000"19.000,0.000-1.000,0.000 0.000,0.000 0.000,0.000 1.000,18.000-1.000,0.000 35.000,-1.000-17.000,1.000 18.000,0.000-1.000,35.000-17.000,-36.000 0.000,1.000-17.000,-18.000-1.000,17.000 0.000,-17.000-17.000,0.000 17.000,18.000-17.000,-18.000 17.000,0.000 0.000,0.000-17.000,0.000 0.000,0.000 17.000,0.000 0.000,18.000-17.000,-18.000-1.000,0.000 1.000,17.000-18.000,-17.000 18.000,18.000 17.000,0.000 0.000,-1.000-17.000,1.000-1.000,0.000 1.000,-18.000 0.000,0.000-1.000,52.000-34.000,54.000-71.000,-17.000 17.000,16.000 0.000,-16.000-17.000,-19.000 18.000,-17.000-18.000,18.000-1.000,-1.000 19.000,-35.000-18.000,36.000-1.000,-18.000 1.000,-35.000 35.000,-1.000 36.000,1.000-1.000,-18.000 0.000,0.000-17.000,17.000 35.000,-17.000-18.000,0.000 1.000</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9-24T08:43:50"/>
    </inkml:context>
    <inkml:brush xml:id="br0">
      <inkml:brushProperty name="width" value="0.05292" units="cm"/>
      <inkml:brushProperty name="height" value="0.05292" units="cm"/>
      <inkml:brushProperty name="color" value="#ff0000"/>
    </inkml:brush>
  </inkml:definitions>
  <inkml:trace contextRef="#ctx0" brushRef="#br0">2893.000 7038.000,'-18.000'0.000,"-17.000"0.000,0.000 0.000,-1.000 0.000,1.000 0.000,0.000 0.000,17.000 0.000,0.000 0.000,-17.000 0.000,0.000 0.000,0.000 18.000,-1.000-1.000,1.000-17.000,17.000 0.000,-17.000 18.000,18.000-18.000,-1.000 0.000,0.000 17.000,1.000 1.000,-36.000 0.000,35.000-1.000,-35.000 1.000,-17.000 17.000,34.000-17.000,-34.000 17.000,-1.000-17.000,36.000-18.000,0.000 18.000,-1.000 34.000,1.000-34.000,0.000-18.000,17.000 35.000,-17.000-17.000,17.000 0.000,-17.000-1.000,17.000 19.000,1.000-19.000,-19.000 18.000,1.000-17.000,18.000 0.000,-1.000 17.000,0.000-17.000,1.000-1.000,-1.000 1.000,0.000 0.000,1.000 17.000,-1.000 0.000,18.000-17.000,-18.000 17.000,18.000-17.000,-17.000-1.000,17.000 1.000,-18.000 17.000,0.000-17.000,18.000 0.000,0.000-1.000,-17.000 1.000,-18.000 35.000,17.000 0.000,0.000 88.000,-17.000-88.000,17.000 17.000,18.000-52.000,0.000-1.000,0.000 19.000,-17.000-1.000,17.000 18.000,0.000-35.000,0.000 35.000,0.000-36.000,0.000 18.000,0.000 18.000,0.000-17.000,0.000-1.000,0.000 18.000,0.000 0.000,0.000-18.000,0.000 53.000,0.000-53.000,0.000 18.000,0.000-17.000,0.000 17.000,0.000 0.000,17.000-18.000,1.000 0.000,-18.000 18.000,35.000 0.000,-17.000-18.000,-18.000 0.000,18.000 1.000,-1.000-1.000,1.000 0.000,17.000 1.000,-17.000-1.000,-1.000 0.000,1.000 0.000,0.000 1.000,17.000-19.000,0.000 19.000,1.000-1.000,-19.000 0.000,36.000-17.000,-35.000 17.000,-18.000-17.000,17.000-1.000,1.000 19.000,0.000-19.000,-18.000 1.000,17.000 0.000,1.000 17.000,0.000-35.000,-18.000 17.000,17.000 1.000,-17.000 17.000,0.000-17.000,18.000 0.000,-1.000-1.000,19.000-17.000,-19.000 36.000,1.000-19.000,17.000 18.000,-17.000-17.000,17.000 17.000,18.000 1.000,-18.000-19.000,-17.000 1.000,17.000 17.000,-17.000-17.000,0.000-18.000,-18.000 18.000,17.000-1.000,1.000 1.000,0.000-18.000,-1.000 0.000,1.000 0.000,-1.000 0.000,1.000 0.000,17.000 0.000,1.000 0.000,-1.000 17.000,0.000 1.000,-17.000-18.000,-1.000 18.000,19.000-1.000,-36.000 1.000</inkml:trace>
  <inkml:trace contextRef="#ctx0" brushRef="#br0">2187.000 10072.000,'36.000'17.000,"-1.000"1.000,-18.000 17.000,36.000-17.000,-53.000 0.000,18.000-1.000,0.000 1.000,-1.000 0.000,-17.000-1.000,18.000 1.000,0.000-18.000,-1.000 17.000,1.000 1.000,-1.000 0.000,-17.000-1.000,18.000 1.000,0.000-18.000,-1.000 18.000,-17.000-1.000,0.000 1.000,18.000 0.000,-18.000-1.000,18.000 1.000,-1.000-18.000,-17.000 18.000,18.000-1.000,0.000 1.000,-18.000-1.000,17.000 1.000,-17.000 0.000,0.000-1.000,0.000 1.000,-35.000 0.000,17.000-1.000,-17.000 19.000,-18.000-1.000,-35.000 35.000,70.000-52.000,1.000 0.000,-1.000-18.000,0.000 17.000,-17.000 1.000,35.000 0.000,-18.000-1.000,1.000 1.000,-18.000-1.000,17.000-17.000,0.000 18.000,1.000-18.000,17.000 18.000,-18.000-1.000,0.000 1.000,1.000-18.000,-1.000 0.000,0.000 18.000,18.000-1.000</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9-24T08:43:50"/>
    </inkml:context>
    <inkml:brush xml:id="br0">
      <inkml:brushProperty name="width" value="0.05292" units="cm"/>
      <inkml:brushProperty name="height" value="0.05292" units="cm"/>
      <inkml:brushProperty name="color" value="#ff0000"/>
    </inkml:brush>
  </inkml:definitions>
  <inkml:trace contextRef="#ctx0" brushRef="#br0">20549.000 5415.000,'0.000'35.000,"0.000"18.000,0.000 0.000,0.000 35.000,0.000-17.000,18.000 52.000,0.000-52.000,17.000 53.000,-17.000-19.000,-1.000 54.000,36.000-53.000,-53.000-18.000,53.000 18.000,-35.000-18.000,-1.000-17.000,1.000-1.000,0.000 1.000,17.000-1.000,-35.000-17.000,0.000-17.000,35.000-1.000,-17.000 0.000,-18.000 18.000,17.000-18.000,-17.000 1.000,0.000-19.000,0.000 1.000,0.000 0.000,0.000 17.000,18.000 0.000,-18.000 0.000,0.000 1.000,35.000 17.000,-17.000 17.000,0.000-17.000,-1.000 0.000,-17.000-18.000,18.000 0.000,-18.000 1.000,0.000-19.000,17.000 19.000,-17.000 17.000,0.000-36.000,18.000 19.000,-18.000-19.000,0.000 1.000</inkml:trace>
  <inkml:trace contextRef="#ctx0" brushRef="#br0">20602.000 7585.000,'18.000'0.000,"17.000"35.000,0.000 0.000,1.000 18.000,-1.000-35.000,-17.000 17.000,-1.000-17.000,1.000-1.000,0.000 1.000,-18.000 0.000,17.000-1.000,1.000-17.000,-18.000 18.000,17.000 0.000,19.000-1.000,-1.000 1.000,0.000-18.000,-17.000 18.000,17.000-18.000,0.000 17.000,1.000 1.000,-19.000-18.000,1.000 17.000,0.000-34.000,-1.000-18.000,19.000-18.000,-1.000-36.000,-17.000 19.000,-1.000-18.000,1.000-1.000,-18.000 19.000,35.000-18.000,-35.000 17.000,18.000 1.000,-18.000-1.000,17.000 36.000,1.000-18.000,-18.000-18.000,0.000 36.000,0.000 17.000</inkml:trace>
  <inkml:trace contextRef="#ctx0" brushRef="#br0">31821.000 4780.000,'17.000'0.000,"-17.000"18.000,0.000 17.000,18.000 0.000,-18.000 1.000,0.000-1.000,0.000 0.000,17.000 0.000,-17.000 1.000,18.000 17.000,0.000-18.000,-18.000 18.000,0.000 35.000,17.000-35.000,-17.000 35.000,18.000-17.000,0.000-1.000,-18.000-17.000,0.000 0.000,0.000 18.000,17.000 17.000,-17.000 0.000,18.000-17.000,17.000 17.000,-17.000-18.000,-18.000 19.000,0.000-37.000,0.000 37.000,0.000-36.000,18.000-1.000,-18.000 1.000,0.000-17.000,0.000 17.000,0.000 17.000,0.000 1.000,17.000-18.000,-17.000 35.000,0.000-35.000,18.000 35.000,-18.000-53.000,0.000 0.000,0.000-17.000,0.000 17.000,0.000 36.000,0.000-53.000,0.000 70.000,0.000-35.000,0.000 0.000,0.000-18.000,0.000 0.000,0.000-17.000,0.000-1.000,0.000 1.000,0.000 0.000,17.000-1.000,-17.000 19.000,0.000-19.000,0.000 1.000,0.000 0.000,0.000-1.000,0.000 1.000,0.000-1.000,0.000 1.000,0.000 0.000,0.000-1.000,0.000 1.000,0.000 0.000,0.000-1.000,0.000 19.000,0.000-1.000,0.000 0.000,0.000-17.000,0.000-1.000,0.000 1.000,0.000 0.000,0.000-1.000,0.000 1.000,0.000 17.000,0.000 1.000,0.000-19.000,0.000 18.000,0.000 1.000,0.000-19.000,0.000 1.000,0.000 0.000,0.000-1.000,0.000 1.000,0.000 0.000,0.000-1.000,0.000 1.000,0.000-1.000,0.000 1.000,0.000 0.000,0.000 17.000,0.000 0.000,0.000-17.000,0.000 17.000,-17.000-17.000</inkml:trace>
  <inkml:trace contextRef="#ctx0" brushRef="#br0">31785.000 8149.000,'0.000'35.000,"0.000"-17.000,18.000 17.000,0.000 18.000,17.000-35.000,-18.000 17.000,1.000 0.000,17.000-17.000,-17.000 17.000,0.000-17.000,-1.000 0.000,-17.000-1.000,0.000 1.000,18.000-18.000,-18.000 18.000,18.000-18.000,-18.000 17.000,0.000 1.000,0.000 0.000,0.000-1.000,0.000 1.000,17.000-18.000,-17.000 17.000,18.000-17.000,-18.000 18.000,18.000 0.000,-18.000-1.000,0.000 1.000,17.000-18.000,1.000 0.000,35.000 0.000,-18.000-18.000,18.000-17.000,0.000 0.000,-18.000 17.000,0.000 1.000,18.000-1.000,-35.000 0.000,0.000 1.000,-1.000 17.000,18.000-18.000,-35.000 0.000,18.000 18.000,-18.000-17.000,18.000 17.000,-18.000-18.000,17.000 0.000,1.000 18.000,17.000-17.000,-17.000-1.000,0.000 0.000,-1.000 1.000,-17.000-1.000</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09-26T10:53:05"/>
    </inkml:context>
    <inkml:brush xml:id="br0">
      <inkml:brushProperty name="width" value="0.09701" units="cm"/>
      <inkml:brushProperty name="height" value="0.09701" units="cm"/>
      <inkml:brushProperty name="color" value="#ff0000"/>
    </inkml:brush>
  </inkml:definitions>
  <inkml:trace contextRef="#ctx0" brushRef="#br0">25.000 440.000,'3.000'-1.000,"0.000"1.000,0.000-1.000,1.000 0.000,2.000 1.000,-3.000 0.000,0.000 0.000,1.000 0.000,1.000 0.000,-1.000 0.000,1.000 0.000,-2.000 0.000,1.000 0.000,-1.000 0.000,0.000 0.000,3.000 0.000,-3.000 0.000,1.000 0.000,-1.000 0.000,0.000 0.000,1.000 0.000,-1.000 0.000,2.000 0.000,-2.000 0.000,0.000 0.000,3.000 0.000,-3.000 0.000,3.000 0.000,-3.000 0.000,3.000 0.000,-3.000 0.000,0.000 0.000,2.000 0.000,-1.000 0.000,-1.000 0.000,2.000 0.000,-1.000 0.000,-1.000 1.000,1.000-1.000,1.000 0.000,-2.000 0.000,0.000 0.000,1.000 0.000,-1.000 0.000,0.000 0.000,0.000 0.000,0.000 0.000,2.000 0.000,-1.000 0.000,1.000 0.000,1.000 0.000,0.000 0.000,0.000 0.000,-1.000 0.000,-1.000 0.000,-1.000 0.000,1.000 0.000,-1.000 0.000,2.000 0.000,-2.000 0.000,0.000 0.000,0.000 0.000,3.000 0.000,-1.000 0.000,-1.000 0.000,2.000 0.000,-1.000 0.000,-1.000 0.000,1.000 0.000,1.000 0.000,-2.000 0.000,2.000 0.000,-1.000 0.000,1.000 0.000,-2.000 0.000,2.000 0.000,-1.000 0.000,1.000 0.000,-2.000 0.000,2.000 0.000,-1.000 0.000,1.000 0.000,-2.000 0.000,2.000 0.000,-1.000 0.000,1.000 0.000,0.000 0.000,-1.000 0.000,-1.000-1.000,-1.000 1.000,2.000-1.000,-1.000 1.000,1.000-1.000,1.000 1.000,-1.000 0.000,1.000 0.000,-2.000 0.000,4.000 0.000,-2.000-2.000,2.000 2.000,1.000-1.000,-1.000-1.000,0.000 2.000,1.000 0.000,-3.000 0.000,0.000 0.000,0.000 0.000,0.000 0.000,-1.000 0.000,3.000-1.000,-2.000 1.000,0.000-1.000,0.000 1.000,3.000 0.000,-3.000 0.000,0.000 0.000,0.000 0.000,-1.000 0.000,1.000 0.000,-3.000 0.000,1.000 0.000,-1.000 0.000,2.000 0.000,-2.000 0.000,2.000 0.000,-1.000 0.000,4.000 0.000,-2.000 0.000,-2.000 0.000,2.000 0.000,-1.000 0.000,1.000 0.000,-2.000 0.000,2.000 0.000,-1.000 0.000,1.000 0.000,-2.000 0.000,2.000 0.000,-1.000 0.000,-1.000 0.000,2.000 0.000,-1.000 0.000,-1.000 0.000,-1.000 0.000,2.000 0.000,-2.000 0.000,2.000 0.000,-1.000 0.000,-1.000 0.000,2.000 0.000,-2.000 0.000,0.000 0.000,1.000 0.000,1.000 0.000,0.000 0.000,-2.000 0.000,3.000 0.000,-3.000 0.000,0.000 0.000,0.000 0.000,2.000 0.000,0.000 0.000,-2.000 0.000,0.000-1.000,0.000 1.000,0.000 0.000,0.000-1.000,1.000 0.000</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9-24T08:43:50"/>
    </inkml:context>
    <inkml:brush xml:id="br0">
      <inkml:brushProperty name="width" value="0.09701" units="cm"/>
      <inkml:brushProperty name="height" value="0.09701" units="cm"/>
      <inkml:brushProperty name="color" value="#ff0000"/>
    </inkml:brush>
  </inkml:definitions>
  <inkml:trace contextRef="#ctx0" brushRef="#br0">555.000 520.000,'4.000'0.000,"2.000"0.000,4.000 0.000,-2.000 0.000,0.000 1.000,2.000-1.000,-1.000 0.000,-1.000 0.000,-4.000 0.000,1.000 0.000,-1.000 0.000,1.000 0.000,-1.000 0.000,-1.000 0.000,2.000 0.000,-1.000 0.000,2.000 0.000,-1.000 0.000,1.000 0.000,-2.000 0.000,2.000 0.000,0.000 0.000,1.000 0.000,-1.000 0.000,-2.000 0.000,2.000 0.000,-1.000 0.000,-1.000 0.000,-1.000 0.000,1.000 0.000,-1.000 0.000,0.000 0.000,2.000-1.000,-1.000 0.000,-1.000 1.000,1.000 0.000,1.000-2.000,0.000 1.000,-1.000 1.000,-1.000 0.000,1.000-1.000,-1.000 1.000,0.000 0.000,0.000-1.000,0.000 1.000,3.000 0.000,-1.000-1.000,1.000 1.000,-1.000-1.000,1.000 1.000,-3.000 0.000,0.000 0.000,1.000 0.000,-1.000 0.000,0.000 0.000,0.000 0.000,0.000 0.000,2.000 0.000,-2.000-1.000,2.000 1.000,-1.000-1.000,-1.000 1.000,0.000 0.000,0.000 0.000,1.000 0.000,-1.000 0.000,0.000 0.000,0.000 0.000</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9-24T08:43:50"/>
    </inkml:context>
    <inkml:brush xml:id="br0">
      <inkml:brushProperty name="width" value="0.05292" units="cm"/>
      <inkml:brushProperty name="height" value="0.05292" units="cm"/>
      <inkml:brushProperty name="color" value="#ff0000"/>
    </inkml:brush>
  </inkml:definitions>
  <inkml:trace contextRef="#ctx0" brushRef="#br0">25823.000 11836.000,'0.000'-36.000,"0.000"19.000,18.000 17.000,35.000 0.000,70.000 35.000,36.000-17.000,-53.000 17.000,-18.000-35.000,18.000 0.000,-53.000 0.000,0.000 0.000,0.000 0.000,-18.000 0.000,0.000 0.000,1.000 0.000,-19.000 0.000,18.000 0.000,1.000 0.000,34.000 0.000,19.000 0.000,-19.000-18.000,1.000 18.000,-54.000 0.000,19.000 0.000,-19.000 0.000,18.000 0.000,-17.000 0.000,17.000 0.000,1.000 0.000,-1.000 0.000,18.000 0.000,0.000 0.000,17.000 0.000,1.000 0.000,-36.000 0.000,18.000 0.000,53.000 18.000,-36.000-18.000,36.000 0.000,-18.000 0.000,-17.000 0.000,17.000 0.000,-35.000 0.000,0.000 0.000,-18.000 0.000,18.000 0.000,-17.000 0.000,-1.000 0.000,53.000 18.000,18.000-1.000,17.000 1.000,-17.000 17.000,18.000-35.000,-71.000 0.000,-1.000 18.000,1.000-1.000,18.000-17.000,-18.000 0.000,0.000 0.000,17.000 0.000,19.000 0.000,-19.000 0.000,18.000 0.000,18.000 0.000,-35.000 0.000,-1.000 0.000,71.000 0.000,0.000 0.000,1.000 0.000,-54.000 0.000,-18.000 0.000,-17.000-17.000,35.000-36.000,18.000 53.000,-35.000-18.000,-18.000-17.000,17.000 35.000,18.000-18.000,1.000 1.000,-54.000 17.000,35.000-53.000,1.000 35.000,-18.000 18.000,0.000 0.000,0.000-17.000,-18.000 17.000,0.000 0.000,1.000 0.000,17.000-18.000,-18.000 0.000,53.000-35.000,-53.000 36.000,36.000 34.000,-18.000-34.000,0.000 17.000,-18.000 0.000,0.000 0.000,-17.000 0.000,17.000-18.000,0.000 18.000,1.000 0.000,-19.000 0.000,1.000 0.000,17.000 0.000,-17.000 0.000,17.000 0.000,-17.000 0.000,-1.000 0.000,1.000 0.000,35.000 0.000,0.000 0.000,17.000 0.000,-52.000 0.000,17.000 0.000,1.000 0.000,34.000 0.000,-17.000 0.000,-18.000 0.000,-17.000 0.000,0.000 0.000,-1.000 0.000,19.000 0.000,-19.000 0.000,19.000 18.000,-19.000-18.000,1.000 0.000,-1.000 17.000,1.000 1.000,17.000-18.000,-17.000 18.000,17.000-18.000,-17.000 0.000,17.000 0.000,53.000 17.000,-35.000 19.000,-17.000-36.000,-19.000 17.000</inkml:trace>
  <inkml:trace contextRef="#ctx0" brushRef="#br0">27905.000 18591.000,'-18.000'-35.000,"0.000"35.000,18.000 35.000,0.000-17.000,0.000 0.000,0.000-1.000,0.000 54.000,36.000-1.000,-1.000-34.000,0.000-1.000,-17.000 0.000,52.000 1.000,-34.000-19.000,-1.000 18.000,18.000-35.000,-18.000 18.000,1.000 17.000,34.000-52.000,-35.000 17.000,-17.000 0.000,0.000 0.000,-1.000 0.000,36.000-18.000,-18.000 18.000,-17.000 0.000,17.000 0.000,1.000-18.000,-1.000 1.000,0.000 17.000,36.000 0.000,17.000 0.000,-17.000 0.000,17.000 0.000,-35.000 0.000,0.000 0.000,35.000 0.000,-71.000 0.000,19.000 0.000,-1.000-18.000,0.000 18.000,0.000 0.000,-17.000 0.000,17.000 0.000,-17.000 0.000,17.000 0.000,1.000 0.000,-19.000 0.000,19.000 0.000,-19.000 0.000,36.000 0.000,-18.000 0.000,1.000 0.000,-19.000 0.000,19.000 0.000,-19.000 18.000,18.000-18.000,1.000 0.000,17.000 0.000,-18.000 0.000,0.000 0.000,0.000 0.000,18.000 0.000,0.000 0.000,0.000 0.000,0.000 0.000,18.000 0.000,-1.000 0.000,-34.000 0.000,16.000 0.000,-16.000 0.000,-1.000 0.000,-17.000 0.000,17.000 17.000,-17.000 1.000,-1.000 0.000,54.000-18.000,-18.000 0.000,0.000 17.000,0.000-17.000,-1.000 0.000,-34.000 0.000,17.000 0.000,-17.000 0.000,17.000 0.000,-17.000 0.000,17.000 0.000,-17.000 0.000,-1.000 0.000,1.000 0.000,35.000 0.000,-18.000-17.000,-17.000-1.000,17.000 0.000,-17.000 18.000,17.000 0.000,-17.000 0.000,-1.000 0.000,19.000 0.000,-1.000 0.000,36.000-17.000,-71.000-1.000,52.000 18.000,-34.000-17.000,0.000 17.000,17.000 0.000,-17.000-18.000,-1.000 0.000,-17.000 1.000,18.000-1.000,0.000 0.000,-1.000 1.000,1.000 17.000,-1.000-18.000,19.000 0.000,-36.000-17.000,35.000 18.000,-17.000-19.000,-1.000 1.000,1.000 0.000,-18.000-1.000,18.000 19.000,-18.000-19.000,0.000 19.000,17.000-18.000,1.000 17.000,-18.000 0.000,17.000 1.000,1.000-19.000,0.000-17.000,-1.000-17.000,1.000 52.000,-18.000 1.000,18.000-1.000,-18.000-17.000</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09-24T15:15:41"/>
    </inkml:context>
    <inkml:brush xml:id="br0">
      <inkml:brushProperty name="width" value="0.09701" units="cm"/>
      <inkml:brushProperty name="height" value="0.09701" units="cm"/>
      <inkml:brushProperty name="color" value="#ff0000"/>
    </inkml:brush>
  </inkml:definitions>
  <inkml:trace contextRef="#ctx0" brushRef="#br0">454.000 461.000,'0.000'-1.000,"0.000"1.000,0.000 0.000,0.000 0.000,0.000 0.000,0.000 0.000,0.000 0.000,0.000 0.000,0.000 0.000,0.000 0.000,0.000-1.000,0.000 1.000,0.000 0.000,0.000 0.000,0.000 0.000,0.000 0.000,0.000-1.000,0.000 1.000,0.000 0.000,0.000 0.000,0.000 0.000,0.000 0.000,0.000-1.000,0.000 1.000,0.000 0.000,0.000-1.000,0.000 1.000,1.000-1.000,-1.000 1.000,0.000-1.000,0.000 0.000,1.000 0.000,-1.000-1.000,1.000 0.000,-1.000 0.000,0.000 0.000,1.000 1.000,-1.000-1.000,0.000 0.000,1.000 0.000,-1.000 0.000,0.000 0.000,0.000 0.000,1.000 0.000,-1.000-1.000,0.000 1.000,1.000 0.000,-1.000-1.000,0.000 1.000,1.000-1.000,-1.000 0.000,1.000 0.000,0.000 0.000,-1.000 0.000,1.000 0.000,-1.000 0.000,1.000-1.000,-1.000 1.000,1.000-1.000,0.000 1.000,-1.000 0.000,1.000 0.000,-1.000 0.000,0.000 0.000,1.000 1.000,-1.000-1.000,1.000 0.000,-1.000 1.000,0.000-2.000,1.000 1.000,-1.000 0.000,1.000-1.000,-1.000 1.000,0.000 0.000,1.000 0.000,-1.000 1.000,0.000-1.000,1.000 1.000,-1.000-1.000,1.000 0.000,-1.000 1.000,0.000-1.000,1.000 0.000,-1.000 0.000,0.000 0.000,0.000 0.000,0.000 1.000,1.000-1.000,-1.000 1.000,0.000 1.000,0.000-1.000,0.000 1.000,0.000-1.000,0.000 1.000,0.000 0.000,0.000 0.000,-1.000-1.000,1.000 1.000,0.000 0.000,0.000 0.000,0.000 0.000,0.000-1.000,0.000 1.000,0.000 0.000,0.000 0.000,0.000 0.000,0.000-1.000,0.000 1.000,0.000 0.000,0.000 0.000,0.000 0.000,0.000 0.000,0.000-1.000,0.000 1.000,0.000 0.000,0.000-1.000,0.000 1.000,0.000 0.000,0.000-1.000,0.000 1.000,0.000-1.000,0.000 1.000,0.000-1.000,0.000 1.000,0.000 0.000,0.000 0.000,0.000 0.000,0.000-1.000,0.000 1.000,0.000 0.000,0.000 0.000,0.000 0.000,0.000 1.000,0.000-1.000,0.000 0.000,0.000 1.000,0.000 0.000,0.000 0.000,0.000 0.000,0.000 0.000,0.000 0.000,0.000 0.000,0.000 0.000,0.000 0.000,0.000 0.000,0.000 0.000,0.000 0.000,0.000 0.000,0.000 0.000,0.000 0.000,0.000 0.000,0.000 1.000,-1.000-1.000,1.000 0.000,0.000 0.000,0.000 0.000,0.000 0.000,0.000 0.000,0.000 0.000,0.000 0.000,0.000 0.000,0.000 0.000,0.000 0.000,0.000 0.000,0.000 0.000,0.000 0.000,0.000 0.000,0.000 0.000,0.000 0.000,0.000 0.000,0.000 0.000,0.000 0.000,-1.000 0.000,1.000 0.000,0.000 1.000,0.000-1.000,0.000 0.000,0.000 0.000,0.000 0.000,0.000 0.000,0.000 0.000,0.000 0.000,0.000 0.000,0.000 0.000,0.000 0.000,0.000 0.000,0.000 0.000,0.000 0.000,0.000 0.000,0.000 0.000,0.000 0.000,0.000 0.000,-1.000 0.000,1.000 0.000,0.000 0.000,0.000 0.000,0.000 1.000,0.000-1.000,0.000 0.000,-1.000 0.000,1.000 1.000,-1.000-1.000,0.000 1.000,0.000 0.000,0.000-1.000,0.000 1.000,0.000 0.000,-1.000 0.000,1.000 1.000,-1.000-1.000,1.000 0.000,0.000 0.000,1.000-1.000,-1.000 1.000,0.000 0.000,0.000-1.000,1.000 0.000,-1.000 1.000,1.000-1.000,0.000 0.000,-1.000 0.000,1.000 1.000,0.000-1.000,0.000 0.000,0.000 0.000,-1.000 1.000,1.000-1.000,0.000 1.000,0.000-1.000,-1.000 0.000,1.000 1.000</inkml:trace>
</inkml:ink>
</file>

<file path=ppt/ink/ink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09-24T15:15:41"/>
    </inkml:context>
    <inkml:brush xml:id="br0">
      <inkml:brushProperty name="width" value="0.09701" units="cm"/>
      <inkml:brushProperty name="height" value="0.09701" units="cm"/>
      <inkml:brushProperty name="color" value="#ff0000"/>
    </inkml:brush>
  </inkml:definitions>
  <inkml:trace contextRef="#ctx0" brushRef="#br0">479.000 246.000,'0.000'0.000,"0.000"0.000,0.000 0.000,0.000 0.000,0.000 0.000,0.000 0.000,0.000 0.000,0.000 0.000,1.000 0.000,-1.000 0.000,0.000 0.000,0.000 0.000,0.000 0.000,1.000 0.000,-1.000 0.000,0.000 0.000,0.000 0.000,0.000 0.000,1.000 0.000,-1.000 0.000,0.000 0.000,0.000 0.000,1.000 0.000,-1.000 0.000,0.000 0.000,1.000 0.000,-1.000 1.000,1.000-1.000,-1.000 0.000,1.000 0.000,-1.000 1.000,1.000-1.000,-1.000 0.000,1.000 1.000,0.000-1.000,-1.000 1.000,1.000-1.000,0.000 1.000,0.000-1.000,-1.000 0.000,1.000 1.000,0.000-1.000,-1.000 0.000,1.000 1.000,-1.000-1.000,1.000 1.000,-1.000-1.000,1.000 0.000,-1.000 1.000,1.000-1.000,-1.000 0.000,0.000 0.000,1.000 0.000,-1.000 1.000,0.000-1.000,1.000 0.000,-1.000 0.000,0.000 0.000,0.000 0.000,1.000 0.000,-1.000 0.000,0.000 1.000,1.000-1.000,-1.000 0.000,0.000 0.000</inkml:trace>
</inkml:ink>
</file>

<file path=ppt/ink/ink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09-24T15:15:41"/>
    </inkml:context>
    <inkml:brush xml:id="br0">
      <inkml:brushProperty name="width" value="0.09701" units="cm"/>
      <inkml:brushProperty name="height" value="0.09701" units="cm"/>
      <inkml:brushProperty name="color" value="#ff0000"/>
    </inkml:brush>
  </inkml:definitions>
  <inkml:trace contextRef="#ctx0" brushRef="#br0">1029.000 252.000,'0.000'0.000,"0.000"0.000,0.000 0.000,0.000 0.000,0.000 0.000,0.000 0.000,0.000 0.000,0.000 0.000,0.000 1.000,0.000-1.000,0.000 0.000,0.000 0.000,0.000 0.000,0.000 1.000,0.000-1.000,0.000 0.000,0.000 0.000,0.000 0.000,0.000 1.000,-1.000-1.000,1.000 1.000,0.000 0.000,0.000 0.000,0.000 0.000,0.000 0.000,0.000 1.000,0.000-1.000,0.000 1.000,0.000-1.000,0.000 0.000,0.000 1.000,-1.000 0.000,1.000-1.000,0.000 1.000,0.000 0.000,0.000 1.000,0.000-1.000,0.000 0.000,0.000 0.000,0.000 0.000,0.000 0.000,0.000 0.000,0.000-1.000,0.000 1.000,0.000-1.000,1.000 1.000,-1.000 0.000,0.000 0.000,0.000-1.000,0.000 0.000,0.000 1.000,0.000-1.000,0.000 0.000,0.000 1.000,0.000-1.000,0.000 1.000,0.000 0.000,0.000 0.000,0.000 0.000,0.000 0.000,0.000 0.000,0.000 0.000,0.000-1.000,0.000 1.000,0.000 0.000,0.000-1.000,0.000 1.000,0.000 0.000,0.000 0.000,0.000 0.000,0.000 0.000,0.000-1.000,0.000 1.000,0.000 0.000,0.000 0.000,0.000 0.000,0.000 0.000,0.000 0.000,0.000-1.000,0.000 1.000,0.000 0.000,0.000 0.000,-1.000 0.000,1.000 0.000,0.000-1.000,0.000 1.000,0.000 0.000,0.000 0.000,0.000-1.000,0.000 1.000,0.000-1.000,0.000 1.000,0.000 0.000,0.000 0.000,0.000 0.000,0.000 0.000,0.000-1.000,0.000 1.000,0.000 0.000,0.000-1.000,0.000 1.000,-1.000 0.000,1.000 0.000,0.000 0.000,0.000 0.000,0.000 1.000,-1.000 0.000,1.000-1.000,-1.000 0.000,1.000 0.000,0.000 0.000,-1.000 0.000,1.000 0.000,0.000 0.000,0.000-1.000,-1.000 1.000,1.000 0.000,0.000 0.000,0.000-1.000,0.000 2.000,-1.000-1.000,1.000 0.000,0.000-1.000,0.000 1.000,-1.000 0.000,1.000-1.000,0.000 2.000,-1.000-1.000,1.000-1.000</inkml:trace>
</inkml:ink>
</file>

<file path=ppt/ink/ink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09-24T15:15:41"/>
    </inkml:context>
    <inkml:brush xml:id="br0">
      <inkml:brushProperty name="width" value="0.09701" units="cm"/>
      <inkml:brushProperty name="height" value="0.09701" units="cm"/>
      <inkml:brushProperty name="color" value="#ff0000"/>
    </inkml:brush>
  </inkml:definitions>
  <inkml:trace contextRef="#ctx0" brushRef="#br0">983.000 418.000,'0.000'0.000,"0.000"0.000,0.000 0.000,0.000 0.000,0.000 0.000,0.000 0.000,0.000 0.000,0.000 0.000,0.000 0.000,0.000 0.000,0.000 0.000,1.000 1.000,-1.000-1.000,0.000 0.000,0.000 0.000,0.000 0.000,0.000 0.000,0.000 0.000,1.000 1.000,-1.000-1.000,0.000 0.000,0.000 0.000,0.000 0.000,1.000 1.000,-1.000-1.000,1.000 0.000,0.000 1.000,0.000 0.000,-1.000 0.000,1.000-1.000,1.000 2.000,-1.000-1.000,1.000 1.000,-1.000-1.000,1.000 0.000,-1.000 1.000,0.000-1.000,0.000 0.000,1.000 0.000,-1.000 0.000,0.000 0.000,0.000 1.000,0.000-1.000,0.000 0.000,0.000 0.000,-1.000 0.000,1.000 0.000,0.000 0.000,-1.000 0.000,1.000-1.000,-1.000 1.000,1.000-1.000,-1.000 1.000,0.000-1.000,0.000 0.000,1.000 0.000,-1.000 1.000,0.000-1.000,0.000 0.000,0.000 1.000,0.000-1.000,0.000 0.000,1.000 0.000,-1.000 0.000,0.000 0.000,0.000 1.000,0.000-1.000,1.000 0.000,-1.000 0.000,0.000 0.000,0.000 0.000,1.000 0.000,-1.000 1.000,1.000-1.000,-1.000 1.000,0.000-1.000,1.000 1.000,-1.000-1.000,1.000 1.000,-1.000-1.000,1.000 1.000,-1.000-1.000,1.000 1.000,-1.000-1.000,1.000 1.000,-1.000 0.000,0.000-1.000,1.000 1.000,-1.000-1.000,0.000 1.000,0.000-1.000,0.000 0.000,0.000 0.000,0.000 1.000,1.000-1.000,-1.000 0.000,0.000-1.000,0.000 1.000,0.000 0.000,0.000 0.000,0.000 0.000,0.000 0.000,0.000 0.000,0.000 0.000,0.000 0.000,0.000 0.000,0.000 0.000,0.000 0.000,0.000 0.000,0.000 0.000,0.000 0.000,0.000 0.000,0.000-1.000,0.000 1.000,0.000 0.000,1.000 0.000,-1.000 0.000,0.000 0.000,0.000 0.000,0.000 0.000,0.000 0.000,0.000 0.000,0.000 0.000,0.000 0.000,0.000 0.000,0.000 0.000,0.000 0.000,0.000 0.000,0.000 0.000,1.000-1.000,-1.000 1.000,1.000 0.000,-1.000-1.000,1.000 0.000,0.000 0.000,0.000 0.000,0.000 0.000,0.000 0.000,1.000-1.000,0.000 1.000,0.000-1.000,0.000 0.000,0.000 0.000,0.000 0.000,1.000 1.000,-1.000-2.000,1.000 1.000,-1.000 0.000,0.000 0.000,0.000 0.000,0.000 1.000,-1.000 0.000,0.000 0.000,0.000-1.000,0.000 2.000,0.000-1.000,0.000 0.000,0.000 0.000,0.000 0.000,0.000 0.000,-1.000 0.000,1.000 1.000,0.000-1.000,0.000 1.000,-1.000-1.000,1.000 0.000,-1.000 1.000,1.000 0.000,-1.000-1.000</inkml:trace>
</inkml:ink>
</file>

<file path=ppt/ink/ink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9-24T08:43:50"/>
    </inkml:context>
    <inkml:brush xml:id="br0">
      <inkml:brushProperty name="width" value="0.05292" units="cm"/>
      <inkml:brushProperty name="height" value="0.05292" units="cm"/>
      <inkml:brushProperty name="color" value="#ff0000"/>
    </inkml:brush>
  </inkml:definitions>
  <inkml:trace contextRef="#ctx0" brushRef="#br0">8837.000 10354.000,'-18.000'0.000,"1.000"0.000,-18.000 0.000,17.000 0.000,-17.000 0.000,17.000 0.000,-35.000 0.000,35.000 18.000,-17.000-1.000,0.000 19.000,0.000-19.000,-1.000 1.000,1.000 17.000,17.000-17.000,-17.000 17.000,17.000-17.000,1.000-1.000,-18.000 1.000,17.000 17.000,0.000 18.000,1.000-53.000,-1.000 53.000,18.000-35.000,-18.000 35.000,18.000-36.000,0.000 19.000,-35.000 16.000,35.000-16.000,0.000-19.000,0.000 19.000,0.000 17.000,0.000 0.000,0.000-1.000,0.000 1.000,0.000 36.000,18.000-37.000,17.000 37.000,0.000-1.000,36.000 0.000,-18.000-17.000,0.000-1.000,17.000 36.000,18.000-35.000,-17.000-19.000,17.000 19.000,0.000-36.000,-35.000 36.000,35.000-36.000,-17.000 18.000,17.000-18.000,-52.000-17.000,34.000 17.000,89.000 18.000,-106.000-53.000,35.000 18.000,0.000 17.000,-35.000-17.000,18.000-1.000,-1.000 1.000,-17.000 0.000,0.000-1.000,-18.000 19.000,1.000-19.000,16.000 1.000,1.000-1.000,0.000 19.000,35.000-1.000,1.000-17.000,-19.000-18.000,18.000 17.000,-17.000 1.000,88.000 17.000,-89.000-35.000,36.000 18.000,18.000-18.000,-54.000 0.000,-17.000 0.000,35.000 0.000,-35.000 0.000,0.000 0.000,0.000 0.000,0.000 0.000,35.000 0.000,-35.000 0.000,35.000 0.000,-35.000-18.000,0.000-17.000,18.000 0.000,-36.000-1.000,0.000 19.000,0.000-1.000,-17.000 0.000,17.000 1.000,-17.000 17.000,-18.000-18.000,18.000 1.000,-1.000-19.000,-17.000 19.000,18.000-19.000,0.000 1.000,-1.000 0.000,-17.000 0.000,0.000-1.000,0.000-17.000,0.000 18.000,0.000 0.000,0.000-18.000,0.000-18.000,0.000 18.000,-17.000 0.000,-19.000-17.000,36.000 17.000,-17.000 18.000,-36.000-18.000,35.000 18.000,0.000-1.000,-34.000-87.000,34.000 87.000,0.000 1.000,-35.000 18.000,36.000-36.000,-1.000 17.000,-17.000 19.000,17.000-19.000,-17.000 1.000,0.000 18.000,17.000-54.000,-17.000 36.000,-1.000-1.000,1.000 1.000,-18.000 0.000,0.000-36.000,0.000 36.000,-17.000 0.000,35.000-1.000,-18.000 19.000,17.000-36.000,1.000 18.000,0.000 17.000,-36.000 0.000,36.000-17.000,0.000 35.000,17.000-18.000,-17.000 1.000,35.000-1.000,-18.000 18.000,-17.000-17.000,17.000-1.000,1.000 0.000,-19.000 1.000,1.000-19.000,-18.000 19.000,-17.000-36.000,17.000 35.000,0.000 1.000,-18.000-19.000,18.000 36.000,18.000-17.000,-18.000-1.000,18.000 18.000,-1.000-18.000,-16.000 1.000,16.000 17.000,1.000-18.000,-36.000 0.000,1.000 18.000,35.000-17.000,-54.000-19.000,37.000 36.000,-1.000-17.000,0.000 17.000,-18.000-18.000,18.000 18.000,0.000-35.000,0.000 35.000,-17.000 0.000,35.000-18.000,-18.000 1.000,0.000 17.000,0.000 0.000,18.000 0.000,-54.000 0.000,54.000 0.000,0.000 0.000,17.000 0.000,0.000 0.000,-17.000 0.000,18.000 0.000,-19.000 0.000,1.000 0.000,17.000 0.000,-17.000 0.000,0.000 0.000,0.000 0.000,-1.000 0.000,19.000 0.000,-1.000 0.000,0.000 0.000,1.000 0.000,-1.000 0.000,0.000 0.000,1.000 0.000,-1.000 0.000,1.000 17.000,-1.000 19.000,18.000-19.000,-18.000 1.000,1.000-1.000,-1.000 1.000,0.000 0.000,1.000-18.000,17.000 17.000,0.000 1.000,-18.000-18.000,18.000 35.000,0.000 1.000,0.000-19.000,-18.000 1.000,1.000 0.000</inkml:trace>
  <inkml:trace contextRef="#ctx0" brushRef="#br0">21096.000 10354.000,'-18.000'0.000,"-17.000"0.000,0.000 0.000,-18.000 0.000,18.000 0.000,-18.000 0.000,18.000 0.000,-18.000 0.000,0.000 0.000,-18.000 0.000,18.000 0.000,-17.000 0.000,-19.000 18.000,37.000 35.000,-37.000-36.000,36.000 19.000,-17.000-19.000,17.000 1.000,0.000-1.000,18.000 1.000,-36.000 0.000,36.000-1.000,-18.000 36.000,0.000-35.000,-17.000 17.000,17.000 0.000,0.000 1.000,17.000-19.000,-34.000 36.000,35.000-17.000,-18.000-1.000,-18.000-18.000,36.000 19.000,-18.000 34.000,18.000-34.000,-36.000 17.000,18.000-1.000,18.000-16.000,0.000-1.000,-18.000 0.000,17.000 1.000,19.000-1.000,-36.000 35.000,18.000-34.000,-1.000-1.000,-17.000 0.000,53.000-17.000,-17.000 17.000,-1.000 0.000,1.000 1.000,-1.000-1.000,0.000-17.000,18.000 17.000,0.000-17.000,0.000 17.000,0.000 0.000,0.000 0.000,0.000 18.000,0.000 35.000,18.000-35.000,17.000 36.000,53.000 34.000,-35.000-52.000,18.000 17.000,-18.000-35.000,53.000 17.000,-18.000 1.000,35.000-1.000,-35.000 1.000,36.000-1.000,-36.000 1.000,0.000-53.000,36.000 70.000,-18.000-70.000,17.000-1.000,-17.000-17.000,35.000 0.000,18.000 35.000,-53.000-35.000,35.000 0.000,-35.000 0.000,-18.000 0.000,18.000 0.000,-36.000 0.000,18.000 0.000,18.000 0.000,-35.000 0.000,-18.000 0.000,35.000 0.000,-18.000 0.000,19.000 0.000,-37.000 0.000,19.000 0.000,0.000 0.000,-18.000-35.000,-1.000 18.000,37.000 17.000,-36.000-36.000,-1.000 19.000,19.000-19.000,-18.000 19.000,17.000-36.000,-17.000 17.000,0.000 1.000,-17.000 0.000,34.000 0.000,-17.000-36.000,71.000 1.000,-89.000 34.000,-18.000 19.000,19.000-19.000,-19.000 1.000,1.000 0.000,0.000 0.000,-1.000 17.000,1.000-17.000,-18.000-1.000,18.000 19.000,-1.000-19.000,-17.000 19.000,18.000-19.000,-1.000-16.000,-17.000 34.000,18.000-35.000,0.000 0.000,-18.000 35.000,0.000 1.000,17.000-54.000,-17.000 36.000,0.000-18.000,18.000 18.000,-18.000-18.000,18.000 0.000,-18.000-18.000,0.000 36.000,0.000-18.000,0.000 0.000,0.000 0.000,0.000 0.000,0.000-17.000,0.000 17.000,0.000 0.000,0.000 0.000,0.000 18.000,0.000 0.000,-18.000-1.000,0.000 1.000,-17.000-36.000,0.000 36.000,0.000 0.000,-36.000-18.000,18.000 0.000,-17.000 0.000,17.000 18.000,0.000 17.000,-18.000-35.000,36.000 18.000,0.000 17.000,-18.000-17.000,-18.000 0.000,18.000 17.000,0.000 1.000,-17.000-19.000,17.000 19.000,0.000-1.000,0.000 0.000,18.000 18.000,-1.000-17.000,1.000 17.000,-35.000-18.000,34.000 18.000,1.000-18.000,-71.000 1.000,71.000 17.000,-36.000 0.000,36.000 0.000,-18.000-18.000,18.000 18.000,-18.000-17.000,18.000 17.000,-18.000 0.000,0.000 0.000,18.000 0.000,-1.000 0.000,1.000 0.000,-18.000 0.000,18.000 0.000,-18.000 0.000,18.000 0.000,-1.000 0.000,1.000 0.000,0.000 0.000,0.000 0.000,-1.000 0.000,1.000 0.000,-18.000 0.000,18.000 0.000,0.000 0.000,-18.000 0.000,0.000 0.000,17.000 0.000,1.000 0.000,17.000 0.000,1.000 17.000,-1.000-17.000,1.000 18.000,-1.000-18.000</inkml:trace>
</inkml:ink>
</file>

<file path=ppt/ink/ink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9-24T08:43:50"/>
    </inkml:context>
    <inkml:brush xml:id="br0">
      <inkml:brushProperty name="width" value="0.05292" units="cm"/>
      <inkml:brushProperty name="height" value="0.05292" units="cm"/>
      <inkml:brushProperty name="color" value="#ff0000"/>
    </inkml:brush>
  </inkml:definitions>
  <inkml:trace contextRef="#ctx0" brushRef="#br0">11448.000 5644.000,'70.000'0.000,"-17.000"0.000,0.000 0.000,18.000 0.000,-36.000 0.000,18.000 0.000,-18.000 18.000,-17.000-18.000,-1.000 0.000,1.000 18.000,17.000-18.000,1.000 0.000,-1.000 0.000,0.000 0.000,18.000 0.000,-35.000 0.000,17.000 0.000,-17.000 0.000,17.000 0.000,-18.000 0.000,1.000 0.000,0.000 0.000,17.000 0.000,-17.000-18.000,-1.000 0.000,19.000 18.000,-19.000-17.000,1.000 17.000,0.000 0.000,-1.000-18.000,18.000 1.000,-35.000-1.000,36.000 0.000,-19.000 1.000,19.000-1.000,-19.000 0.000,1.000 18.000,0.000-17.000,-1.000 17.000,1.000-18.000,-1.000 0.000,-17.000 1.000,18.000-1.000,0.000 1.000,-1.000-1.000,1.000 0.000,-18.000 1.000,18.000-19.000,-18.000 1.000,17.000-18.000,-17.000 0.000,0.000 18.000,18.000-36.000,-18.000 18.000,0.000 1.000,0.000 16.000,0.000-17.000,0.000 18.000,0.000 0.000,0.000 0.000,0.000 17.000,0.000-17.000,0.000-1.000,0.000 19.000,0.000-36.000,-18.000 35.000,-17.000-17.000,17.000 0.000,-17.000-1.000,17.000 19.000,-34.000-19.000,16.000 1.000,-17.000 17.000,-17.000-17.000,35.000 18.000,-18.000-1.000,0.000 0.000,-18.000 1.000,1.000 17.000,17.000 0.000,-18.000-18.000,36.000 18.000,-36.000 0.000,18.000 0.000,0.000 0.000,-35.000 0.000,35.000 0.000,-35.000 0.000,18.000 0.000,-19.000 0.000,36.000 0.000,1.000 0.000,16.000 0.000,-34.000 0.000,52.000 0.000,0.000 18.000,1.000-1.000,-1.000-17.000,-17.000 36.000,17.000-19.000,18.000 1.000,-17.000-1.000,-1.000 19.000,0.000-1.000,1.000-17.000,-1.000 17.000,0.000-35.000,1.000 35.000,17.000 0.000,-18.000 1.000,18.000 34.000,-18.000-34.000,18.000 17.000,0.000-1.000,0.000-16.000,-17.000 17.000,17.000 0.000,0.000 17.000,0.000-17.000,0.000-18.000,0.000 18.000,0.000-18.000,0.000 1.000,0.000-1.000,0.000-17.000,0.000-1.000,0.000 1.000,0.000 17.000,0.000-17.000,0.000 17.000,0.000-17.000,0.000-1.000,17.000 1.000,1.000 0.000,-18.000-1.000,0.000 1.000,0.000 0.000,18.000-18.000,-1.000 17.000,1.000 1.000,0.000 0.000,-1.000-1.000,1.000 1.000,0.000-1.000,-1.000-17.000,19.000 0.000,-19.000 18.000,36.000 0.000,-18.000-18.000,1.000 17.000,17.000-17.000,-18.000 0.000,18.000 0.000,-18.000 0.000,0.000 0.000,1.000 0.000,-19.000 0.000,1.000 0.000,-1.000 0.000,1.000 0.000,0.000 0.000,-1.000 0.000,1.000 0.000,0.000 0.000,-1.000 0.000,1.000 0.000,0.000 18.000,17.000-18.000,-17.000 18.000,-1.000-18.000,1.000 0.000,17.000 17.000,-17.000-17.000,-1.000 0.000,19.000 18.000,-1.000 0.000,0.000-18.000,0.000 0.000,-17.000 17.000,0.000-17.000</inkml:trace>
  <inkml:trace contextRef="#ctx0" brushRef="#br0">17286.000 5715.000,'18.000'0.000,"-1.000"0.000,19.000 0.000,-1.000 0.000,18.000 0.000,0.000 18.000,-18.000-18.000,18.000 0.000,18.000 35.000,-36.000-35.000,18.000 0.000,0.000 18.000,0.000-1.000,17.000-17.000,1.000 0.000,-18.000 0.000,35.000 0.000,-35.000 0.000,0.000 18.000,0.000-18.000,17.000 0.000,-35.000 0.000,1.000 0.000,-1.000 0.000,-17.000 0.000,17.000 0.000,0.000 0.000,-17.000-18.000,17.000-17.000,-17.000 17.000,-1.000 1.000,1.000-1.000,17.000 0.000,1.000-35.000,-19.000 53.000,18.000-52.000,-17.000 16.000,17.000-17.000,-17.000 0.000,35.000 18.000,-35.000 0.000,-1.000 0.000,1.000-1.000,-1.000-17.000,1.000 0.000,-18.000 36.000,18.000-36.000,-1.000 18.000,-17.000 17.000,0.000 0.000,0.000 1.000,0.000-19.000,-35.000 1.000,-35.000-35.000,17.000 34.000,-36.000-34.000,-34.000 35.000,35.000-18.000,35.000 35.000,0.000 0.000,-18.000 1.000,18.000-1.000,18.000 18.000,0.000-18.000,0.000 18.000,17.000 0.000,-35.000 0.000,0.000-17.000,-53.000 17.000,36.000-18.000,-18.000 18.000,-18.000 0.000,18.000-35.000,17.000 35.000,-35.000-18.000,36.000 1.000,17.000 17.000,0.000 0.000,0.000-18.000,0.000 18.000,18.000 0.000,-1.000 0.000,1.000 0.000,0.000 0.000,0.000 0.000,-18.000 0.000,35.000 0.000,0.000 0.000,1.000 0.000,-1.000 0.000,0.000 0.000,1.000 0.000,-18.000 0.000,17.000 0.000,0.000 18.000,1.000-1.000,-1.000-17.000,18.000 35.000,-18.000-17.000,1.000 0.000,-1.000 17.000,0.000 0.000,1.000 1.000,17.000-1.000,0.000-17.000,-18.000 34.000,18.000-16.000,0.000-1.000,0.000 0.000,0.000 18.000,0.000-18.000,0.000-17.000,0.000 35.000,0.000 0.000,0.000-18.000,0.000-17.000,0.000 17.000,0.000-17.000,0.000-1.000,0.000 1.000,0.000 17.000,0.000-17.000,0.000 0.000,0.000-1.000,0.000 1.000,18.000 0.000,-18.000-1.000,0.000 1.000,17.000-1.000,1.000 1.000,0.000 0.000,-1.000-1.000,19.000 19.000,-19.000-19.000,1.000 1.000,0.000 0.000,-1.000-1.000,1.000-17.000,-1.000 18.000,1.000-18.000,0.000 0.000,17.000 17.000,-17.000-17.000,-1.000 18.000,1.000-18.000,0.000 18.000,-1.000-18.000,18.000 17.000,-17.000-17.000,17.000 0.000,-17.000 0.000,0.000 18.000,-1.000-18.000,1.000 0.000,0.000 0.000,-1.000 0.000,18.000 0.000,-35.000 18.000,36.000-18.000,-19.000 0.000,1.000 0.000,0.000 0.000,-1.000 0.000,19.000 0.000,-19.000 0.000,1.000 0.000,0.000 0.000</inkml:trace>
</inkml:ink>
</file>

<file path=ppt/ink/ink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9-24T08:58:49"/>
    </inkml:context>
    <inkml:brush xml:id="br0">
      <inkml:brushProperty name="width" value="0.09701" units="cm"/>
      <inkml:brushProperty name="height" value="0.09701" units="cm"/>
      <inkml:brushProperty name="color" value="#ff0000"/>
    </inkml:brush>
  </inkml:definitions>
  <inkml:trace contextRef="#ctx0" brushRef="#br0">501.000 928.000,'5.000'0.000,"0.000"0.000,2.000 0.000,-2.000 0.000,-1.000 0.000,1.000 0.000,-2.000 0.000,0.000 0.000,0.000 0.000,1.000 0.000,2.000 0.000,0.000 0.000,-1.000 0.000,-1.000 0.000,2.000 0.000,-1.000 0.000,-2.000 0.000,0.000 0.000</inkml:trace>
</inkml:ink>
</file>

<file path=ppt/ink/ink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9-24T08:58:49"/>
    </inkml:context>
    <inkml:brush xml:id="br0">
      <inkml:brushProperty name="width" value="0.09701" units="cm"/>
      <inkml:brushProperty name="height" value="0.09701" units="cm"/>
      <inkml:brushProperty name="color" value="#ff0000"/>
    </inkml:brush>
  </inkml:definitions>
  <inkml:trace contextRef="#ctx0" brushRef="#br0">648.000 933.000,'7.000'0.000,"-1.000"0.000,0.000 0.000,-1.000 0.000,-1.000 0.000,-1.000 0.000,0.000 0.000,0.000 0.000,1.000 0.000,1.000 0.000,-2.000 0.000,1.000 0.000,-1.000 0.000,2.000 0.000,-2.000 0.000,2.000 0.000</inkml:trace>
</inkml:ink>
</file>

<file path=ppt/ink/ink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9-24T08:58:49"/>
    </inkml:context>
    <inkml:brush xml:id="br0">
      <inkml:brushProperty name="width" value="0.09701" units="cm"/>
      <inkml:brushProperty name="height" value="0.09701" units="cm"/>
      <inkml:brushProperty name="color" value="#ff0000"/>
    </inkml:brush>
  </inkml:definitions>
  <inkml:trace contextRef="#ctx0" brushRef="#br0">762.000 937.000,'3.000'-1.000,"0.000"1.000,2.000 0.000,1.000 0.000,0.000 2.000,-1.000-2.000,-1.000 0.000,-1.000 0.000,0.000 0.000,0.000 0.000,0.000 0.000,0.000 0.000,0.000 0.000,0.000 0.000,0.000 0.000</inkml:trace>
</inkml:ink>
</file>

<file path=ppt/ink/ink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9-24T08:58:49"/>
    </inkml:context>
    <inkml:brush xml:id="br0">
      <inkml:brushProperty name="width" value="0.09701" units="cm"/>
      <inkml:brushProperty name="height" value="0.09701" units="cm"/>
      <inkml:brushProperty name="color" value="#ff0000"/>
    </inkml:brush>
  </inkml:definitions>
  <inkml:trace contextRef="#ctx0" brushRef="#br0">836.000 940.000,'4.000'0.000,"-1.000"0.000,0.000 0.000,0.000 0.000,0.000 0.000,1.000 0.000,-1.000 0.000,1.000 0.000,-1.000 0.000,0.000 0.000,0.000-1.000,2.000 1.000,-1.000 0.000,1.000 0.000,-2.000-1.000,0.000 1.000,0.000 0.000</inkml:trace>
</inkml:ink>
</file>

<file path=ppt/ink/ink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9-24T08:58:49"/>
    </inkml:context>
    <inkml:brush xml:id="br0">
      <inkml:brushProperty name="width" value="0.09701" units="cm"/>
      <inkml:brushProperty name="height" value="0.09701" units="cm"/>
      <inkml:brushProperty name="color" value="#ff0000"/>
    </inkml:brush>
  </inkml:definitions>
  <inkml:trace contextRef="#ctx0" brushRef="#br0">940.000 932.000,'4.000'0.000,"2.000"0.000,2.000 0.000,-2.000 0.000,2.000 0.000,-2.000 0.000,-1.000 0.000,-1.000 0.000,-1.000 0.000,4.000 0.000,-2.000 0.000,-1.000 0.000,-1.000 0.000,0.000 0.000,0.000 0.000,3.000 0.000,-1.000 0.000,-1.000 0.000,-1.000 0.000,1.000 0.000</inkml:trace>
</inkml:ink>
</file>

<file path=ppt/ink/ink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9-24T08:58:49"/>
    </inkml:context>
    <inkml:brush xml:id="br0">
      <inkml:brushProperty name="width" value="0.09701" units="cm"/>
      <inkml:brushProperty name="height" value="0.09701" units="cm"/>
      <inkml:brushProperty name="color" value="#ff0000"/>
    </inkml:brush>
  </inkml:definitions>
  <inkml:trace contextRef="#ctx0" brushRef="#br0">1081.000 929.000,'10.000'1.000,"-2.000"-1.000,1.000 1.000,-1.000 1.000,2.000-1.000,-1.000 0.000,-1.000-1.000,-2.000 2.000,-2.000-2.000,1.000 0.000,-1.000 0.000,2.000 0.000,-1.000 0.000,-1.000 0.000</inkml:trace>
</inkml:ink>
</file>

<file path=ppt/ink/ink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9-24T08:58:49"/>
    </inkml:context>
    <inkml:brush xml:id="br0">
      <inkml:brushProperty name="width" value="0.09701" units="cm"/>
      <inkml:brushProperty name="height" value="0.09701" units="cm"/>
      <inkml:brushProperty name="color" value="#ff0000"/>
    </inkml:brush>
  </inkml:definitions>
  <inkml:trace contextRef="#ctx0" brushRef="#br0">1215.000 932.000,'4.000'0.000,"-1.000"0.000,0.000 0.000,3.000 0.000,3.000-1.000,1.000 1.000,0.000 0.000,-2.000 0.000,0.000 0.000,0.000 0.000,3.000 0.000,-1.000 0.000,-4.000 0.000,0.000 0.000,0.000 0.000,-1.000 0.000,-1.000 0.000,-1.000 0.000,1.000 0.000,-1.000 0.000</inkml:trace>
</inkml:ink>
</file>

<file path=ppt/ink/ink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09-25T16:25:39"/>
    </inkml:context>
    <inkml:brush xml:id="br0">
      <inkml:brushProperty name="width" value="0.09701" units="cm"/>
      <inkml:brushProperty name="height" value="0.09701" units="cm"/>
      <inkml:brushProperty name="color" value="#7030a0"/>
    </inkml:brush>
  </inkml:definitions>
  <inkml:trace contextRef="#ctx0" brushRef="#br0">813.000 212.000,'4.000'0.000,"0.000"0.000,-1.000 0.000,1.000 0.000,-1.000 0.000,0.000 0.000,0.000 0.000,0.000 0.000,0.000 0.000,1.000 0.000,-1.000 0.000,0.000 0.000,0.000 0.000,0.000 0.000,1.000 0.000,-1.000 0.000,1.000 0.000,-1.000 0.000,0.000 0.000,0.000 0.000,0.000 0.000,1.000 0.000,-1.000 0.000,0.000 0.000,0.000 0.000</inkml:trace>
</inkml:ink>
</file>

<file path=ppt/ink/ink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9-24T08:43:50"/>
    </inkml:context>
    <inkml:brush xml:id="br0">
      <inkml:brushProperty name="width" value="0.05292" units="cm"/>
      <inkml:brushProperty name="height" value="0.05292" units="cm"/>
      <inkml:brushProperty name="color" value="#ff0000"/>
    </inkml:brush>
  </inkml:definitions>
  <inkml:trace contextRef="#ctx0" brushRef="#br0">14923.000 4057.000,'0.000'0.000,"-18.000"0.000,18.000 0.000,-18.000 18.000,1.000-18.000,-1.000 35.000,18.000-35.000,-18.000 35.000,18.000-35.000,-35.000 18.000,35.000-1.000,0.000 1.000,-35.000 17.000,17.000-17.000,0.000 0.000,1.000 17.000,-1.000-35.000,18.000 18.000,0.000-18.000,-17.000 17.000,17.000 1.000,0.000-18.000,-18.000 17.000,0.000 1.000,18.000 0.000,-17.000-18.000,-1.000 35.000,0.000-17.000,18.000-1.000,-17.000-17.000,-1.000 18.000,-17.000 0.000,17.000-1.000,1.000-17.000,-1.000 35.000,18.000-35.000,-18.000 18.000,1.000 0.000,-1.000-1.000,18.000 1.000,-18.000 0.000,1.000-1.000,-1.000 1.000,18.000-18.000,-18.000 18.000,1.000-1.000,17.000 1.000,-18.000-18.000,18.000 18.000,-17.000-18.000,-19.000 35.000,36.000-35.000,-17.000 17.000,-1.000-17.000,0.000 18.000,1.000 0.000,-19.000-1.000,36.000 1.000,0.000-18.000,-17.000 18.000,17.000-18.000,0.000 35.000,-53.000-17.000,53.000-1.000,-18.000-17.000,1.000 18.000,-1.000-1.000,18.000-17.000,-18.000 18.000,18.000-18.000,-17.000 18.000,-1.000-18.000,18.000 17.000,-18.000 1.000,18.000-18.000,-17.000 0.000,-1.000 18.000,18.000-18.000,0.000 17.000,-18.000 1.000,1.000-18.000,-1.000 0.000,18.000 18.000,-17.000-18.000,17.000 17.000,-18.000-17.000,0.000 18.000,18.000-1.000,-17.000-17.000,17.000 18.000,-18.000-18.000,0.000 18.000,18.000-1.000,-17.000 1.000,-1.000 0.000,0.000-1.000,18.000 1.000,0.000-18.000,-17.000 18.000,-1.000-1.000,18.000 1.000,-17.000-18.000,17.000 18.000,-18.000-18.000,18.000 17.000,-18.000 1.000,18.000-1.000,-17.000 1.000,-1.000 0.000,18.000-18.000,0.000 17.000,-18.000-17.000,1.000 36.000,17.000-36.000,-18.000 17.000,18.000 1.000,0.000 0.000,-35.000-1.000,35.000 1.000,0.000-1.000,-18.000-17.000,18.000 18.000,0.000 0.000,0.000-1.000,0.000 1.000,-18.000-18.000,1.000 18.000,17.000-1.000,0.000 1.000,-18.000 0.000,18.000-18.000,-17.000 17.000,-1.000 1.000,18.000-18.000,-18.000 17.000,18.000 1.000,-35.000 0.000,35.000-1.000,-18.000 1.000,1.000 0.000,-19.000-1.000,36.000 36.000,-17.000-53.000,-1.000 18.000,1.000-18.000,-1.000 35.000,18.000-35.000,-18.000 35.000,-17.000 1.000,17.000-19.000,18.000 1.000,0.000-18.000,-35.000 18.000,35.000-18.000,0.000 17.000,-18.000 1.000,1.000 0.000,-1.000-1.000,18.000-17.000,0.000 18.000,0.000-18.000,0.000 17.000,-17.000-17.000,17.000 36.000,-18.000-36.000,0.000 0.000,18.000 17.000,-17.000-17.000,-19.000 18.000,36.000-18.000,-35.000 18.000,17.000-1.000,-35.000-17.000,53.000 0.000,-35.000 18.000,0.000-18.000,0.000 0.000,-1.000 18.000,1.000-18.000,0.000 0.000,0.000 17.000,35.000-17.000,-18.000 0.000,-17.000 0.000,17.000 0.000,-17.000 0.000,17.000 0.000,18.000 0.000,-35.000 0.000,0.000 0.000,17.000 0.000,-17.000 0.000,-1.000 0.000,1.000 0.000,0.000 0.000,17.000 0.000,-17.000 0.000,0.000 0.000,-1.000 0.000,19.000 0.000,-19.000 0.000,1.000 0.000,0.000 0.000,17.000 0.000,-17.000 0.000,-18.000 0.000,35.000 0.000,1.000 0.000,-19.000 0.000,19.000 0.000,17.000 0.000,-35.000 0.000,35.000 0.000,-18.000 0.000,18.000 0.000,-35.000 0.000,17.000 0.000,0.000 0.000,1.000 0.000,17.000 0.000,-36.000 18.000,19.000-18.000,-1.000 0.000,18.000 0.000,-35.000 0.000,17.000 0.000,1.000 0.000,-36.000 17.000,35.000 1.000,0.000-18.000,1.000 0.000,-1.000 0.000,0.000 18.000,1.000-18.000,-1.000 0.000,-17.000 17.000,17.000-17.000,1.000 18.000,-1.000-18.000,18.000 0.000,-18.000 0.000,18.000 0.000,-35.000 0.000,35.000 0.000,-18.000 18.000,-17.000-18.000,35.000 0.000,-17.000 0.000,-1.000 17.000,0.000-17.000,1.000 0.000,-1.000 0.000,0.000 18.000,-17.000 0.000,-18.000-1.000,35.000-17.000,1.000 0.000,-18.000 36.000,-1.000-19.000,19.000-17.000,-19.000 0.000,19.000 18.000,-1.000-1.000,-17.000 1.000,35.000-18.000,-18.000 0.000,18.000 18.000,-17.000-1.000,-1.000-17.000,18.000 18.000,-18.000-18.000,18.000 18.000,-17.000-1.000,-19.000 1.000,19.000-18.000,17.000 35.000,-53.000 18.000,35.000-18.000,-35.000 18.000,36.000 18.000,-36.000-36.000,17.000 53.000,19.000-52.000,-19.000 69.000,36.000-34.000,-35.000 0.000,18.000-1.000,-19.000 1.000,19.000 34.000,-19.000-34.000,19.000 0.000,-1.000 34.000,-17.000-34.000,0.000 35.000,35.000-36.000,-18.000 36.000,18.000 0.000,-18.000-35.000,18.000 34.000,-17.000-34.000,-1.000 17.000,18.000 0.000,0.000 1.000,0.000-19.000,-18.000 1.000,-17.000 17.000,35.000-18.000,0.000-17.000,-18.000 36.000,1.000 16.000,17.000-34.000,0.000 52.000,-18.000-34.000,18.000-19.000,0.000 36.000,0.000-35.000,0.000-1.000,0.000 1.000,0.000-1.000,0.000 18.000,0.000-35.000,0.000-17.000,0.000 17.000,0.000-18.000,0.000-18.000,0.000 36.000,0.000-35.000,0.000 0.000,0.000-1.000,0.000-17.000,18.000 53.000,-18.000-53.000,17.000 18.000,-17.000-1.000,18.000 19.000,-18.000-19.000,0.000 19.000,0.000-19.000,0.000 19.000,35.000-1.000,-35.000 18.000,0.000 0.000,18.000 35.000,-18.000 0.000,0.000 18.000,0.000 0.000,0.000-18.000,0.000 18.000,18.000-36.000,-1.000 36.000,-17.000-53.000,18.000 0.000,-18.000-18.000,0.000 18.000,18.000 0.000,-18.000-18.000,0.000-17.000,17.000 17.000,-17.000-35.000,0.000 36.000,0.000-19.000,0.000 18.000,0.000-35.000,0.000 18.000,0.000 17.000,0.000-35.000,18.000 36.000,-1.000-1.000,-17.000-17.000,0.000 17.000,0.000-17.000,0.000 17.000,0.000-18.000,0.000 1.000,18.000 0.000,-18.000-1.000,18.000 19.000,-18.000-19.000,17.000 19.000,-17.000-19.000,18.000 1.000,-18.000-1.000,18.000 19.000,-18.000-36.000,0.000 17.000,17.000 1.000,-17.000-18.000,18.000 35.000,0.000-35.000,-18.000 18.000,0.000 0.000,17.000-18.000,-17.000 17.000,18.000 1.000,-1.000-18.000,-17.000 17.000,18.000 1.000,0.000 0.000,-1.000-18.000,1.000 17.000,0.000 1.000,35.000-18.000,-36.000 18.000,-17.000-18.000,36.000 17.000,-36.000-17.000,35.000 18.000,0.000 0.000,-17.000-18.000,-1.000 0.000,-17.000 0.000,36.000 17.000,-19.000 19.000,1.000-36.000,0.000 0.000,17.000 0.000,0.000 35.000,36.000-18.000,-36.000 1.000,35.000 0.000,1.000 35.000,-18.000-53.000,-18.000 0.000,18.000 17.000,18.000 36.000,-36.000-35.000,18.000-18.000,-35.000 0.000,52.000 35.000,-35.000-35.000,1.000 18.000,-1.000-18.000,0.000 0.000,0.000 17.000,18.000 19.000,-35.000-36.000,0.000 17.000,17.000-17.000,0.000 0.000,-17.000 0.000,0.000 18.000,52.000 17.000,-52.000-35.000,17.000 18.000,0.000-1.000,36.000 1.000,-36.000 0.000,18.000-1.000,18.000 1.000,-19.000 0.000,1.000-1.000,36.000 1.000,-19.000 0.000,-17.000 17.000,53.000-17.000,-18.000-1.000,-17.000-17.000,17.000 53.000,-18.000-53.000,19.000 18.000,-19.000-18.000,1.000 17.000,35.000 19.000,-1.000-36.000,-16.000 17.000,16.000 19.000,-16.000-36.000,-1.000 35.000,0.000-35.000,-17.000 17.000,-19.000 1.000,-16.000-18.000,-1.000 0.000,-35.000 0.000,18.000 0.000,-1.000 0.000,1.000 0.000,-18.000 0.000,18.000 0.000,-18.000 0.000,35.000 18.000,-35.000-18.000,17.000 17.000,-17.000 1.000,36.000-18.000,-36.000 0.000,35.000 35.000,-35.000-35.000,18.000 0.000,-1.000 18.000,1.000-18.000,35.000 18.000,-35.000-18.000,-1.000 17.000,1.000 1.000,-1.000-18.000,1.000 17.000,0.000-17.000,35.000 18.000,0.000 0.000,-36.000-1.000,36.000-17.000,0.000 18.000,0.000 0.000,0.000-1.000,0.000 1.000,0.000-18.000,-18.000 18.000,53.000 17.000,-53.000-35.000,18.000 18.000,-17.000-18.000,34.000 35.000,-17.000-18.000,18.000-17.000,-18.000 36.000,-18.000-36.000,71.000 35.000,-71.000-35.000,36.000 35.000,17.000-17.000,-35.000 17.000,-18.000-35.000,18.000 0.000,17.000 18.000,-70.000-18.000,53.000 35.000,-17.000-35.000,-19.000 0.000,1.000 0.000,35.000 0.000,-18.000 0.000,-17.000 0.000,-1.000 0.000,1.000 0.000,0.000 18.000,-1.000-18.000,36.000 17.000,-35.000-17.000,17.000 18.000,-17.000-18.000,35.000 0.000,0.000 0.000,-36.000 0.000,18.000 0.000,1.000 0.000,-19.000 18.000,19.000-18.000,-19.000 0.000,1.000 0.000,0.000 0.000,17.000 17.000,-18.000-17.000,1.000 0.000,17.000 0.000,-17.000 0.000,17.000 0.000,-17.000 0.000,0.000 0.000,-1.000 0.000,1.000 0.000,0.000 36.000,17.000-36.000,-18.000 17.000,19.000 1.000,-1.000 17.000,-17.000-35.000,17.000 18.000,0.000 17.000,18.000-17.000,-18.000-1.000,-17.000 19.000,53.000-19.000,-19.000 19.000,-34.000-19.000,35.000 18.000,-35.000-17.000,17.000 0.000,18.000-1.000,-53.000-17.000,35.000 18.000,0.000-18.000,1.000 18.000,-19.000-18.000,1.000 17.000,-18.000-17.000,18.000 0.000,-18.000 36.000,0.000-36.000,0.000 17.000,0.000-17.000,0.000 35.000,0.000-17.000,0.000-18.000,0.000 35.000,0.000-35.000,0.000 18.000,0.000-18.000,0.000 35.000,17.000 1.000,-17.000-19.000,0.000 18.000,0.000 1.000,18.000-19.000,0.000 1.000,-18.000 17.000,0.000-35.000,0.000 18.000,0.000 0.000,17.000-1.000,-17.000-17.000,0.000 18.000,0.000 0.000,0.000-1.000,0.000-17.000,0.000 18.000,0.000-1.000,0.000 1.000,0.000-18.000,0.000 18.000,0.000 17.000,0.000-35.000,0.000 18.000,0.000-1.000,0.000 1.000,0.000 0.000,-17.000 17.000,17.000-18.000,0.000-17.000,0.000 36.000,-18.000-1.000,18.000 0.000,0.000-17.000,0.000 17.000,-18.000-17.000,18.000-1.000,0.000 19.000,-35.000-19.000,35.000 1.000,0.000 17.000,0.000-35.000,0.000 53.000,0.000-17.000,0.000-19.000,0.000-17.000,-18.000 18.000,18.000-1.000,0.000 1.000,-17.000 0.000,17.000-1.000,-18.000 19.000,18.000-36.000,-18.000 35.000,18.000-35.000,0.000 18.000,0.000-1.000,0.000 1.000,-17.000-1.000,17.000 1.000,-18.000 17.000,18.000-35.000,-17.000 36.000,-1.000-19.000,18.000-17.000,0.000 18.000,0.000 0.000,-18.000-18.000,18.000 0.000,-17.000 0.000,17.000 17.000,-36.000 1.000,19.000-1.000,17.000 1.000,0.000 17.000,-18.000 1.000,0.000-19.000,18.000 19.000,0.000-36.000,0.000 17.000,-17.000 1.000,17.000 0.000,0.000-1.000,0.000-17.000,0.000 35.000,0.000-35.000,-18.000 18.000,18.000-18.000,0.000 35.000,0.000-35.000,-18.000 36.000,18.000-19.000,-17.000 1.000,17.000 0.000,0.000-1.000,0.000 1.000,0.000-1.000,-18.000 19.000,18.000-19.000,0.000-17.000,0.000 18.000,0.000 0.000,0.000-1.000,0.000-17.000,0.000 18.000,0.000 0.000,0.000-1.000,0.000 18.000,0.000-17.000,0.000 0.000,0.000-1.000,0.000-17.000,0.000 36.000,0.000-19.000,0.000 1.000,0.000-18.000,0.000 18.000,0.000 17.000,0.000-35.000,0.000 18.000,0.000 17.000,0.000-35.000,0.000 17.000,0.000 19.000,0.000-19.000,0.000-17.000,0.000 18.000,0.000 0.000,0.000-1.000,0.000 1.000,0.000 0.000,0.000-1.000,0.000-17.000,0.000 18.000,0.000 17.000,0.000-35.000,0.000 18.000,0.000-1.000,0.000 1.000,0.000-18.000,0.000 18.000,0.000-1.000,0.000-17.000,0.000 18.000,18.000 0.000,-18.000-1.000,0.000-17.000,0.000 18.000,17.000-18.000,-17.000 35.000,0.000-35.000,18.000 18.000,-18.000-18.000,18.000 17.000,-18.000 1.000,0.000 0.000,0.000-18.000,35.000 35.000,-35.000-17.000,18.000 17.000,-1.000-17.000,1.000-1.000,0.000 1.000,-18.000-18.000,0.000 17.000,17.000 1.000,1.000 17.000,0.000-35.000,-1.000 18.000,-17.000-18.000,0.000 35.000,18.000-35.000,-18.000 18.000,17.000-18.000,-17.000 18.000,36.000-18.000,-36.000 0.000,35.000 0.000,-17.000 0.000,-18.000 0.000,17.000 17.000,1.000-17.000,0.000 0.000,-1.000 18.000,18.000-1.000,-17.000-17.000,0.000 0.000,17.000 36.000,0.000-36.000,1.000 17.000,-19.000-17.000,1.000 18.000,17.000-18.000,-17.000 18.000,-18.000-1.000,17.000-17.000,1.000 0.000,-18.000 0.000,35.000 0.000,1.000 18.000,-19.000 0.000,-17.000-18.000,18.000 0.000,0.000 0.000,-18.000 0.000,35.000 17.000,-35.000-17.000,17.000 0.000,19.000 0.000,-19.000 0.000,19.000 18.000,-19.000-18.000,1.000 35.000,0.000-35.000,17.000 0.000,-35.000 0.000,17.000 18.000,1.000-18.000,-18.000 0.000,18.000 0.000,35.000 0.000,-36.000 0.000,19.000 0.000,-36.000 0.000,52.000 35.000,1.000-17.000,-35.000-18.000,0.000 0.000,17.000 0.000,-17.000 0.000,-1.000 0.000,1.000 0.000,0.000 0.000,17.000 0.000,-18.000 0.000,1.000 0.000,17.000 0.000,-35.000 17.000,53.000-17.000,-35.000 0.000,17.000 0.000,-35.000 0.000,35.000 0.000,1.000 0.000,-36.000 0.000,35.000 0.000,-17.000 0.000,-1.000 0.000,19.000 0.000,-1.000 0.000,0.000 0.000,0.000 0.000,1.000 0.000,-1.000 0.000,0.000 0.000,1.000 0.000,-36.000 0.000,35.000 0.000,0.000 0.000,-17.000 0.000,-1.000 0.000,1.000 0.000,35.000 0.000,-53.000 0.000,35.000 0.000,-17.000 0.000,-1.000 0.000,19.000 0.000,-1.000 0.000,-35.000 0.000,35.000 0.000,-17.000 0.000,-18.000 0.000,35.000 0.000,-35.000 0.000,18.000 0.000,-18.000 0.000,35.000 0.000,-35.000 0.000,18.000 0.000,-18.000 0.000,35.000 0.000,-17.000 0.000,17.000 0.000,-17.000 0.000,17.000-17.000,-35.000 17.000,18.000-18.000,-1.000 18.000,36.000 0.000,-53.000-18.000,18.000 18.000,-1.000-17.000,1.000 17.000,0.000-18.000,-1.000 18.000,1.000-18.000,-18.000 18.000,18.000 0.000,17.000 0.000,-18.000-35.000,1.000 35.000,17.000 0.000,-17.000-35.000,0.000 35.000,-1.000 0.000,19.000-35.000,-1.000 35.000,-18.000-18.000,19.000 18.000,-1.000-18.000,-17.000 1.000,-1.000 17.000,36.000-18.000,-53.000 18.000,18.000-18.000,17.000 18.000,-35.000-17.000,35.000-1.000,-17.000 18.000,0.000 0.000,-18.000-17.000,17.000-1.000,1.000 18.000,0.000-18.000,-1.000 18.000,1.000 0.000,-18.000 0.000,18.000 0.000,-18.000 0.000,35.000 0.000,-18.000 0.000,-17.000 0.000,36.000 0.000,-36.000 0.000,17.000 0.000,-17.000 0.000,36.000 0.000,-36.000 0.000,17.000-17.000,19.000 17.000,-36.000 0.000,17.000 0.000,1.000 0.000,-1.000 0.000,-17.000-18.000,18.000 18.000,0.000-18.000,-1.000 18.000,1.000 0.000,0.000 0.000,-1.000-17.000,1.000-1.000,0.000 18.000,-1.000-18.000,-17.000 18.000,18.000-17.000,0.000-1.000,-1.000 18.000,1.000-35.000,-18.000 35.000,17.000-18.000,1.000-17.000,0.000 35.000,-1.000-18.000,-17.000 1.000,0.000 17.000,0.000-18.000,0.000-17.000,0.000 35.000,18.000-18.000,-18.000 0.000,0.000 1.000,0.000 17.000,0.000-18.000,0.000 1.000,0.000-1.000,18.000-17.000,-18.000 35.000,0.000-18.000,17.000 0.000,-17.000-17.000,0.000 35.000,0.000-18.000,0.000-17.000,0.000 35.000,0.000-17.000,18.000 17.000,-18.000-36.000,0.000 36.000,0.000-17.000,0.000 17.000,18.000-18.000,-18.000 0.000,0.000 1.000,17.000 17.000,-17.000-36.000,0.000 36.000,0.000-17.000,0.000 17.000,0.000-35.000,0.000 35.000,0.000-18.000,0.000 18.000,0.000-35.000,18.000 35.000,-18.000-18.000,17.000 0.000,-17.000 1.000,0.000 17.000,0.000-18.000,18.000 18.000,-18.000-35.000,18.000 17.000,-18.000 0.000,0.000 1.000,0.000-1.000,0.000 1.000,0.000-19.000,17.000 19.000,1.000-1.000,-18.000 18.000,0.000-35.000,0.000-1.000,18.000 36.000,-18.000-17.000,0.000-18.000,0.000 17.000,0.000 0.000,0.000 1.000,0.000-1.000,0.000 0.000,0.000-17.000,0.000 17.000,0.000-17.000,0.000 18.000,0.000-19.000,0.000 19.000,17.000-1.000,1.000 0.000,-18.000 18.000,0.000-17.000,0.000 17.000,0.000-18.000,0.000 0.000,0.000 1.000,0.000 17.000,0.000-18.000,0.000 0.000,0.000 1.000,0.000-1.000,18.000-17.000,-18.000 35.000,17.000-18.000,-17.000 1.000,18.000-1.000,-18.000 18.000,17.000-35.000,1.000 17.000,0.000 0.000,-1.000 1.000,-17.000-1.000,0.000 1.000,18.000-1.000,-18.000 0.000,0.000 1.000,18.000 17.000,-18.000-18.000,17.000 0.000,-17.000 1.000,0.000 17.000,0.000-18.000,0.000 0.000,18.000 1.000,-18.000 17.000,18.000-35.000,-18.000 35.000,0.000-18.000,0.000 18.000,0.000-18.000,0.000 1.000,0.000 17.000,0.000-18.000,17.000 18.000,-17.000-18.000,0.000 1.000,0.000-1.000,0.000 18.000,0.000-18.000,0.000 1.000,0.000-1.000,0.000 18.000,0.000-18.000,0.000 1.000,0.000-1.000,18.000 18.000,-18.000-17.000,0.000-1.000,0.000 0.000,18.000 18.000,-18.000-17.000,17.000-1.000,-17.000 0.000,18.000 18.000,-1.000-35.000,1.000 35.000,-18.000-18.000,18.000 18.000,-1.000-35.000,-17.000 35.000,18.000-17.000,-18.000-1.000,18.000 0.000,17.000 18.000,-35.000-17.000,18.000-1.000,-18.000 18.000,0.000-18.000,17.000 1.000,-17.000-1.000,18.000 18.000,-1.000-18.000,-17.000 18.000,0.000-35.000,18.000 35.000,0.000-17.000,17.000-1.000,-35.000 0.000,18.000 18.000,-18.000 0.000,17.000 0.000,1.000-17.000,0.000 17.000,-18.000 0.000,17.000-18.000,-17.000 18.000,35.000-18.000,-35.000 1.000,18.000 17.000,0.000 0.000,-1.000-18.000,-17.000 18.000,18.000-18.000,0.000 18.000,-1.000 0.000,-17.000 0.000,18.000 0.000,-18.000-17.000,18.000 17.000,-1.000 0.000,1.000-18.000,0.000 18.000,17.000-18.000,-35.000 18.000,35.000-17.000,0.000 17.000,-17.000 0.000,0.000 0.000,17.000-18.000,-17.000 1.000,-1.000-1.000,18.000 18.000,-17.000 0.000,0.000 0.000,17.000 0.000,-35.000-18.000,18.000 18.000,17.000-17.000,-35.000 17.000,18.000-18.000,-1.000 18.000,1.000 0.000,-18.000 0.000,17.000 0.000,1.000 0.000,0.000-18.000,-1.000 18.000,1.000 0.000,0.000 0.000,-1.000-17.000,-17.000 17.000,18.000 0.000,0.000 0.000,-1.000 0.000,1.000-18.000,0.000 18.000,-1.000 0.000,1.000 0.000,-1.000 0.000,1.000 0.000,-18.000 0.000,35.000-18.000,-35.000 18.000,36.000-17.000,-19.000 17.000,1.000 0.000,-18.000 0.000,35.000 0.000,-17.000 0.000,-1.000 0.000,1.000-18.000,0.000 18.000,-1.000 0.000,19.000 0.000,-1.000-17.000,-17.000 17.000,-1.000 0.000,1.000 0.000,-1.000 0.000,1.000 0.000,-18.000 0.000,18.000 0.000,-1.000 0.000,1.000 0.000,-18.000 0.000,18.000 0.000,-1.000 0.000,1.000 0.000,-18.000 0.000,35.000 0.000,-35.000 0.000,18.000 0.000,-18.000 0.000,18.000 0.000,-1.000 0.000,1.000-18.000,-1.000 0.000,1.000 18.000,0.000 0.000,-18.000 0.000,17.000 0.000,1.000 0.000,17.000 0.000,-35.000 0.000,18.000 0.000,0.000 0.000,-1.000 0.000,-17.000 0.000,18.000 0.000,-1.000 0.000,1.000 0.000,-18.000 0.000,18.000 0.000,-1.000 0.000,1.000 0.000,-18.000 0.000,18.000 0.000,-18.000 0.000,17.000 0.000,-17.000 0.000,18.000 0.000,0.000 0.000,-1.000 18.000,1.000-18.000,-1.000 0.000,1.000 0.000,0.000 0.000,-18.000 0.000,17.000 0.000,1.000 0.000,0.000 0.000,-1.000 35.000,-17.000-35.000,18.000 0.000,0.000 0.000,-18.000 0.000,17.000 0.000,1.000 0.000,0.000 0.000,-1.000 18.000,-17.000-18.000,18.000 0.000,-1.000 0.000,-17.000 0.000,18.000 0.000,0.000 0.000,-1.000 0.000</inkml:trace>
  <inkml:trace contextRef="#ctx0" brushRef="#br0">24642.000 15169.000,'17.000'0.000,"1.000"0.000,-1.000 0.000,1.000 0.000,35.000 0.000,35.000-35.000,-53.000 35.000,1.000 0.000,17.000 0.000,0.000-17.000,-36.000 17.000,19.000 0.000,-36.000 0.000,35.000 0.000,-18.000 0.000,1.000-18.000,-18.000 18.000,18.000 0.000,-1.000 0.000,1.000 0.000,-18.000 0.000,18.000 0.000,-1.000 0.000,1.000 0.000,0.000-18.000,-1.000 18.000,1.000 0.000,-1.000-17.000,19.000 17.000,-19.000 0.000,19.000 0.000,-36.000 0.000,17.000 0.000,1.000 0.000,0.000 0.000,-18.000 0.000,35.000 0.000,-18.000 0.000,-17.000 0.000,18.000 0.000,0.000 0.000,-1.000 0.000,1.000 0.000,0.000 0.000,-1.000 0.000,1.000 0.000,-18.000 0.000,35.000 0.000,-17.000 0.000,-18.000 0.000,18.000 0.000,-1.000 0.000,1.000 0.000,-18.000 0.000,17.000 0.000,1.000 0.000,0.000 0.000,-1.000 0.000,1.000 0.000,-18.000 0.000,18.000 0.000,-1.000 0.000,1.000 0.000,0.000 0.000,-18.000 0.000,17.000 0.000,1.000 0.000,-1.000 0.000,-17.000 0.000,18.000 0.000,0.000 0.000,-1.000 0.000,-17.000 0.000,36.000 0.000,-36.000 0.000,17.000 0.000,-17.000 0.000,18.000 0.000,0.000 0.000,17.000 0.000,-35.000 0.000,35.000 0.000,-17.000 0.000,35.000 0.000,-53.000 0.000,35.000 0.000,-17.000 0.000,-1.000 0.000,19.000 0.000,-19.000 0.000,18.000 0.000,1.000 0.000,-1.000 0.000,-17.000 0.000,-18.000 0.000,17.000 0.000,1.000 0.000,0.000 0.000,-18.000 0.000,17.000 0.000,1.000 0.000,-1.000 0.000,-17.000 0.000,36.000 0.000,-19.000 0.000,-17.000 0.000,18.000 0.000,0.000 0.000,-1.000 0.000,-17.000 0.000,36.000 0.000,-19.000 0.000,-17.000 0.000,35.000-18.000,-17.000 18.000,0.000 0.000,17.000-18.000,-35.000 18.000,18.000 0.000,-1.000 0.000,-17.000 0.000,18.000-17.000,0.000 17.000,-1.000 0.000,-17.000 0.000,18.000 0.000,17.000 0.000,-17.000-18.000,-18.000 18.000,17.000 0.000,1.000-18.000,0.000 18.000,-18.000 0.000,35.000-17.000,-35.000 17.000,18.000-18.000,-1.000 18.000,1.000 0.000,0.000 0.000,-18.000 0.000,17.000 0.000,1.000 0.000,-1.000 0.000,-17.000 0.000,36.000 0.000,-1.000-17.000,-35.000 17.000,35.000 0.000,-35.000 0.000,18.000 0.000,17.000 0.000,-17.000-18.000,-1.000 18.000,1.000 0.000,0.000 0.000,17.000 0.000,-17.000 0.000,-1.000-18.000,19.000 18.000,-19.000 0.000,1.000-17.000,35.000 17.000,-53.000-18.000,17.000 18.000,1.000 0.000,-18.000 0.000,35.000 0.000,1.000-18.000,-36.000 18.000,35.000 0.000,-17.000 0.000,-1.000 0.000,1.000 0.000,-18.000 0.000,17.000 0.000,1.000 0.000,0.000 0.000,-18.000 0.000,17.000-17.000,1.000 17.000,-18.000 0.000,18.000 0.000,-18.000 0.000,17.000 0.000,-17.000 0.000,36.000 0.000,-19.000-18.000,1.000 18.000,-1.000 0.000,-17.000 0.000,36.000-18.000,-1.000 18.000,-35.000 0.000,18.000 0.000,17.000-17.000,-17.000 17.000,-18.000 0.000,35.000 0.000,-17.000-18.000,-1.000 0.000,1.000 18.000,-18.000 0.000,17.000-17.000,1.000 17.000,0.000 0.000,17.000 0.000,18.000-35.000,-35.000 35.000,-1.000 0.000,1.000-18.000,-18.000 18.000,17.000 0.000,1.000 0.000,0.000 0.000,-18.000 0.000,17.000 0.000,-17.000 0.000,18.000 0.000,-18.000 0.000,35.000 0.000,1.000 0.000,-19.000 0.000,1.000 0.000,-1.000 0.000,1.000-18.000,-18.000 18.000,18.000 0.000,-1.000 0.000,1.000 0.000,-18.000 0.000,18.000 0.000,-1.000 0.000,1.000 0.000,-18.000 0.000,18.000-17.000,-1.000 17.000,1.000 0.000,-18.000 0.000,35.000-18.000,-35.000 18.000,18.000 0.000,-18.000 0.000,17.000 0.000,1.000 0.000,0.000 0.000,-18.000 0.000,17.000 0.000,1.000-18.000,0.000 18.000,-1.000 0.000,1.000-17.000,0.000 17.000,-1.000 0.000,1.000 0.000,-1.000-18.000,1.000 18.000,0.000 0.000,-18.000 0.000,17.000 0.000,1.000 0.000,0.000 0.000,-18.000 0.000,35.000 0.000,-17.000 0.000,-1.000 0.000,-17.000 0.000,18.000 0.000,-1.000 0.000,1.000-18.000,-18.000 18.000,18.000 0.000,-1.000 0.000,-17.000 0.000,18.000 0.000,0.000 0.000,-1.000 0.000,-17.000 0.000,18.000-17.000,0.000 17.000,-1.000 0.000,-17.000 0.000,18.000-18.000,0.000 18.000,-18.000 0.000,17.000 0.000,-17.000 0.000,18.000-17.000,-1.000 17.000,-17.000-18.000,18.000 18.000,-18.000 0.000,18.000 0.000,-18.000-18.000,35.000 18.000,-35.000-17.000,18.000 17.000,-18.000 0.000,17.000 0.000,1.000-36.000,0.000 36.000,-1.000 0.000,18.000 0.000,-17.000 0.000,0.000 0.000,17.000-17.000,-17.000 17.000,17.000-18.000,-17.000 18.000,17.000 0.000,-18.000-18.000,19.000 1.000,-19.000 17.000,-17.000 0.000,53.000 0.000,-35.000 0.000,35.000-18.000,-18.000 18.000,-35.000 0.000,18.000 0.000,-1.000 0.000,1.000-17.000,-18.000 17.000,18.000 0.000,-18.000 0.000,35.000 0.000,-17.000 0.000,-1.000 0.000,1.000 0.000,-18.000 0.000,18.000 0.000,-1.000 0.000,18.000 0.000,-35.000-18.000,36.000 18.000,-19.000 0.000,1.000 0.000,0.000-18.000,17.000 18.000,-35.000 0.000,18.000 0.000,-1.000 0.000,1.000 0.000,-1.000 0.000,-17.000-17.000,18.000 17.000,35.000 0.000,-35.000-18.000,-1.000 18.000,19.000 0.000,-19.000 0.000,1.000-18.000,0.000 18.000,-1.000-17.000,1.000 17.000,-18.000 0.000,35.000 0.000,-35.000-18.000,35.000 18.000,-17.000 0.000,-18.000-18.000,35.000 18.000,-35.000 0.000,36.000-17.000,-1.000-1.000,-35.000 18.000,35.000-18.000,-17.000 18.000,-1.000 0.000,1.000-35.000,0.000 35.000,-1.000 0.000,-17.000 0.000,36.000-17.000,-19.000 17.000,1.000-18.000,-1.000 18.000,-17.000 0.000,36.000-18.000,-19.000 18.000,1.000-17.000,-18.000 17.000,18.000-18.000,-1.000 18.000,1.000 0.000,-18.000-18.000,18.000 18.000,-1.000 0.000,1.000-17.000,35.000-1.000,-36.000 0.000,19.000-17.000,-1.000 18.000,0.000-19.000,1.000 19.000,-19.000-19.000,18.000 19.000,18.000-36.000,-35.000 35.000,35.000-17.000,-18.000 17.000,-35.000 1.000,53.000-1.000,-35.000-17.000,-1.000 17.000,1.000 0.000,0.000 1.000,-1.000-1.000,19.000 0.000,-19.000 18.000,1.000-35.000,-18.000 35.000,18.000-17.000,-1.000-1.000,18.000 18.000,-35.000-18.000,18.000 18.000,0.000-17.000,-1.000-1.000,1.000 0.000,0.000 1.000,-1.000-1.000,1.000 0.000,0.000 1.000,-1.000-1.000,1.000-17.000,-1.000 35.000,-17.000-18.000,18.000 1.000,0.000-1.000,35.000-35.000,-53.000 35.000,17.000 18.000,1.000-35.000,0.000 0.000,17.000 17.000,-35.000 1.000,35.000-19.000,-35.000 19.000,35.000-19.000,-17.000 1.000,0.000 35.000,-18.000-35.000,0.000 17.000,17.000-17.000,1.000 0.000,17.000 17.000,1.000 0.000,-36.000 1.000,17.000-1.000,1.000-17.000,-18.000 35.000,17.000-35.000,1.000 17.000,0.000 0.000,-18.000-17.000,0.000 17.000,17.000 1.000,1.000 17.000,-18.000-18.000,0.000 18.000,18.000-18.000,-18.000 1.000,0.000-1.000,0.000 18.000,0.000-17.000,0.000-19.000,35.000 19.000,-17.000-19.000,-18.000 19.000,0.000-1.000,0.000-17.000,0.000 17.000,17.000-17.000,18.000-18.000,-35.000 35.000,0.000 1.000,0.000-36.000,18.000 17.000,-18.000 1.000,18.000 18.000,-1.000-72.000,1.000 54.000,-18.000 17.000,0.000-17.000,0.000 0.000,18.000 0.000,-18.000 17.000,0.000-17.000,17.000-1.000,-17.000 1.000,0.000 17.000,0.000-17.000,36.000 0.000,-36.000 17.000,0.000-17.000,0.000 0.000,17.000 17.000,-17.000-35.000,0.000 18.000,35.000 17.000,-35.000-17.000,18.000-18.000,-18.000 35.000,0.000 1.000,18.000-18.000,-18.000-18.000,35.000 35.000,-35.000 0.000,0.000-35.000,18.000 18.000,-1.000 17.000,-17.000-34.000,18.000 16.000,-18.000 19.000,18.000-19.000,-18.000-17.000,17.000 36.000,-17.000-18.000,0.000-1.000,18.000 1.000,0.000 35.000,-18.000-35.000,0.000 17.000,0.000-17.000,0.000 17.000,17.000 1.000,-17.000-1.000,0.000 0.000,0.000-35.000,0.000 53.000,0.000-17.000,0.000-36.000,0.000 53.000,0.000-36.000,18.000 19.000,-18.000-1.000,0.000-17.000,0.000 17.000,0.000 18.000,0.000-35.000,0.000 0.000,0.000-1.000,0.000 36.000,0.000-35.000,0.000 0.000,0.000 0.000,0.000 35.000,0.000-36.000,0.000-17.000,0.000 18.000,0.000 35.000,0.000-17.000,0.000-19.000,0.000 19.000,0.000-19.000,0.000 1.000,0.000 0.000,0.000 17.000,0.000-35.000,0.000 18.000,0.000 0.000,0.000 17.000,0.000-35.000,0.000 18.000,0.000-18.000,0.000 0.000,0.000 18.000,0.000-1.000,0.000 1.000,0.000-18.000,0.000 18.000,0.000 0.000,0.000 17.000,0.000-35.000,0.000 35.000,0.000-34.000,0.000-1.000,0.000 17.000,0.000 1.000,0.000 17.000,0.000-34.000,0.000-1.000,0.000 17.000,0.000 1.000,0.000-18.000,0.000 36.000,0.000-36.000,0.000 17.000,0.000 1.000,0.000 17.000,0.000-35.000,0.000 1.000,0.000 16.000,-18.000-34.000,1.000 34.000,-1.000-34.000,18.000 17.000,-18.000-35.000,18.000 53.000,0.000-18.000,-35.000 17.000,17.000-17.000,18.000 18.000,0.000 35.000,-17.000-35.000,-1.000 0.000,18.000 35.000,-18.000-36.000,1.000 19.000,17.000-1.000,0.000-17.000,-18.000 17.000,0.000 0.000,1.000-34.000,17.000 16.000,-18.000 19.000,-17.000-36.000,17.000 0.000,1.000 35.000,-1.000-35.000,-17.000 36.000,17.000-36.000,0.000 17.000,-17.000-17.000,35.000 18.000,-53.000 0.000,18.000-53.000,17.000 52.000,1.000-34.000,-19.000 35.000,19.000-1.000,-18.000-17.000,35.000 1.000,-18.000-1.000,-17.000 17.000,35.000 19.000,-53.000-36.000,53.000 35.000,-18.000-35.000,0.000 18.000,18.000 17.000,-17.000-17.000,-1.000 0.000,18.000 17.000,-18.000-17.000,1.000 0.000,-1.000-18.000,1.000 35.000,-1.000-35.000,18.000 35.000,-53.000-52.000,53.000 35.000,-18.000 17.000,1.000-35.000,-19.000-35.000,19.000 35.000,-1.000 0.000,-35.000 0.000,53.000 53.000,0.000-35.000,-17.000 0.000,-19.000-18.000,36.000 17.000,-17.000-17.000,-36.000 1.000,53.000 34.000,-53.000-53.000,35.000 36.000,1.000 0.000,-1.000-1.000,0.000 19.000,1.000-18.000,-1.000 17.000,18.000-17.000,-35.000 17.000,35.000-17.000,0.000 35.000,-18.000-18.000,0.000 0.000,18.000 1.000,-17.000 17.000,17.000-18.000,-18.000 18.000</inkml:trace>
  <inkml:trace contextRef="#ctx0" brushRef="#br0">31891.000 4957.000,'-18.000'0.000,"18.000"-18.000,-17.000 18.000,-1.000-35.000,1.000 17.000,-36.000 0.000,53.000 1.000,-36.000 17.000,-17.000-53.000,18.000 35.000,-18.000 1.000,36.000-19.000,-36.000 19.000,-18.000-36.000,-17.000 0.000,53.000 17.000,17.000 19.000,-53.000-18.000,54.000 17.000,-18.000 0.000,-1.000-17.000,1.000 0.000,0.000 35.000,-18.000-36.000,35.000 36.000,-17.000-17.000,-18.000-18.000,18.000 17.000,17.000 0.000,-52.000 1.000,17.000-19.000,0.000 19.000,0.000-36.000,0.000 53.000,35.000-53.000,18.000 18.000,-35.000-18.000,0.000 35.000,-1.000 0.000,-17.000 1.000,1.000-1.000,52.000 18.000,-36.000-18.000,1.000 18.000,0.000-35.000,-1.000 35.000,19.000-17.000,-18.000 17.000,17.000-18.000,-17.000 0.000,-1.000 1.000,19.000 17.000,-19.000-18.000,1.000 18.000,0.000-35.000,-18.000 17.000,18.000 18.000,-1.000 0.000,19.000-18.000,-54.000-17.000,71.000 35.000,-53.000 0.000,18.000 0.000,0.000-17.000,-18.000-1.000,0.000-17.000,18.000 35.000,-1.000 0.000,1.000-18.000,-18.000 0.000,18.000 1.000,0.000-1.000,-18.000 0.000,17.000 1.000,1.000-1.000,-18.000 1.000,-17.000-1.000,34.000 18.000,-17.000-35.000,1.000 17.000,-1.000 18.000,17.000-18.000,-52.000-17.000,35.000 17.000,-35.000 1.000,-35.000-36.000,70.000 35.000,-18.000 1.000,-52.000-1.000,52.000-17.000,18.000 17.000,0.000 0.000,0.000-17.000,0.000 35.000,36.000 0.000,-19.000-18.000,1.000 18.000,0.000-17.000,17.000 17.000,-35.000-18.000,18.000 1.000,35.000 17.000,-35.000-18.000,17.000 18.000,-35.000 0.000,53.000 0.000,-35.000-18.000,17.000 1.000,1.000 17.000,-1.000 0.000,0.000 0.000,1.000 0.000,17.000 0.000,-36.000 0.000,1.000 0.000,0.000-18.000,17.000 18.000,-17.000 0.000,0.000-18.000,-1.000 18.000,-16.000 0.000,16.000-17.000,-17.000 17.000,-17.000-18.000,52.000 18.000,-35.000 0.000,18.000 0.000,0.000 0.000,-18.000 0.000,0.000 0.000,-35.000 0.000,35.000 0.000,-18.000 0.000,1.000 0.000,-1.000 0.000,1.000 0.000,-19.000 0.000,19.000 0.000,34.000 0.000,-34.000 0.000,35.000 0.000,-1.000 0.000,1.000 0.000,17.000 0.000,1.000 0.000,-1.000 0.000,1.000 0.000,-19.000 0.000,1.000 0.000,-18.000-18.000,0.000 18.000,0.000 0.000,-17.000 0.000,34.000 0.000,-34.000 0.000,17.000 0.000,-18.000 0.000,18.000 0.000,18.000 0.000,0.000 0.000,17.000 0.000,-17.000 0.000,17.000 0.000,-17.000 0.000,17.000 0.000,18.000 0.000,-35.000 0.000,18.000 0.000,-36.000 0.000,35.000 0.000,-17.000 0.000,-1.000-17.000,-17.000 17.000,1.000 0.000,34.000 0.000,-17.000 0.000,-1.000 0.000,-17.000 0.000,36.000 0.000,-36.000 0.000,0.000 0.000,0.000 0.000,18.000 0.000,-18.000 0.000,-18.000 0.000,-17.000 0.000,18.000 0.000,-19.000 0.000,-16.000 0.000,16.000 0.000,-16.000 0.000,34.000 0.000,0.000 0.000,-17.000 0.000,0.000 0.000,17.000 0.000,-17.000 0.000,18.000 0.000,-18.000 0.000,-18.000 0.000,-18.000 0.000,36.000 0.000,-71.000 0.000,36.000 0.000,-36.000 0.000,36.000 0.000,-19.000 0.000,1.000 0.000,-17.000 0.000,16.000 0.000,1.000 0.000,0.000 0.000,18.000 0.000,-54.000 0.000,36.000 0.000,18.000 0.000,35.000 0.000,-36.000 0.000,18.000 0.000,36.000 0.000,-1.000 0.000,18.000 0.000,0.000 0.000,0.000 0.000,-17.000 0.000,-1.000 0.000,1.000 0.000,17.000 0.000,-18.000 0.000,-52.000 0.000,70.000 0.000,-18.000-18.000,-17.000 18.000,0.000 0.000,17.000 0.000,19.000-17.000,-54.000-1.000,-18.000 18.000,18.000 0.000,-17.000 0.000,52.000 0.000,-52.000 0.000,35.000 0.000,-18.000 0.000,18.000 0.000,-36.000 0.000,54.000 0.000,-36.000 0.000,35.000 0.000,1.000 0.000,-36.000 0.000,0.000 0.000,35.000 0.000,19.000 0.000,-1.000 0.000,35.000 0.000,-17.000 0.000,17.000 0.000,0.000 0.000,1.000 0.000,-1.000 0.000,-17.000 0.000,17.000 0.000,1.000 0.000,-1.000 0.000,0.000 0.000,-52.000 0.000,34.000 0.000,1.000 18.000,18.000-18.000,-19.000 17.000,19.000-17.000,-36.000 0.000,17.000 35.000,-16.000-17.000,-1.000 0.000,0.000-18.000,-18.000 17.000,36.000 1.000,0.000 0.000,-1.000-18.000,19.000 0.000,-1.000 17.000,0.000-17.000,-17.000 0.000,17.000 18.000,-17.000 0.000,-18.000-1.000,18.000 1.000,-36.000 17.000,1.000-17.000,52.000-1.000,-35.000 19.000,18.000-36.000,0.000 17.000,0.000 1.000,-1.000 0.000,19.000-1.000,-1.000-17.000,18.000 0.000,-18.000 0.000,18.000 18.000,-35.000-1.000,35.000-17.000,-18.000 18.000,18.000-18.000,-17.000 0.000,-1.000 0.000,18.000 18.000,-35.000 17.000,17.000-35.000,18.000 18.000,-17.000-18.000,-1.000 0.000,-35.000 35.000,53.000-35.000,-18.000 18.000,-17.000-1.000,17.000 1.000,-17.000-18.000,35.000 18.000,-17.000-18.000,-36.000 17.000,53.000 1.000,-36.000-18.000,36.000 17.000,-17.000-17.000,-36.000 18.000,35.000 0.000,1.000-18.000,-1.000 17.000,0.000-17.000,-35.000 18.000,53.000-18.000,-17.000 0.000,17.000 18.000,-18.000-18.000,0.000 0.000,1.000 17.000,17.000 1.000,0.000-18.000,-18.000 18.000,0.000-18.000,18.000 17.000,-17.000-17.000,17.000 18.000,-18.000-18.000,18.000 17.000,-17.000-17.000,-1.000 18.000,18.000-18.000,-18.000 35.000,1.000-17.000,-1.000 0.000,0.000-18.000,1.000 17.000,17.000-17.000,-18.000 18.000,18.000 0.000,-35.000-18.000,35.000 17.000,0.000-17.000,-18.000 18.000,1.000-1.000,17.000-17.000,-18.000 18.000,18.000-18.000,0.000 18.000,-18.000-1.000,18.000-17.000,-17.000 18.000,-1.000-18.000,18.000 18.000,-18.000-18.000,18.000 17.000,-17.000-17.000,17.000 0.000,-18.000 18.000,0.000-18.000,18.000 18.000,-17.000-1.000,17.000 1.000,-18.000-18.000,1.000 18.000,17.000-18.000,-18.000 17.000,18.000-17.000,-18.000 0.000,1.000 18.000</inkml:trace>
</inkml:ink>
</file>

<file path=ppt/ink/ink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9-24T08:43:50"/>
    </inkml:context>
    <inkml:brush xml:id="br0">
      <inkml:brushProperty name="width" value="0.05292" units="cm"/>
      <inkml:brushProperty name="height" value="0.05292" units="cm"/>
      <inkml:brushProperty name="color" value="#ff0000"/>
    </inkml:brush>
  </inkml:definitions>
  <inkml:trace contextRef="#ctx0" brushRef="#br0">9349.000 12365.000,'0.000'-18.000,"0.000"18.000,17.000 0.000,36.000 0.000,-53.000 0.000,18.000 0.000,17.000 0.000,-35.000 0.000,18.000 0.000,-1.000 0.000,1.000 0.000,0.000 0.000,-1.000 0.000,1.000 0.000,-18.000 0.000,18.000 0.000,-1.000 0.000,1.000 0.000,-18.000 0.000,35.000 0.000,-17.000 0.000,-1.000 0.000,1.000 0.000,0.000 0.000,-1.000 0.000,-17.000 0.000,18.000 0.000,0.000 0.000,-1.000 0.000,1.000 0.000,0.000 0.000,-1.000 0.000,1.000 0.000,-1.000 0.000,19.000 0.000,-1.000-17.000,-17.000 17.000,-1.000 0.000,1.000 0.000,17.000-18.000,0.000 18.000,-35.000 0.000,18.000 0.000,17.000 0.000,-35.000-18.000,18.000 18.000,17.000 0.000,-17.000-17.000,0.000 17.000,-1.000 0.000,1.000 0.000,-18.000 0.000,17.000 0.000,19.000 0.000,-36.000 0.000,17.000 0.000,19.000 0.000,-19.000-36.000,19.000 36.000,-19.000 0.000,19.000 0.000,-1.000 0.000,-18.000-17.000,1.000 17.000,17.000-18.000,1.000 18.000,-19.000-18.000,54.000 1.000,-36.000-1.000,-17.000 18.000,17.000 0.000,0.000 0.000,-35.000 0.000,36.000-35.000,-19.000 35.000,1.000 0.000,-1.000 0.000,-17.000 0.000,36.000-18.000,-19.000 18.000,-17.000 0.000,18.000-17.000,17.000 17.000,-17.000 0.000,0.000-18.000,17.000 18.000,-17.000 0.000,17.000 0.000,-35.000-18.000,35.000 18.000,-17.000 0.000,-18.000 0.000,17.000 0.000,1.000 0.000,0.000 0.000,-1.000 0.000,1.000 0.000,0.000 0.000,-1.000-17.000,1.000 17.000,-1.000 0.000,1.000 0.000,-18.000 0.000,18.000 0.000,-1.000-18.000,1.000 18.000,-18.000 0.000,18.000 0.000,-1.000 0.000,1.000 0.000,-18.000 0.000,18.000-18.000,-1.000 18.000,1.000 0.000,-18.000 0.000,17.000 0.000,1.000 0.000,0.000 0.000,-18.000 0.000,17.000 0.000,19.000 0.000,-36.000 0.000,17.000 0.000,1.000 0.000,0.000 0.000,-18.000 0.000,17.000 0.000,19.000 0.000,-19.000 0.000,-17.000 0.000,35.000 0.000,-17.000 0.000,17.000 0.000,-35.000 0.000,18.000 0.000,-18.000 0.000,35.000-17.000,-17.000 17.000,0.000 0.000,-18.000-18.000,17.000 18.000,-17.000 0.000,18.000-17.000,-18.000 17.000,17.000 0.000,1.000 0.000,17.000 0.000,-35.000-18.000,18.000 18.000,-18.000 0.000,18.000-18.000,-1.000 1.000,-17.000 17.000,18.000 0.000,-18.000-18.000,35.000 0.000,-17.000 1.000,-1.000 17.000,-17.000-18.000,18.000 18.000,-18.000-18.000,35.000 1.000,-17.000-1.000,0.000 1.000,-18.000 17.000,0.000-18.000,17.000 18.000,1.000-35.000,0.000 35.000,-18.000-36.000,17.000 36.000,1.000-35.000,-18.000 17.000,0.000 1.000,18.000-19.000,17.000 1.000,-35.000 18.000,35.000-54.000,-17.000 53.000,-1.000-17.000,1.000 0.000,0.000 0.000,-1.000 17.000,1.000-35.000,-18.000 53.000,18.000-35.000,-1.000-1.000,1.000 36.000,-18.000-35.000,17.000 35.000,-17.000-17.000,36.000-36.000,-36.000 53.000,0.000-18.000,0.000 0.000,17.000 1.000,-17.000 17.000,0.000-18.000,18.000-17.000,-18.000 35.000,0.000-18.000,18.000-35.000,-18.000 53.000,0.000-35.000,17.000 17.000,-17.000 1.000,0.000-19.000,0.000 19.000,18.000-19.000,-18.000 1.000,0.000 0.000,18.000 17.000,-1.000-17.000,-17.000 17.000,0.000-17.000,18.000 0.000,-18.000 0.000,17.000 17.000,1.000-35.000,-18.000 35.000,18.000-17.000,-18.000 17.000,0.000 1.000,17.000-19.000,-17.000 19.000,0.000-1.000,36.000-35.000,-36.000 18.000,17.000 17.000,-17.000-35.000,0.000 1.000,0.000 16.000,0.000 1.000,18.000 17.000,-18.000-17.000,0.000 17.000,0.000 1.000,0.000-1.000,0.000 18.000,0.000-17.000,0.000-1.000,0.000 0.000,0.000 18.000,-18.000-17.000,18.000-1.000,-35.000 18.000,17.000 0.000,1.000-35.000,-1.000 35.000,0.000-18.000,-34.000-17.000,34.000 17.000,0.000 0.000,-17.000 18.000,17.000-17.000,-17.000-18.000,35.000 35.000,-35.000 0.000,17.000-18.000,1.000 18.000,-1.000 0.000,18.000-18.000,-35.000 18.000,35.000-17.000,-36.000 17.000,1.000 0.000,35.000-18.000,-35.000 0.000,17.000 18.000,18.000-17.000,-17.000 17.000,-19.000-18.000,19.000 18.000,-19.000 0.000,1.000-35.000,0.000 17.000,-18.000 18.000,35.000 0.000,1.000-17.000,-19.000 17.000,19.000 0.000,-36.000-36.000,35.000 36.000,-17.000 0.000,17.000 0.000,-35.000-17.000,18.000 17.000,-36.000 0.000,19.000-18.000,-19.000-17.000,0.000 17.000,18.000 18.000,18.000-18.000,-18.000 1.000,36.000 17.000,-19.000 0.000,19.000-18.000,-1.000 18.000,0.000 0.000,1.000 0.000,-1.000 0.000,1.000 0.000,-1.000 0.000,18.000 0.000,-18.000 0.000,1.000-17.000,-1.000 17.000,-17.000 0.000,17.000 0.000,-35.000 0.000,36.000 0.000,-19.000 0.000,19.000 0.000,-36.000 0.000,35.000 0.000,0.000 0.000,1.000 0.000,-54.000 0.000,71.000 0.000,-17.000 0.000,-36.000 0.000,17.000 0.000,36.000 0.000,-17.000 0.000,-36.000 0.000,53.000 0.000,-35.000 0.000,17.000 0.000,-53.000 0.000,54.000 0.000,-19.000 0.000,1.000 0.000,0.000 0.000,-18.000 0.000,18.000 0.000,-1.000 0.000,19.000 0.000,-19.000 0.000,1.000 0.000,0.000 0.000,17.000 0.000,-35.000 0.000,36.000 0.000,-19.000 0.000,36.000 0.000,-35.000 0.000,0.000 17.000,35.000-17.000,-35.000 0.000,35.000 0.000,-18.000 18.000,18.000-18.000,-35.000 17.000,35.000-17.000,-18.000 18.000,18.000-18.000,-35.000 18.000,17.000-1.000,1.000-17.000,-1.000 18.000,0.000 0.000,1.000-18.000,-36.000 35.000,53.000-35.000,-36.000 35.000,19.000-35.000,-1.000 18.000,-17.000-1.000,35.000 1.000,-18.000-18.000,1.000 0.000,-19.000 35.000,19.000-17.000,-1.000-18.000,0.000 35.000,1.000-35.000,-1.000 18.000,0.000 0.000,1.000-18.000,-18.000 35.000,35.000-18.000,-36.000 1.000,19.000 17.000,-1.000-35.000,0.000 18.000,-17.000 0.000,17.000 17.000,1.000-35.000,-18.000 35.000,35.000-35.000,-36.000 36.000,1.000-19.000,17.000 1.000,-17.000 17.000,17.000-17.000,1.000-1.000,-1.000 1.000,0.000 0.000,18.000-1.000,-35.000 1.000,35.000 0.000,-17.000-1.000,-1.000 18.000,18.000-35.000,-18.000 18.000,18.000 0.000,-17.000-18.000,-1.000 17.000,18.000 19.000,-35.000-1.000,35.000 0.000,-18.000 0.000,-17.000-17.000,35.000 17.000,-18.000 18.000,18.000-35.000,-17.000 35.000,17.000-35.000,0.000-1.000,0.000 18.000,0.000-17.000,0.000 17.000,-18.000 1.000,18.000-19.000,0.000 1.000,0.000 0.000,0.000 17.000,0.000-35.000,0.000 17.000,0.000 19.000,0.000-36.000,0.000 17.000,0.000-17.000,0.000 36.000,0.000-36.000,0.000 17.000,0.000 19.000,0.000-36.000,0.000 35.000,0.000-18.000,0.000 1.000,0.000 17.000,0.000 1.000,0.000 17.000,0.000-36.000,0.000-17.000,0.000 36.000,18.000-1.000,-18.000 0.000,0.000-35.000,0.000 35.000,17.000 1.000,-17.000-19.000,0.000 1.000,0.000 35.000,0.000-18.000,18.000 0.000,-18.000-35.000,17.000 36.000,-17.000-19.000,0.000 1.000,0.000 0.000,0.000-1.000,0.000 1.000,18.000-1.000,-18.000 1.000,18.000 0.000,-18.000-1.000,0.000-17.000,17.000 36.000,-17.000-19.000,0.000-17.000,36.000 53.000,-36.000-35.000,17.000 17.000,-17.000-35.000,18.000 35.000,0.000 1.000,-1.000-36.000,-17.000 35.000,0.000-17.000,18.000-1.000,-1.000 19.000,1.000-36.000,0.000 17.000,-18.000 1.000,0.000-1.000,35.000 1.000,-35.000 17.000,18.000-35.000,-18.000 18.000,0.000-18.000,0.000 35.000,0.000-35.000,0.000 18.000,17.000-18.000,1.000 18.000,-18.000-18.000,0.000 35.000,0.000-35.000,0.000 35.000,18.000-35.000,-18.000 18.000,0.000-18.000,0.000 35.000,35.000 0.000,-17.000-35.000,-1.000 0.000,-17.000 0.000,18.000 0.000,-1.000 0.000,-17.000 0.000,18.000 36.000,0.000-36.000,-1.000 0.000,19.000 0.000,-36.000 0.000,17.000 0.000,-17.000 0.000,36.000 0.000,-36.000 0.000</inkml:trace>
  <inkml:trace contextRef="#ctx0" brushRef="#br0">7532.000 1517.000,'0.000'0.000,"17.000"-18.000,19.000 18.000,-36.000 0.000,35.000 0.000,0.000 0.000,-35.000 0.000,18.000 0.000,0.000 0.000,-1.000 0.000,18.000 0.000,-35.000 0.000,18.000 0.000,-18.000 0.000,35.000 0.000,-17.000 0.000,-18.000 0.000,35.000 0.000,-17.000 0.000,0.000 0.000,17.000 0.000,-35.000 0.000,35.000 0.000,-17.000 0.000,-1.000 0.000,1.000 0.000,17.000 0.000,-35.000 0.000,36.000 0.000,-19.000 0.000,36.000 0.000,-53.000 0.000,53.000 0.000,-53.000 0.000,35.000 0.000,18.000 0.000,-35.000 0.000,0.000 0.000,17.000 0.000,0.000 0.000,-17.000 0.000,17.000 0.000,-17.000 0.000,17.000-17.000,-35.000 17.000,18.000 0.000,-1.000 0.000,1.000 0.000,-18.000 0.000,35.000 0.000,-17.000 0.000,-1.000 0.000,19.000 0.000,-1.000-18.000,0.000 18.000,-17.000 0.000,17.000 0.000,-17.000 0.000,17.000 0.000,-17.000 0.000,-1.000 0.000,19.000 0.000,-19.000 0.000,19.000 0.000,-19.000 0.000,18.000 0.000,-17.000 0.000,0.000 0.000,-1.000 0.000,19.000 0.000,17.000 0.000,-36.000 0.000,19.000 0.000,16.000 0.000,-16.000 0.000,17.000 0.000,0.000 0.000,-36.000 0.000,36.000 0.000,-35.000 0.000,17.000 0.000,-35.000 0.000,18.000 0.000,35.000 0.000,-36.000 0.000,18.000 0.000,-17.000 0.000,35.000 0.000,-35.000 0.000,17.000 0.000,-17.000 0.000,-18.000 0.000,17.000 0.000,1.000 0.000,0.000 0.000,-18.000 0.000,17.000 0.000,18.000 0.000,-35.000 0.000,36.000 0.000,-36.000 0.000,17.000 0.000,19.000 0.000,-36.000 0.000,35.000 0.000,-17.000 0.000,-18.000 0.000,17.000 0.000,18.000 0.000,-17.000 0.000,-18.000 0.000,18.000 0.000,-1.000 0.000,1.000 0.000,-18.000 0.000,18.000 0.000,-1.000 0.000,1.000 0.000,0.000 0.000,-1.000 0.000,1.000 0.000,-18.000 0.000,17.000 0.000,1.000 0.000,0.000 0.000,-18.000 0.000</inkml:trace>
  <inkml:trace contextRef="#ctx0" brushRef="#br0">23336.000 1623.000,'0.000'0.000,"36.000"0.000,-19.000 0.000,1.000 0.000,17.000 0.000,0.000 0.000,1.000 0.000,17.000 0.000,-1.000 0.000,1.000 0.000,0.000 0.000,-17.000 0.000,17.000 0.000,-18.000 0.000,18.000 0.000,-36.000 0.000,1.000 0.000,17.000 0.000,1.000 0.000,-19.000 0.000,18.000 0.000,1.000 0.000,-1.000 0.000,0.000 0.000,18.000 0.000,0.000 0.000,-35.000 0.000,52.000 0.000,1.000 0.000,52.000 0.000,-87.000 0.000,-1.000 17.000,53.000-17.000,-35.000 0.000,18.000 18.000,-36.000-18.000,35.000 18.000,-17.000-18.000,0.000 0.000,18.000 0.000,17.000 0.000,-35.000 0.000,35.000 0.000,-35.000 17.000,35.000-17.000,-53.000 0.000,36.000 0.000,0.000 0.000,-1.000 0.000,1.000 0.000,35.000 0.000,-1.000 0.000,-52.000 0.000,0.000 0.000,18.000 0.000,-18.000 0.000,-18.000 0.000,0.000 0.000,1.000 0.000,16.000 0.000,1.000 0.000,-17.000 0.000,17.000 0.000,-18.000 0.000,0.000 0.000,36.000 0.000,-36.000 0.000,18.000 0.000,-53.000 0.000,53.000 0.000,-18.000 18.000,0.000-18.000,-35.000 0.000,36.000 0.000,-19.000 0.000,36.000 0.000,-53.000 0.000,35.000 0.000,-17.000 0.000,0.000 0.000,-1.000 0.000,1.000 0.000,-18.000 0.000,18.000 0.000,-1.000 0.000,-17.000 0.000,18.000 0.000</inkml:trace>
  <inkml:trace contextRef="#ctx0" brushRef="#br0">24042.000 1870.000,'0.000'-18.000,"-18.000"18.000,-17.000 0.000,-18.000 18.000,0.000-18.000,-17.000 17.000,-36.000 19.000,-18.000-1.000,-52.000 0.000,52.000 0.000,1.000 18.000,-36.000 0.000,36.000 0.000,34.000 0.000,-34.000 0.000,-18.000-18.000,17.000 1.000,1.000-1.000,-1.000 0.000,1.000 0.000,-18.000 1.000,53.000-19.000,-71.000 36.000,35.000-17.000,-34.000 16.000,34.000-16.000,-17.000 17.000,0.000-18.000,-35.000 18.000,17.000-18.000,0.000 0.000,36.000 18.000,-1.000-17.000,18.000-1.000,1.000-17.000,-1.000-1.000,53.000 18.000,-53.000-17.000,35.000 0.000,-17.000 35.000,0.000-36.000,17.000 1.000,-34.000 0.000,-1.000 34.000,53.000-52.000,-53.000 36.000,53.000-1.000,-35.000-17.000,17.000-1.000,-17.000 19.000,35.000-19.000,-17.000-17.000,17.000 18.000,-18.000 17.000,36.000-17.000,-18.000-18.000,0.000 0.000,18.000 17.000,0.000 19.000,17.000-36.000,0.000 0.000,1.000 17.000,-36.000 1.000,35.000-18.000,0.000 18.000,1.000-1.000,17.000-17.000,-35.000 18.000,17.000 0.000,0.000-1.000,1.000 1.000,-1.000-18.000,18.000 35.000,-18.000-35.000,1.000 35.000,17.000-35.000,-36.000 18.000,1.000 0.000,17.000-1.000,1.000 1.000,-1.000 17.000,-35.000-17.000,36.000 17.000,-1.000-17.000,-35.000 17.000,18.000-17.000,-18.000 17.000,0.000-17.000,18.000 17.000,-1.000-17.000,1.000 17.000,18.000-35.000,-19.000 35.000,36.000-35.000,-17.000 18.000,-1.000-1.000,0.000-17.000,1.000 18.000,17.000 0.000</inkml:trace>
  <inkml:trace contextRef="#ctx0" brushRef="#br0">17357.000 3704.000,'-18.000'0.000,"18.000"0.000,0.000 0.000,0.000 18.000,0.000-1.000,-18.000 1.000,18.000-18.000,-17.000 53.000,-1.000-35.000,18.000-1.000,-18.000 1.000,18.000 17.000,0.000-17.000,-35.000-1.000,35.000 1.000,0.000 0.000,0.000-1.000,0.000 1.000,-17.000 0.000,17.000 17.000,-18.000 0.000,18.000 1.000,-18.000-19.000,18.000 1.000,-17.000-1.000,17.000 1.000,0.000-18.000,0.000 18.000,0.000-1.000,0.000 1.000,0.000-18.000,-18.000 18.000,18.000-1.000,0.000 1.000,0.000-18.000,-18.000 18.000,18.000-1.000,0.000-17.000,0.000 0.000,53.000 0.000,0.000 0.000,18.000 0.000,17.000 0.000,-17.000 0.000,-1.000-35.000,18.000 35.000,-17.000 0.000,-1.000 0.000,19.000-18.000,-37.000 1.000,19.000 17.000,-36.000 0.000,18.000-18.000,18.000 0.000,-36.000 18.000,18.000 0.000,0.000-17.000,17.000 17.000,-17.000 0.000,-17.000-18.000,17.000 0.000,-18.000 1.000,-18.000 17.000,1.000 0.000,17.000 0.000</inkml:trace>
</inkml:ink>
</file>

<file path=ppt/ink/ink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9-24T09:17:03"/>
    </inkml:context>
    <inkml:brush xml:id="br0">
      <inkml:brushProperty name="width" value="0.09701" units="cm"/>
      <inkml:brushProperty name="height" value="0.09701" units="cm"/>
      <inkml:brushProperty name="color" value="#ff0000"/>
    </inkml:brush>
  </inkml:definitions>
  <inkml:trace contextRef="#ctx0" brushRef="#br0">636.000 182.000,'53.000'-16.000,"35.000"16.000,0.000 0.000,-35.000 0.000,0.000 0.000,17.000 0.000,-17.000 0.000,0.000 0.000,0.000 0.000,35.000 0.000,0.000 0.000,-18.000 0.000,18.000 0.000,-35.000 0.000,0.000 0.000,18.000 0.000</inkml:trace>
</inkml:ink>
</file>

<file path=ppt/ink/ink2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9-24T09:17:03"/>
    </inkml:context>
    <inkml:brush xml:id="br0">
      <inkml:brushProperty name="width" value="0.09701" units="cm"/>
      <inkml:brushProperty name="height" value="0.09701" units="cm"/>
      <inkml:brushProperty name="color" value="#ff0000"/>
    </inkml:brush>
  </inkml:definitions>
  <inkml:trace contextRef="#ctx0" brushRef="#br0">667.000 169.000,'0.000'53.000,"0.000"35.000,0.000 0.000,0.000 0.000,0.000-35.000,0.000 18.000,0.000 17.000,17.000-18.000,1.000 18.000,-18.000-35.000,0.000 0.000,17.000 53.000,1.000-36.000,-18.000-17.000,0.000 0.000,0.000 0.000,0.000 0.000,0.000 0.000,0.000 17.000,0.000-17.000,0.000 0.000,0.000 0.000,0.000 0.000,0.000 0.000</inkml:trace>
</inkml:ink>
</file>

<file path=ppt/ink/ink2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9-24T09:17:03"/>
    </inkml:context>
    <inkml:brush xml:id="br0">
      <inkml:brushProperty name="width" value="0.09701" units="cm"/>
      <inkml:brushProperty name="height" value="0.09701" units="cm"/>
      <inkml:brushProperty name="color" value="#ff0000"/>
    </inkml:brush>
  </inkml:definitions>
  <inkml:trace contextRef="#ctx0" brushRef="#br0">629.000 260.000,'70.000'0.000,"-17.000"0.000,35.000 0.000,0.000 0.000,-17.000 0.000,-1.000 0.000,-17.000 0.000,0.000 0.000,0.000 0.000,0.000 0.000,0.000 0.000,17.000 0.000,-17.000 0.000,0.000 0.000,0.000 0.000,-1.000 0.000,19.000 0.000,-1.000 0.000,1.000 0.000,17.000 0.000,-35.000 0.000,0.000 0.000</inkml:trace>
</inkml:ink>
</file>

<file path=ppt/ink/ink2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9-24T09:17:03"/>
    </inkml:context>
    <inkml:brush xml:id="br0">
      <inkml:brushProperty name="width" value="0.09701" units="cm"/>
      <inkml:brushProperty name="height" value="0.09701" units="cm"/>
      <inkml:brushProperty name="color" value="#ff0000"/>
    </inkml:brush>
  </inkml:definitions>
  <inkml:trace contextRef="#ctx0" brushRef="#br0">1033.000 275.000,'-35.000'88.000,"0.000"0.000,35.000 18.000,-18.000-35.000,1.000 52.000,17.000-52.000,0.000 35.000,0.000-18.000,0.000-18.000,0.000 54.000,0.000-54.000,17.000 19.000,-17.000-19.000,35.000 36.000,-17.000-18.000,-18.000 18.000,17.000 17.000,-17.000 19.000,0.000-72.000,18.000 18.000,-18.000-35.000,0.000 0.000,0.000 18.000,0.000-18.000,17.000-1.000</inkml:trace>
</inkml:ink>
</file>

<file path=ppt/ink/ink2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9-24T09:17:03"/>
    </inkml:context>
    <inkml:brush xml:id="br0">
      <inkml:brushProperty name="width" value="0.09701" units="cm"/>
      <inkml:brushProperty name="height" value="0.09701" units="cm"/>
      <inkml:brushProperty name="color" value="#ff0000"/>
    </inkml:brush>
  </inkml:definitions>
  <inkml:trace contextRef="#ctx0" brushRef="#br0">1114.000 258.000,'105.000'0.000,"-52.000"0.000,0.000 18.000,18.000 34.000,-19.000-52.000,36.000 53.000,-35.000 18.000,35.000-36.000,-17.000 18.000,-18.000-18.000,-1.000 0.000,1.000 1.000,0.000 17.000,-35.000-1.000,17.000 1.000,0.000 0.000,18.000 18.000,-35.000-18.000,-18.000 17.000,0.000 1.000,-36.000-19.000,-16.000 19.000,-1.000-18.000,0.000-36.000,0.000 19.000,0.000-1.000,-17.000-18.000,-1.000 19.000,1.000-19.000,-1.000 1.000,1.000-18.000,17.000 18.000,0.000-18.000,-35.000 35.000,35.000-18.000,-17.000 1.000,-18.000 0.000,17.000 17.000,1.000-17.000</inkml:trace>
</inkml:ink>
</file>

<file path=ppt/ink/ink2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9-24T09:17:03"/>
    </inkml:context>
    <inkml:brush xml:id="br0">
      <inkml:brushProperty name="width" value="0.09701" units="cm"/>
      <inkml:brushProperty name="height" value="0.09701" units="cm"/>
      <inkml:brushProperty name="color" value="#ff0000"/>
    </inkml:brush>
  </inkml:definitions>
  <inkml:trace contextRef="#ctx0" brushRef="#br0">1867.000 465.000,'-53.000'53.000,"-35.000"17.000,35.000 1.000,18.000-18.000,-18.000 17.000,35.000-17.000,-35.000 17.000,53.000-17.000,-17.000 0.000,17.000 0.000,-36.000 18.000,36.000-19.000,-17.000 1.000,17.000 0.000,-18.000 18.000,1.000-1.000,17.000-17.000,0.000 0.000,-18.000 0.000,18.000 17.000,0.000-17.000,18.000 18.000,-18.000-18.000,17.000 17.000,-17.000 1.000,18.000-19.000,17.000 1.000,0.000 18.000,1.000-18.000,16.000 0.000,1.000 0.000,0.000-53.000,35.000 0.000,-35.000 0.000,17.000 0.000,-17.000 0.000,0.000 0.000,0.000-53.000,0.000 0.000,0.000 35.000,-18.000-35.000,18.000 18.000,-18.000-18.000,18.000 0.000,0.000 0.000,-36.000 0.000,36.000-52.000,-18.000 52.000,1.000-35.000,-1.000 35.000,-17.000-18.000,-1.000 1.000,1.000-1.000,-1.000 1.000,1.000-36.000,0.000 36.000,-18.000 17.000,0.000-18.000,0.000 1.000,0.000 17.000,0.000 0.000,0.000 0.000,0.000 0.000,-36.000 0.000,19.000-35.000,-18.000 18.000,-1.000 17.000,1.000 0.000,-18.000 18.000,0.000 35.000,-17.000-18.000,17.000 18.000,0.000 0.000,0.000 0.000,-17.000 0.000,17.000 0.000,0.000 0.000,0.000 18.000,0.000-1.000,-17.000 1.000,17.000 17.000,36.000 18.000,-19.000 0.000,-17.000-18.000</inkml:trace>
</inkml:ink>
</file>

<file path=ppt/ink/ink3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9-24T08:43:50"/>
    </inkml:context>
    <inkml:brush xml:id="br0">
      <inkml:brushProperty name="width" value="0.05292" units="cm"/>
      <inkml:brushProperty name="height" value="0.05292" units="cm"/>
      <inkml:brushProperty name="color" value="#ff0000"/>
    </inkml:brush>
  </inkml:definitions>
  <inkml:trace contextRef="#ctx0" brushRef="#br0">2575.000 7708.000,'0.000'-17.000,"0.000"17.000,18.000 0.000,35.000 0.000,0.000 0.000,0.000 0.000,17.000 0.000,-17.000 0.000,0.000 0.000,18.000 0.000,-18.000 0.000,-1.000 0.000,1.000 0.000,-35.000 0.000,17.000 0.000,18.000 0.000,-18.000 0.000,-17.000 0.000,35.000 0.000,-18.000 0.000,1.000 0.000,-36.000 0.000,53.000 0.000,-36.000 0.000,18.000 0.000,18.000 0.000,-35.000 0.000,17.000 0.000,1.000 0.000,-1.000 0.000,0.000 0.000,18.000 0.000,0.000 0.000,0.000 0.000,-36.000 0.000,19.000 0.000,-1.000 0.000,0.000 0.000,1.000 0.000,-19.000 0.000,19.000 0.000,-19.000-18.000,18.000 18.000,-17.000 0.000,17.000 0.000,-17.000 0.000,-18.000 0.000,35.000 0.000,-17.000 0.000,-18.000 0.000,18.000 0.000,-1.000 0.000,1.000 0.000,-18.000 0.000,17.000 0.000,1.000 0.000,0.000 0.000,17.000 0.000,-35.000 0.000,18.000 0.000,-18.000 0.000,35.000 0.000,-35.000 0.000,18.000 0.000,-18.000 0.000,35.000 0.000,-35.000 0.000,17.000 0.000,-17.000 0.000,36.000 0.000,-36.000 0.000,17.000 0.000,-17.000 0.000,36.000 0.000</inkml:trace>
  <inkml:trace contextRef="#ctx0" brushRef="#br0">16104.000 17357.000,'0.000'0.000,"18.000"0.000,-18.000 0.000,18.000 0.000,17.000 0.000,-35.000 0.000,18.000 0.000,-1.000 0.000,1.000 0.000,-1.000 0.000,1.000 0.000,17.000 0.000,1.000 0.000,-19.000 0.000,19.000 0.000,-19.000 0.000,1.000 0.000,-1.000 0.000,1.000 0.000,0.000 0.000,-18.000 0.000,17.000 0.000,1.000 0.000,0.000 0.000,-1.000 0.000,1.000 0.000,0.000 0.000,17.000 0.000,-35.000 0.000,17.000 0.000,-17.000 0.000,36.000 0.000,-36.000 0.000,17.000-18.000,19.000 18.000,-36.000 0.000,17.000 0.000,-17.000 0.000,36.000 0.000,-36.000 0.000,35.000 0.000,-17.000 0.000,-1.000 0.000,1.000 0.000,-1.000 0.000,1.000 0.000,-18.000 0.000,35.000 0.000,-17.000 0.000,0.000 0.000,17.000 0.000,-17.000 0.000,17.000 0.000,-35.000 0.000,17.000 0.000,19.000 0.000,-36.000 0.000,17.000 0.000,19.000 0.000,-36.000 0.000,17.000 0.000,1.000 0.000,0.000 0.000,-18.000 0.000,17.000 0.000</inkml:trace>
  <inkml:trace contextRef="#ctx0" brushRef="#br0">21273.000 17427.000,'0.000'-17.000,"0.000"17.000,52.000 0.000,-16.000 0.000,-19.000 0.000,36.000 0.000,-17.000 17.000,-1.000-17.000,0.000 0.000,36.000 0.000,-36.000 0.000,0.000 0.000,0.000 18.000,18.000-18.000,-35.000 0.000,-18.000 0.000,18.000 0.000,-1.000 0.000,-17.000 0.000,18.000 0.000,0.000 0.000,-1.000 0.000,-17.000 0.000,18.000 0.000,0.000 0.000,17.000 0.000,-18.000 0.000,1.000 0.000,17.000 0.000,-35.000 0.000,36.000 0.000,-19.000 0.000,19.000 0.000,-36.000 0.000,17.000 0.000,-17.000 0.000,35.000 0.000,-35.000 0.000,18.000 0.000,-18.000 0.000,35.000 0.000,-35.000 0.000,18.000 0.000,-18.000 0.000,35.000 0.000,-17.000 0.000,0.000 0.000,-1.000 0.000,1.000 0.000,17.000 0.000,-17.000 0.000,-1.000 0.000,1.000 0.000,0.000 0.000,-1.000 0.000,-17.000 0.000</inkml:trace>
  <inkml:trace contextRef="#ctx0" brushRef="#br0">26564.000 17321.000,'18.000'0.000,"-18.000"0.000,17.000 0.000,1.000 0.000,17.000 0.000,-35.000 0.000,36.000 0.000,-19.000 0.000,36.000 0.000,-35.000 0.000,17.000 0.000,-17.000 0.000,-1.000 0.000,19.000 0.000,-19.000 0.000,36.000 0.000,18.000 0.000,-36.000 0.000,0.000 0.000,1.000 0.000,-1.000 0.000,-35.000 0.000,35.000 36.000,-17.000-36.000,-18.000 0.000,35.000 0.000,0.000 0.000,-17.000 0.000,0.000 0.000,-1.000 0.000,1.000 0.000,0.000 0.000,-18.000 0.000,17.000 0.000,1.000 0.000,-1.000 0.000,-17.000 0.000,18.000 0.000,0.000 0.000,-1.000 0.000,1.000 0.000,0.000 0.000,-1.000 0.000,1.000 0.000,-18.000 0.000,35.000 0.000,-17.000 0.000,-18.000 0.000,35.000 0.000,-35.000 0.000,18.000 0.000,-1.000 0.000,1.000 0.000,0.000 0.000,-18.000 0.000,35.000 0.000,-35.000 0.000</inkml:trace>
</inkml:ink>
</file>

<file path=ppt/ink/ink3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09-24T15:15:41"/>
    </inkml:context>
    <inkml:brush xml:id="br0">
      <inkml:brushProperty name="width" value="0.09701" units="cm"/>
      <inkml:brushProperty name="height" value="0.09701" units="cm"/>
      <inkml:brushProperty name="color" value="#ff0000"/>
    </inkml:brush>
  </inkml:definitions>
  <inkml:trace contextRef="#ctx0" brushRef="#br0">789.000 2761.000,'0.000'0.000,"0.000"0.000,0.000 0.000,0.000 0.000,0.000 0.000,0.000 0.000,0.000 0.000,0.000 0.000,18.000 18.000,-18.000-18.000,0.000 0.000,0.000 0.000,0.000 0.000,17.000 17.000,-17.000-17.000,0.000 0.000,18.000 18.000,-18.000-18.000,18.000 18.000,-18.000-18.000,17.000 17.000,1.000 1.000,17.000-1.000,-17.000-17.000,17.000 36.000,-17.000-19.000,35.000 19.000,-18.000-19.000,0.000 19.000,1.000-19.000,17.000 1.000,-18.000 17.000,0.000-17.000,18.000 17.000,0.000-17.000,-17.000-1.000,17.000 19.000,-1.000-19.000,-16.000 1.000,-1.000-1.000,-17.000-17.000,17.000 36.000,0.000-36.000,1.000 17.000,-19.000 1.000,1.000-18.000,0.000 0.000,-1.000 18.000,1.000-18.000,-18.000 0.000,18.000 0.000,-1.000 0.000,1.000 17.000,-18.000-17.000,18.000 0.000,-1.000 0.000,1.000 0.000,0.000 18.000,-18.000-18.000,35.000 0.000,0.000 0.000,0.000 0.000,-35.000 0.000,53.000 0.000,0.000 17.000,-17.000-17.000,-19.000 0.000,36.000 0.000,0.000 0.000,0.000 18.000,-35.000-18.000,35.000 0.000,0.000 0.000,0.000 0.000,-36.000 0.000,36.000 0.000,-17.000 0.000,17.000 0.000,0.000 0.000,-18.000 0.000,18.000 0.000,0.000 0.000,-18.000 0.000,18.000 0.000,-18.000-18.000,18.000 18.000,-17.000 0.000,34.000-17.000,-17.000 17.000,-17.000-18.000,17.000 1.000,-1.000 17.000,1.000-18.000,-17.000 18.000,34.000-18.000,-17.000 1.000,0.000 17.000,18.000-18.000,0.000 0.000,-1.000 1.000,-17.000 17.000,18.000-18.000,-1.000 18.000,1.000-17.000,-18.000 17.000,-18.000 0.000,1.000 0.000,-1.000-18.000,0.000 18.000,-17.000 0.000,-1.000 0.000,1.000 0.000,0.000 0.000,-1.000 0.000,-17.000 0.000,0.000 0.000,18.000 0.000,0.000 18.000,-1.000-18.000,-17.000 0.000,36.000 17.000,-1.000 1.000,18.000-1.000,-35.000-17.000,52.000 36.000,1.000-19.000,17.000 19.000,-88.000-36.000,88.000 17.000,1.000 18.000,-1.000-17.000,0.000 0.000,-17.000 17.000,-1.000-17.000,19.000-1.000,-36.000 1.000,0.000 0.000,0.000-18.000,0.000 17.000,-36.000-17.000,36.000 0.000,18.000 18.000,-18.000-18.000,-18.000 0.000,18.000 0.000,-18.000 17.000,1.000-17.000,17.000 0.000,-18.000-17.000,0.000 17.000,1.000 0.000,16.000 0.000,19.000-18.000,-18.000 18.000,-35.000 0.000,52.000-17.000,1.000-1.000,0.000 18.000,-54.000 0.000,71.000-18.000,1.000 1.000,17.000-1.000,-89.000 18.000,72.000-18.000,-1.000 1.000,0.000-1.000,-17.000 0.000,17.000 1.000,-17.000-1.000,-18.000 1.000,17.000-1.000,1.000 0.000,-1.000 18.000,-17.000-17.000,18.000-1.000,-18.000 18.000,0.000 0.000,-53.000 0.000,53.000-18.000,-18.000 18.000,1.000 0.000,-1.000 0.000,-18.000 0.000,19.000 0.000,17.000 0.000,-18.000 0.000,18.000 0.000,-18.000 0.000,18.000 0.000,-17.000 0.000,-19.000 0.000,19.000 0.000,-1.000 0.000,18.000 0.000,-18.000 0.000,18.000 0.000,-18.000 0.000,18.000 0.000,0.000 0.000,0.000 0.000,18.000-17.000,-18.000 17.000,0.000 0.000,0.000 0.000,17.000-18.000,-17.000 18.000,18.000 0.000,-18.000-17.000,18.000 17.000,34.000-18.000,19.000 0.000,-18.000 1.000,0.000 17.000,-18.000-18.000,18.000 18.000,18.000-18.000,-1.000 1.000,-17.000 17.000,0.000-18.000,-18.000 18.000,1.000-18.000,-19.000 18.000,-52.000-17.000,53.000 17.000,-1.000 0.000,1.000-18.000,-1.000 18.000,1.000 0.000,0.000 0.000,-1.000-17.000,-52.000 17.000,53.000 0.000,-19.000 0.000,19.000 0.000,-36.000 0.000,1.000 0.000,-1.000 0.000,0.000 0.000,-35.000 0.000,36.000 0.000,-19.000 0.000,1.000 0.000,0.000 0.000,-1.000 0.000,1.000 0.000,0.000 0.000,-1.000 0.000,19.000 17.000,-1.000-17.000,-18.000 0.000,1.000 0.000,17.000 18.000,18.000-18.000,-17.000 0.000,-19.000 17.000,36.000-17.000,0.000 18.000,18.000-18.000,0.000 18.000,17.000-1.000,18.000-17.000,-89.000 18.000,72.000 0.000,17.000-18.000,-1.000 17.000,1.000 1.000,18.000 0.000,-18.000-1.000,-88.000-17.000,70.000 18.000,18.000-18.000,-18.000 17.000,-17.000-17.000,-1.000 18.000,19.000-18.000,-19.000 18.000,18.000-18.000,1.000 17.000,17.000 1.000,-18.000-18.000,0.000 18.000,18.000-1.000,0.000-17.000,-88.000 18.000,105.000-18.000,-17.000 17.000,18.000-17.000,-107.000 0.000,107.000 18.000,17.000-18.000,-35.000 0.000,-88.000 0.000,105.000 0.000,-17.000 0.000,-17.000 0.000,-72.000 0.000,54.000-18.000,17.000 18.000,-17.000 0.000,-18.000 0.000,0.000-17.000,0.000 17.000,-18.000 0.000,0.000 0.000,1.000-18.000,-1.000 18.000,0.000 0.000,0.000 0.000,1.000 0.000,-1.000 0.000,0.000 0.000,1.000 0.000,-36.000 0.000,35.000 0.000,18.000 0.000,-18.000 0.000,-35.000-17.000,53.000 17.000,0.000 0.000,-18.000 0.000,18.000-18.000,-17.000 18.000,17.000 0.000,-18.000-18.000,18.000 18.000,0.000 0.000,0.000-17.000,0.000 17.000,-35.000 0.000,52.000-18.000,1.000 18.000,-1.000-18.000,1.000 1.000,17.000 17.000,-17.000-18.000,-1.000 1.000,19.000 17.000,-19.000-18.000,19.000 18.000,-36.000 0.000,0.000-18.000,0.000 18.000,-36.000 0.000,54.000-17.000,17.000-1.000,-35.000 18.000,-35.000 0.000,52.000-18.000,1.000 1.000,-18.000 17.000,-35.000 0.000,34.000-18.000,1.000 18.000,-17.000-18.000,17.000 18.000,-36.000-17.000,19.000 17.000,-1.000-18.000,-17.000 18.000,17.000-17.000,0.000 17.000,1.000-18.000,-1.000 0.000,0.000 18.000,0.000-17.000,-17.000 17.000,0.000-18.000,-1.000 18.000,1.000-18.000,-18.000 18.000,35.000 0.000,1.000-17.000,-1.000-1.000,0.000 18.000,1.000-18.000,-1.000 1.000,0.000 17.000,1.000-18.000,-1.000 1.000,18.000-1.000,-18.000 0.000,18.000 1.000,-18.000-1.000,-17.000 0.000,17.000 1.000,1.000-1.000,-36.000 18.000,35.000-18.000,0.000 1.000,-17.000-1.000,0.000 1.000,17.000-1.000,-17.000 0.000,-1.000 18.000,19.000-35.000,-1.000 0.000,-17.000 17.000,17.000 1.000,0.000-19.000,-17.000 19.000,17.000-19.000,-17.000 19.000,17.000-19.000,-17.000 19.000,17.000-18.000,-35.000 17.000,35.000-17.000,1.000-1.000,-19.000 1.000,19.000 0.000,-1.000 0.000,-17.000-1.000,17.000 1.000,-17.000 0.000,17.000-1.000,0.000-16.000,-17.000 16.000,-1.000 1.000,1.000 17.000,17.000-17.000,-17.000 0.000,0.000 0.000,-1.000-1.000,1.000 1.000,0.000 17.000,-1.000 1.000,-17.000-1.000,18.000 1.000,0.000-19.000,-18.000 19.000,17.000-1.000,-17.000 0.000,18.000 1.000,-18.000-1.000,18.000 0.000,-18.000 1.000,17.000-1.000,-17.000 1.000,18.000 17.000,-18.000-18.000,18.000-17.000,-1.000 17.000,1.000-17.000,-18.000 17.000,18.000-17.000,-1.000 17.000,-17.000 1.000,18.000-19.000,17.000 1.000,-17.000 0.000,-1.000 17.000,-17.000-17.000,18.000 17.000,0.000-17.000,-18.000 17.000,17.000 1.000,1.000-19.000,-18.000 1.000,0.000 0.000,18.000 35.000,-18.000-35.000,0.000-1.000,0.000-17.000,0.000 18.000,0.000 0.000,17.000 0.000,-17.000 17.000</inkml:trace>
</inkml:ink>
</file>

<file path=ppt/ink/ink3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09-24T15:15:41"/>
    </inkml:context>
    <inkml:brush xml:id="br0">
      <inkml:brushProperty name="width" value="0.09701" units="cm"/>
      <inkml:brushProperty name="height" value="0.09701" units="cm"/>
      <inkml:brushProperty name="color" value="#ff0000"/>
    </inkml:brush>
  </inkml:definitions>
  <inkml:trace contextRef="#ctx0" brushRef="#br0">1143.000 1463.000,'-17.000'-18.000,"17.000"18.000,0.000 0.000,0.000 0.000,0.000 0.000,0.000 0.000,0.000 0.000,0.000 0.000,0.000 0.000,0.000-18.000,0.000 18.000,0.000 0.000,-18.000 0.000,18.000 0.000,0.000 0.000,0.000-17.000,0.000 17.000,0.000 0.000,0.000 0.000,0.000 0.000,-18.000 0.000,18.000-18.000,0.000 18.000,0.000 0.000,-17.000-17.000,17.000 17.000,-18.000-18.000,18.000 18.000,0.000-18.000,-17.000 1.000,-1.000-1.000,18.000 1.000,-17.000-19.000,17.000 19.000,0.000-1.000,-18.000 0.000,18.000 1.000,-18.000-1.000,18.000 1.000,0.000 17.000,-17.000-18.000,17.000 0.000,0.000 18.000,0.000-17.000,-18.000-1.000,18.000 18.000,0.000-17.000,-17.000-1.000,17.000 18.000,0.000-18.000,0.000 18.000,-18.000-17.000,18.000 17.000,0.000-18.000,-18.000 18.000,18.000-18.000,0.000 18.000,0.000 0.000,-17.000-17.000,17.000 17.000,0.000 0.000,0.000 0.000,0.000 0.000,0.000-18.000,0.000 18.000,0.000 0.000,0.000 0.000,0.000 0.000,0.000 0.000,-18.000-17.000,18.000 17.000,0.000-18.000,0.000 18.000,0.000-18.000,-17.000 1.000,17.000-1.000,0.000 18.000,0.000-17.000,0.000-1.000,0.000 18.000,-18.000-18.000,18.000 18.000,0.000-17.000,0.000 17.000,0.000-18.000,0.000 0.000,-17.000 18.000,17.000-17.000,0.000 17.000,0.000-18.000,0.000 18.000,-18.000-17.000,18.000 17.000,0.000 0.000,0.000-18.000,0.000 18.000</inkml:trace>
</inkml:ink>
</file>

<file path=ppt/ink/ink3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9-24T08:43:50"/>
    </inkml:context>
    <inkml:brush xml:id="br0">
      <inkml:brushProperty name="width" value="0.05292" units="cm"/>
      <inkml:brushProperty name="height" value="0.05292" units="cm"/>
      <inkml:brushProperty name="color" value="#ff0000"/>
    </inkml:brush>
  </inkml:definitions>
  <inkml:trace contextRef="#ctx0" brushRef="#br0">20549.000 4639.000,'0.000'0.000,"-17.000"0.000,-19.000 0.000,1.000 0.000,0.000 0.000,17.000 0.000,-35.000 0.000,18.000 0.000,0.000 0.000,-53.000 0.000,35.000 0.000,0.000 0.000,35.000 0.000,-52.000 0.000,34.000 0.000,-17.000 0.000,-17.000 0.000,17.000 0.000,-18.000 0.000,1.000 0.000,-1.000 0.000,1.000 0.000,17.000 0.000,-18.000 0.000,-35.000 0.000,53.000-18.000,-35.000-17.000,0.000 35.000,0.000-18.000,17.000 1.000,1.000 17.000,-1.000-18.000,1.000 18.000,17.000-17.000,17.000 17.000,19.000-18.000,-1.000 18.000,-52.000-18.000,-1.000 18.000,36.000 0.000,-1.000 0.000,-16.000 0.000,-19.000 0.000,36.000 0.000,-1.000 0.000,-52.000 0.000,35.000 0.000,0.000 0.000,18.000 0.000,-18.000 0.000,0.000 0.000,36.000 0.000,-36.000 0.000,0.000 0.000,18.000 0.000,-18.000 0.000,0.000 0.000,0.000 0.000,35.000 0.000,-35.000 0.000,18.000 0.000,-18.000 0.000,18.000 0.000,-1.000 0.000,1.000 0.000,0.000 0.000,0.000 0.000,17.000 0.000,-17.000 0.000,17.000 0.000,18.000 0.000,-35.000 0.000</inkml:trace>
  <inkml:trace contextRef="#ctx0" brushRef="#br0">17427.000 4110.000,'-17.000'18.000,"-19.000"-1.000,36.000-17.000,-17.000 0.000,-19.000 18.000,36.000-18.000,-35.000 17.000,17.000-17.000,1.000 18.000,-1.000-18.000,1.000 0.000,-19.000 18.000,1.000 17.000,35.000-35.000,-18.000 18.000,1.000-18.000,-19.000 35.000,36.000-17.000,-17.000-18.000,-1.000 17.000,1.000-17.000,-19.000 35.000,19.000-35.000,-1.000 18.000,18.000-18.000,-18.000 18.000,1.000-18.000,17.000 17.000,0.000-17.000,-18.000 18.000,18.000-18.000,0.000 18.000,0.000-1.000,0.000-17.000,35.000 18.000,18.000 0.000,-35.000-1.000,17.000 1.000,-35.000-18.000,18.000 0.000,-18.000 0.000,53.000 35.000,-36.000-35.000,19.000 18.000,-19.000-18.000,1.000 17.000,35.000 1.000,-36.000 0.000,19.000-1.000,-1.000-17.000,-35.000 0.000,35.000 36.000,-17.000-36.000</inkml:trace>
  <inkml:trace contextRef="#ctx0" brushRef="#br0">20638.000 9190.000,'-18.000'0.000,"18.000"0.000,-35.000 0.000,-1.000 0.000,19.000 0.000,-36.000 0.000,0.000 0.000,18.000 0.000,-18.000 0.000,17.000 0.000,1.000 0.000,0.000 0.000,-18.000 0.000,18.000 0.000,-18.000 0.000,0.000 0.000,18.000 0.000,-18.000 0.000,0.000 0.000,0.000 0.000,17.000 0.000,-34.000 0.000,-18.000 0.000,0.000 0.000,-18.000 0.000,35.000 0.000,1.000 0.000,-1.000 0.000,18.000 0.000,-17.000 0.000,17.000 0.000,0.000 0.000,0.000 0.000,18.000 0.000,-18.000 0.000,17.000 0.000,1.000 0.000,-18.000 0.000,0.000 0.000,-17.000 0.000,52.000 0.000,-35.000 0.000,35.000 0.000,-17.000 0.000,18.000 0.000,-1.000 0.000,-17.000 0.000,35.000 0.000,-18.000 0.000,-17.000 0.000,17.000 0.000,-35.000 0.000,18.000 0.000,0.000 0.000,-18.000 0.000,0.000 0.000,18.000 0.000,-1.000 0.000,19.000 0.000,-36.000 0.000,0.000 0.000,17.000 0.000,1.000 0.000,18.000 0.000,-19.000 0.000,1.000 0.000,-18.000 0.000,53.000 0.000,-35.000 0.000,0.000 0.000,-1.000 0.000,1.000 0.000,17.000 0.000,-17.000 0.000,17.000 18.000,1.000-18.000,-1.000 0.000,-17.000 17.000,0.000-17.000,17.000 0.000,18.000 0.000,-35.000 0.000,17.000 0.000,0.000 0.000,-35.000 0.000,36.000 0.000,-36.000 18.000,53.000-18.000,-18.000 0.000,1.000 0.000,-1.000 17.000,18.000-17.000</inkml:trace>
  <inkml:trace contextRef="#ctx0" brushRef="#br0">17251.000 9031.000,'17.000'0.000,"-17.000"18.000,0.000-1.000,-17.000-17.000,-1.000 18.000,18.000 0.000,-17.000-1.000,17.000 1.000,-18.000-18.000,0.000 35.000,18.000-35.000,0.000 36.000,0.000-36.000,-17.000 17.000,17.000-17.000,-18.000 18.000,18.000-18.000,-18.000 17.000,18.000 1.000,-17.000-18.000,17.000 18.000,0.000-18.000,-18.000 17.000,0.000 1.000,18.000-18.000,18.000 0.000,-18.000 0.000,18.000 0.000,17.000 0.000,-35.000 0.000,18.000 0.000,17.000 0.000,-17.000 0.000,17.000 0.000,-35.000 0.000,17.000 0.000,19.000 0.000,-36.000 0.000,17.000 0.000,-17.000 0.000,36.000 0.000,-19.000 18.000,1.000-18.000,0.000 17.000,-1.000-17.000,1.000 0.000,0.000 18.000,-1.000-18.000,-17.000 0.000,18.000 0.000,17.000 0.000,-35.000 18.000,35.000-18.000,-17.000 0.000,0.000 17.000,17.000-17.000,-17.000 18.000,-1.000-18.000,1.000 0.000,-18.000 17.000</inkml:trace>
  <inkml:trace contextRef="#ctx0" brushRef="#br0">26441.000 6085.000,'-18.000'0.000,"18.000"0.000,53.000 0.000,-18.000 0.000,18.000 0.000,18.000 0.000,35.000 0.000,-36.000 0.000,54.000 0.000,-54.000 0.000,1.000 0.000,-1.000 0.000,18.000 0.000,-35.000 0.000,0.000 0.000,53.000 0.000,-35.000 0.000,-1.000 0.000,71.000-35.000,-88.000 35.000,18.000-17.000,-1.000-1.000,19.000 18.000,-37.000 0.000,-16.000 0.000,17.000 0.000,0.000 0.000,0.000 0.000,-36.000 0.000,54.000 0.000,-18.000 0.000,-18.000 0.000,18.000 0.000,0.000 0.000,0.000 0.000,17.000 0.000,1.000 0.000,-1.000 0.000,36.000 0.000,0.000 0.000,-35.000 0.000,17.000 0.000,35.000 0.000,-35.000 18.000,18.000-1.000,-35.000-17.000,-18.000 0.000,17.000 0.000,-34.000 0.000,34.000 0.000,-17.000 0.000,18.000 0.000,-19.000 0.000,-16.000 0.000,17.000 0.000,0.000 0.000,0.000 0.000,-18.000 0.000,18.000 0.000,17.000 0.000,-17.000 0.000,18.000 0.000,17.000 0.000,-35.000 0.000,-18.000 0.000,18.000 0.000,-18.000 0.000,1.000 0.000,-19.000 0.000,1.000 0.000,0.000 0.000,-18.000 0.000</inkml:trace>
  <inkml:trace contextRef="#ctx0" brushRef="#br0">30339.000 5750.000,'18.000'0.000,"17.000"0.000,-18.000 18.000,19.000 17.000,-1.000-17.000,18.000 17.000,-35.000-17.000,17.000-18.000,-18.000 35.000,1.000-35.000,0.000 18.000,-1.000-18.000,-17.000 17.000,18.000-17.000,-18.000 18.000,35.000 0.000,-35.000-1.000,36.000 1.000,-1.000 17.000,-17.000-35.000,-1.000 18.000,-17.000-18.000,35.000 35.000,-35.000-35.000,36.000 35.000,-36.000-35.000,17.000 18.000,19.000-18.000,-36.000 18.000,0.000-1.000,-36.000-17.000,1.000 18.000,-18.000 0.000,36.000-18.000,-36.000 35.000,17.000-35.000,19.000 0.000,-1.000 0.000,-17.000 0.000,17.000 0.000,18.000 17.000,-35.000-17.000,17.000 0.000,-17.000 0.000,17.000 0.000,18.000 18.000,-17.000 0.000,17.000-18.000</inkml:trace>
  <inkml:trace contextRef="#ctx0" brushRef="#br0">22243.000 6138.000,'0.000'0.000,"0.000"0.000,35.000 0.000,-17.000 0.000,-1.000 0.000,18.000 0.000,1.000 0.000,-19.000 0.000,1.000 0.000,17.000 0.000,-17.000 0.000,0.000 0.000,-1.000 0.000,19.000 0.000,-1.000 0.000,-18.000 0.000,36.000 0.000,0.000 0.000,0.000 0.000,18.000 18.000,-18.000-18.000,0.000 0.000,-1.000 18.000,-16.000-18.000,34.000 17.000,-17.000-17.000,-35.000 0.000,17.000 0.000,-17.000 0.000,35.000 0.000,-36.000 0.000,1.000 0.000,17.000 0.000,1.000 0.000,-19.000 0.000,18.000 0.000,1.000 0.000,-1.000 0.000,0.000 0.000,1.000 0.000,-19.000 0.000,36.000 0.000,0.000 0.000,-35.000 0.000,52.000 0.000,-34.000 0.000,34.000 0.000,-35.000 0.000,36.000 0.000,-36.000 0.000,-17.000 0.000,52.000 0.000,-17.000 0.000,-17.000-17.000,16.000 17.000,1.000 0.000,0.000 0.000,-17.000-18.000,17.000 18.000,-1.000 0.000,-16.000 0.000,-1.000-18.000,-17.000 18.000,-18.000 0.000,17.000-17.000,1.000 17.000,0.000 0.000,-18.000 0.000,17.000 0.000,1.000 0.000,-1.000 0.000,-17.000 0.000,18.000 0.000,0.000 0.000,-1.000 0.000</inkml:trace>
  <inkml:trace contextRef="#ctx0" brushRef="#br0">24359.000 5927.000,'0.000'0.000,"18.000"0.000,17.000 0.000,1.000 0.000,-36.000 0.000,17.000 0.000,1.000 0.000,-1.000 17.000,-17.000-17.000,53.000 36.000,-35.000-36.000,-18.000 17.000,35.000-17.000,-17.000 36.000,0.000-36.000,-1.000 17.000,1.000 1.000,-1.000-18.000,1.000 35.000,17.000-35.000,1.000 18.000,-19.000-1.000,-17.000-17.000,18.000 18.000,-18.000-18.000,18.000 18.000,-18.000-1.000,0.000 1.000,-18.000 0.000,-17.000-18.000,17.000 35.000,0.000-35.000,1.000 0.000,17.000 17.000,-53.000 1.000,18.000 0.000,35.000-1.000,-36.000-17.000,36.000 18.000,-17.000-18.000,17.000 18.000,-18.000-1.000,18.000-17.000,-18.000 18.000</inkml:trace>
</inkml:ink>
</file>

<file path=ppt/ink/ink3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9-24T08:43:50"/>
    </inkml:context>
    <inkml:brush xml:id="br0">
      <inkml:brushProperty name="width" value="0.05292" units="cm"/>
      <inkml:brushProperty name="height" value="0.05292" units="cm"/>
      <inkml:brushProperty name="color" value="#ff0000"/>
    </inkml:brush>
  </inkml:definitions>
  <inkml:trace contextRef="#ctx0" brushRef="#br0">168.000 613.000,'71.000'0.000,"34.000"0.000,1.000 0.000,18.000 0.000,-19.000 0.000,-34.000 0.000,52.000 0.000,-52.000 35.000,17.000-17.000,-17.000-18.000,17.000 17.000,-17.000-17.000,34.000 0.000,-16.000 18.000,-1.000-1.000,-35.000-17.000,0.000 0.000,17.000 18.000,-17.000-18.000,53.000 0.000,-18.000 0.000,-35.000 0.000,17.000 0.000,19.000 0.000,-19.000 0.000,18.000 0.000,-17.000 0.000,-18.000 0.000,17.000 0.000,1.000 0.000,17.000 0.000,-17.000 0.000,-1.000 0.000,18.000 0.000,-17.000 0.000,35.000 0.000,-36.000 0.000,19.000 0.000,16.000 0.000,-52.000 0.000,0.000 0.000,18.000 0.000,-18.000 0.000,0.000 0.000,17.000 0.000,36.000 0.000,-18.000 0.000,18.000 0.000,-35.000 0.000,17.000 0.000,-18.000 0.000,1.000 0.000,-1.000 0.000,-17.000 0.000,53.000 0.000,-18.000 0.000,36.000 0.000,-1.000 0.000,18.000 0.000,-70.000 0.000,35.000 0.000,-18.000 0.000,-18.000 0.000,19.000 0.000,-36.000 0.000,17.000 0.000,36.000 0.000,35.000 0.000,-18.000 0.000,-17.000 0.000,0.000 0.000,-35.000 0.000,17.000 0.000,-35.000 0.000,0.000 0.000,17.000 0.000,1.000 0.000,17.000 0.000,0.000 0.000,0.000 0.000,18.000 0.000,-35.000 0.000,35.000 0.000,-18.000 0.000,-18.000 0.000,18.000 0.000,-35.000 0.000,36.000 0.000,-19.000 0.000,36.000 0.000,0.000 0.000,0.000 0.000,52.000 17.000,-52.000-17.000,35.000 0.000,-35.000 0.000,18.000 0.000,-19.000 0.000,1.000 0.000,0.000 0.000,-18.000 0.000,-17.000 0.000,35.000 0.000,-1.000 0.000,1.000 0.000,-18.000 0.000,18.000 0.000,-35.000 0.000,17.000 0.000,-18.000 0.000,36.000 0.000,-18.000 0.000,18.000 0.000,0.000 0.000,0.000 0.000,35.000 0.000,0.000 0.000,18.000 0.000,-53.000 0.000,-36.000 0.000,36.000 0.000,-53.000 0.000,35.000 0.000,-35.000 0.000,0.000 0.000,18.000 0.000,-19.000 0.000,19.000 0.000,35.000 0.000,0.000 0.000,17.000 0.000,-52.000 0.000,35.000 0.000,-18.000 0.000,-35.000 0.000,0.000 0.000,17.000 0.000,-17.000 0.000,18.000-17.000,17.000-18.000,-35.000 35.000,0.000 0.000,-1.000-18.000,1.000 18.000</inkml:trace>
</inkml:ink>
</file>

<file path=ppt/ink/ink3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9-24T08:43:50"/>
    </inkml:context>
    <inkml:brush xml:id="br0">
      <inkml:brushProperty name="width" value="0.05292" units="cm"/>
      <inkml:brushProperty name="height" value="0.05292" units="cm"/>
      <inkml:brushProperty name="color" value="#ff0000"/>
    </inkml:brush>
  </inkml:definitions>
  <inkml:trace contextRef="#ctx0" brushRef="#br0">113.000 730.000,'71.000'0.000,"-19.000"0.000,1.000 0.000,18.000 0.000,35.000 0.000,-18.000 0.000,-17.000 0.000,-1.000 0.000,1.000 0.000,-18.000 0.000,35.000 0.000,-18.000 0.000,18.000 0.000,-17.000 0.000,17.000 0.000,-35.000 0.000,18.000 0.000,-1.000 0.000,-17.000 0.000,0.000 0.000,0.000 0.000,35.000 0.000,-17.000 0.000,35.000 0.000,-18.000 0.000,-35.000 0.000,17.000 0.000,1.000 0.000,-18.000 0.000,35.000 0.000,-18.000 0.000,-17.000 0.000,18.000 0.000,-18.000 0.000,0.000 0.000,53.000 0.000,17.000 17.000,-17.000-17.000,35.000 0.000,-35.000 35.000,17.000-35.000,-17.000 0.000,-53.000 18.000,0.000-18.000,0.000 0.000,17.000 0.000,1.000 0.000,-1.000 0.000,-17.000 0.000,36.000 0.000,-19.000 0.000,18.000 17.000,-35.000-17.000,18.000 0.000,-1.000 0.000,-17.000 0.000,18.000 0.000,-18.000 0.000,0.000 0.000,35.000 0.000,-18.000 18.000,36.000-18.000,18.000 0.000,-54.000 0.000,18.000 0.000,-35.000 0.000,0.000 0.000,0.000 0.000,0.000 0.000,18.000 0.000,-18.000 0.000,52.000 0.000,-34.000 0.000,-1.000 0.000,1.000 0.000,0.000 0.000,-18.000 0.000,17.000 0.000,-17.000 0.000,0.000 0.000,17.000 0.000,-17.000 0.000,0.000 0.000,18.000-18.000,17.000 18.000,-17.000-17.000,-19.000 17.000,19.000-18.000,-18.000 18.000,0.000 0.000,0.000 0.000,0.000-17.000,0.000 17.000,17.000 0.000,1.000-18.000,-18.000 18.000,0.000-17.000,17.000 17.000,-17.000-18.000,0.000 18.000,35.000 0.000,0.000 0.000,-17.000 0.000,17.000 0.000,-17.000 0.000,-18.000 0.000,35.000-17.000,-18.000 17.000,-17.000 0.000,18.000 0.000,-18.000-18.000,0.000 18.000,17.000 0.000,-17.000 0.000,18.000 0.000,-1.000 0.000,-17.000 0.000,18.000 0.000,34.000 0.000,-16.000 0.000,-1.000 0.000,0.000 0.000,-17.000 0.000,-19.000 0.000,1.000 0.000,18.000 0.000,-18.000 0.000,17.000 0.000,-17.000 0.000,0.000 0.000,18.000 0.000,-1.000 0.000,1.000 0.000,17.000 0.000,0.000 0.000,-35.000 0.000,0.000 0.000,18.000 0.000,-18.000 0.000,17.000 0.000,-17.000 0.000,0.000 0.000,0.000 0.000,0.000 0.000,0.000 0.000,0.000 0.000,0.000 0.000,-1.000 0.000,1.000 0.000,0.000 0.000,0.000 0.000,0.000 0.000,0.000 0.000,0.000 0.000,17.000 0.000,-17.000 0.000</inkml:trace>
</inkml:ink>
</file>

<file path=ppt/ink/ink3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9-24T08:43:50"/>
    </inkml:context>
    <inkml:brush xml:id="br0">
      <inkml:brushProperty name="width" value="0.05292" units="cm"/>
      <inkml:brushProperty name="height" value="0.05292" units="cm"/>
      <inkml:brushProperty name="color" value="#ff0000"/>
    </inkml:brush>
  </inkml:definitions>
  <inkml:trace contextRef="#ctx0" brushRef="#br0">25153.000 7303.000,'0.000'-18.000,"-53.000"0.000,18.000 1.000,-18.000-1.000,18.000 18.000,-1.000 0.000,1.000-18.000,0.000 18.000,0.000 0.000,-1.000 0.000,1.000 0.000,0.000 0.000,-18.000 0.000,0.000 0.000,-18.000 0.000,18.000 0.000,-17.000 0.000,17.000 0.000,-35.000 0.000,17.000 0.000,1.000 0.000,17.000 0.000,0.000 0.000,0.000 0.000,-18.000 0.000,54.000 0.000,-54.000 0.000,36.000 0.000,17.000 0.000,1.000 0.000,-19.000 0.000,1.000 0.000,17.000 0.000,1.000 0.000,-19.000 0.000,19.000 18.000,-1.000-18.000,1.000 0.000,-1.000 0.000,0.000 0.000,-17.000 0.000,35.000 18.000,-18.000-18.000,-35.000 17.000,36.000-17.000,-18.000 18.000,-1.000-18.000,1.000 18.000,17.000-1.000,1.000-17.000,-1.000 0.000,0.000 0.000,1.000 18.000,-1.000-18.000,1.000 0.000,-1.000 0.000,18.000 17.000,-35.000-17.000,17.000 18.000,-17.000-18.000,-1.000 18.000,19.000-18.000,-1.000 0.000,0.000 0.000,1.000 17.000,-1.000-17.000,1.000 18.000,-1.000-18.000,-17.000 0.000,35.000 18.000,-18.000-18.000,0.000 0.000,1.000 0.000,-19.000 17.000,1.000 1.000,0.000 0.000,17.000-18.000,1.000 0.000,-1.000 17.000,18.000 1.000,-18.000-18.000,1.000 0.000,17.000 17.000,-18.000-17.000,18.000 18.000,-18.000-18.000,1.000 0.000,17.000 18.000,0.000-1.000,-18.000-17.000,1.000 18.000,-1.000 0.000,18.000-1.000,-18.000-17.000,18.000 18.000,0.000 0.000,0.000-1.000,0.000 1.000,0.000-1.000,0.000 19.000,0.000-19.000,0.000 1.000,0.000 0.000,0.000-1.000,0.000 1.000,0.000 0.000,0.000-1.000,0.000 1.000,0.000 0.000,0.000-1.000,-17.000 1.000,17.000-1.000,0.000 1.000,0.000 0.000,0.000 17.000,0.000-17.000,0.000-1.000,0.000 1.000,0.000 0.000,0.000-1.000,0.000 1.000,0.000-1.000,0.000 19.000,0.000-19.000,0.000 1.000,0.000 17.000,0.000-17.000,0.000 0.000,0.000 17.000,0.000 0.000,0.000 0.000,0.000 1.000,0.000-1.000,0.000-17.000,0.000 17.000,0.000-17.000,0.000 17.000,0.000-18.000,0.000 19.000,0.000-19.000,0.000 1.000,0.000 17.000,0.000-17.000,0.000 17.000,0.000-17.000,0.000 17.000,0.000-17.000,0.000-1.000,0.000 1.000,0.000 17.000,0.000 1.000,0.000-1.000,17.000 0.000,-17.000-17.000,0.000-1.000,18.000-17.000,0.000 0.000,17.000 0.000,18.000 0.000,0.000 0.000,0.000 0.000,35.000 0.000,-35.000 0.000,-18.000 0.000,18.000 0.000,0.000 0.000,-18.000 0.000,0.000 0.000,-17.000 0.000,0.000 0.000,-1.000 0.000,1.000 0.000,0.000 0.000,34.000 0.000,1.000 0.000,18.000 0.000,-1.000 0.000,-17.000 0.000,-17.000 0.000,17.000 0.000,-18.000 0.000,0.000 0.000,0.000 0.000,18.000 0.000,18.000-17.000,-18.000 17.000,17.000 0.000,1.000 0.000,-1.000-18.000,-17.000 18.000,-35.000 0.000,17.000 0.000,-17.000 0.000,0.000-18.000,17.000 18.000,35.000 0.000,19.000 0.000,-36.000 0.000,17.000 0.000,-17.000 0.000,-18.000 0.000,1.000 0.000,16.000 0.000,-16.000 0.000,-1.000 0.000,36.000-17.000,-19.000 17.000,1.000 0.000,36.000 0.000,-36.000 0.000,-1.000 0.000,1.000 0.000,-17.000 0.000,17.000 0.000,-1.000 0.000,-16.000-18.000,-1.000 18.000,36.000 0.000,-1.000 0.000,18.000 0.000,-17.000 0.000,-18.000 0.000,35.000 0.000,-17.000 0.000,-36.000 0.000,18.000 0.000,-18.000 0.000,0.000 0.000,18.000 0.000,18.000 0.000,-18.000 0.000,0.000 0.000,0.000 0.000,35.000 0.000,-18.000 0.000,18.000 0.000,-35.000 0.000,18.000 0.000,-1.000 0.000,-17.000 0.000,0.000 0.000,0.000 0.000,0.000 0.000,18.000 0.000,-36.000 0.000,18.000 0.000,-18.000 0.000,0.000 0.000,18.000 0.000,0.000 0.000,-17.000 0.000,34.000 0.000,1.000 0.000,-1.000 0.000,-17.000 0.000,35.000 0.000,-35.000 0.000,35.000 0.000,71.000 0.000,-18.000 18.000,71.000 17.000,17.000-17.000,-17.000 17.000,35.000 18.000,-106.000-53.000,18.000 35.000,-53.000-17.000,17.000 0.000,-35.000 34.000,-35.000-52.000,-18.000 18.000,1.000-18.000,-19.000 0.000,1.000 0.000,0.000 0.000,52.000 0.000,-17.000 0.000,-18.000 0.000,18.000 0.000,-17.000 0.000,34.000 0.000,18.000 0.000,1.000-18.000,-19.000 18.000,1.000 0.000,17.000-17.000,-53.000 17.000,0.000 0.000,1.000 0.000,-1.000 0.000,-17.000 0.000,-1.000-18.000,1.000 18.000,17.000 0.000,0.000 0.000,1.000-17.000,-19.000 17.000,19.000-18.000,17.000 18.000,-18.000-18.000,0.000 1.000,71.000-1.000,17.000 0.000,-52.000 1.000,0.000-1.000,-1.000 18.000,18.000-35.000,-35.000 35.000,0.000-18.000,-35.000 18.000,-1.000 0.000,1.000 0.000,0.000 0.000,17.000-18.000,35.000 18.000,19.000 0.000,-19.000 0.000,36.000-17.000,35.000 17.000,-17.000 0.000,52.000 0.000,-35.000 0.000,0.000 0.000,-35.000-18.000,-35.000 18.000,-36.000 0.000,-35.000-17.000,18.000-1.000,-1.000 0.000,1.000 1.000,-1.000-1.000,19.000-35.000,-1.000 0.000,-17.000 18.000,-1.000 0.000,1.000-1.000,0.000 1.000,-1.000 0.000,1.000 0.000,-18.000-1.000,18.000 19.000,-18.000-1.000,0.000 0.000,0.000 1.000,0.000-1.000,0.000 0.000,0.000-17.000,0.000 0.000,0.000-18.000,-36.000 18.000,1.000-36.000,17.000 18.000,-17.000 0.000,-18.000-17.000,18.000 17.000,0.000 18.000,-1.000-1.000,19.000 36.000,17.000-17.000,-18.000-1.000,0.000 0.000,-35.000 1.000,-17.000-19.000,-54.000-34.000,1.000 17.000,-36.000-35.000,0.000 52.000,-35.000-87.000,18.000 52.000,17.000 19.000,1.000-37.000,34.000 54.000,-17.000 0.000,17.000 17.000,19.000-35.000,16.000 53.000,19.000-17.000,-18.000 17.000,35.000 0.000,-35.000 0.000,-18.000 0.000,35.000-18.000,-35.000 18.000,-17.000 0.000,-18.000 0.000,35.000 0.000,-35.000 0.000,35.000 0.000,0.000 0.000,-17.000 0.000,-18.000 0.000,35.000 0.000,35.000 0.000,-17.000 0.000,17.000 0.000,1.000 0.000,17.000 0.000,0.000 18.000,0.000-18.000,-35.000 17.000,35.000-17.000,-35.000 18.000,17.000-18.000,-17.000 35.000,35.000-35.000,-35.000 0.000,-18.000 0.000,0.000 18.000,0.000-18.000,-35.000 0.000,0.000 0.000,18.000 0.000,17.000 0.000,0.000 0.000,18.000 0.000,17.000 0.000,18.000 0.000,1.000 0.000,16.000 0.000,-34.000 0.000,52.000 0.000,-35.000 17.000,18.000-17.000,17.000 0.000,1.000 0.000,-19.000 0.000,19.000 18.000,-1.000-18.000,-53.000 0.000,19.000 0.000,-19.000 0.000,-35.000 0.000,18.000 0.000,17.000 0.000,-17.000 0.000,53.000 0.000,-18.000 0.000,18.000 0.000,-1.000 0.000,1.000 0.000,18.000 0.000,-1.000 0.000,-35.000 0.000,0.000 0.000,-35.000 18.000,17.000-18.000,1.000 0.000,-1.000 0.000,18.000 0.000,-35.000 0.000,35.000 0.000,0.000 0.000,0.000 0.000,18.000 0.000,0.000 0.000,0.000 17.000,17.000-17.000,0.000 0.000,1.000 0.000,17.000 18.000,-18.000-18.000,0.000 18.000,1.000-18.000,-1.000 17.000</inkml:trace>
</inkml:ink>
</file>

<file path=ppt/ink/ink3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9-24T08:43:50"/>
    </inkml:context>
    <inkml:brush xml:id="br0">
      <inkml:brushProperty name="width" value="0.05292" units="cm"/>
      <inkml:brushProperty name="height" value="0.05292" units="cm"/>
      <inkml:brushProperty name="color" value="#ff0000"/>
    </inkml:brush>
  </inkml:definitions>
  <inkml:trace contextRef="#ctx0" brushRef="#br0">614.000 425.000,'2.000'0.000</inkml:trace>
</inkml:ink>
</file>

<file path=ppt/ink/ink3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9-24T08:43:50"/>
    </inkml:context>
    <inkml:brush xml:id="br0">
      <inkml:brushProperty name="width" value="0.05292" units="cm"/>
      <inkml:brushProperty name="height" value="0.05292" units="cm"/>
      <inkml:brushProperty name="color" value="#ff0000"/>
    </inkml:brush>
  </inkml:definitions>
  <inkml:trace contextRef="#ctx0" brushRef="#br0">614.000 425.000,'2.000'0.000</inkml:trace>
</inkml:ink>
</file>

<file path=ppt/ink/ink3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9-24T08:43:50"/>
    </inkml:context>
    <inkml:brush xml:id="br0">
      <inkml:brushProperty name="width" value="0.05292" units="cm"/>
      <inkml:brushProperty name="height" value="0.05292" units="cm"/>
      <inkml:brushProperty name="color" value="#ff0000"/>
    </inkml:brush>
  </inkml:definitions>
  <inkml:trace contextRef="#ctx0" brushRef="#br0">9613.000 9613.000,'18.000'-17.000,"-1.000"17.000,1.000 0.000,17.000-18.000,-17.000 18.000,0.000 0.000,-1.000 0.000,19.000 0.000,-36.000-18.000,35.000 18.000,-17.000 0.000,-1.000 0.000,1.000 0.000,-1.000 0.000,1.000 0.000,17.000 0.000,-17.000 0.000,0.000 0.000,-1.000 0.000,1.000 0.000,0.000 0.000,-1.000 0.000,1.000-17.000,-1.000 17.000,1.000 0.000,0.000 0.000,-1.000 0.000,1.000 0.000,0.000 0.000,17.000 0.000,-17.000 0.000,-1.000 0.000,1.000 0.000</inkml:trace>
  <inkml:trace contextRef="#ctx0" brushRef="#br0">9984.000 9613.000,'-18.000'0.000,"18.000"18.000,0.000-1.000,0.000 1.000,0.000 0.000,0.000-1.000,0.000 1.000,0.000 0.000,0.000-1.000,0.000 1.000,0.000 0.000,0.000-1.000,0.000 1.000,0.000 0.000,0.000-1.000,0.000 1.000,0.000-1.000,0.000 19.000,0.000-19.000,0.000 1.000,0.000 0.000,0.000-1.000,0.000 1.000,0.000 0.000,0.000-1.000,0.000 1.000,0.000-1.000,0.000 1.000,0.000 0.000</inkml:trace>
</inkml:ink>
</file>

<file path=ppt/ink/ink4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09-26T02:42:01"/>
    </inkml:context>
    <inkml:brush xml:id="br0">
      <inkml:brushProperty name="width" value="0.09701" units="cm"/>
      <inkml:brushProperty name="height" value="0.09701" units="cm"/>
      <inkml:brushProperty name="color" value="#ff0000"/>
    </inkml:brush>
  </inkml:definitions>
  <inkml:trace contextRef="#ctx0" brushRef="#br0">544.000 351.000,'3.000'1.000,"1.000"2.000,0.000-1.000,-3.000 1.000,3.000-1.000,-1.000 1.000,0.000-2.000,-2.000 2.000,2.000-2.000,-1.000 2.000,1.000-1.000,0.000 0.000,-3.000 1.000,3.000-1.000,0.000 0.000,-2.000 1.000,1.000 0.000</inkml:trace>
</inkml:ink>
</file>

<file path=ppt/ink/ink4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09-26T02:42:01"/>
    </inkml:context>
    <inkml:brush xml:id="br0">
      <inkml:brushProperty name="width" value="0.09701" units="cm"/>
      <inkml:brushProperty name="height" value="0.09701" units="cm"/>
      <inkml:brushProperty name="color" value="#ff0000"/>
    </inkml:brush>
  </inkml:definitions>
  <inkml:trace contextRef="#ctx0" brushRef="#br0">575.000 346.000,'-1.000'3.000,"-1.000"0.000,0.000 1.000,-1.000-1.000,-1.000 3.000,0.000-1.000,1.000-2.000,0.000 2.000,2.000-2.000,-1.000 0.000,0.000 0.000,1.000 0.000</inkml:trace>
</inkml:ink>
</file>

<file path=ppt/ink/ink4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09-26T02:42:01"/>
    </inkml:context>
    <inkml:brush xml:id="br0">
      <inkml:brushProperty name="width" value="0.09701" units="cm"/>
      <inkml:brushProperty name="height" value="0.09701" units="cm"/>
      <inkml:brushProperty name="color" value="#ff0000"/>
    </inkml:brush>
  </inkml:definitions>
  <inkml:trace contextRef="#ctx0" brushRef="#br0">545.000 440.000,'2.000'3.000,"1.000"0.000,-1.000 0.000,1.000 0.000,0.000-1.000,-2.000 1.000</inkml:trace>
</inkml:ink>
</file>

<file path=ppt/ink/ink4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09-26T02:42:01"/>
    </inkml:context>
    <inkml:brush xml:id="br0">
      <inkml:brushProperty name="width" value="0.09701" units="cm"/>
      <inkml:brushProperty name="height" value="0.09701" units="cm"/>
      <inkml:brushProperty name="color" value="#ff0000"/>
    </inkml:brush>
  </inkml:definitions>
  <inkml:trace contextRef="#ctx0" brushRef="#br0">572.000 437.000,'0.000'3.000,"-1.000"0.000,0.000 0.000,-1.000 0.000,1.000 0.000,0.000 0.000,-2.000 0.000,3.000 1.000,0.000 0.000,0.000-1.000,0.000 2.000,0.000-2.000,0.000 1.000,-1.000-1.000,1.000 0.000,0.000 0.000</inkml:trace>
</inkml:ink>
</file>

<file path=ppt/ink/ink4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09-24T15:15:41"/>
    </inkml:context>
    <inkml:brush xml:id="br0">
      <inkml:brushProperty name="width" value="0.09701" units="cm"/>
      <inkml:brushProperty name="height" value="0.09701" units="cm"/>
      <inkml:brushProperty name="color" value="#ff0000"/>
    </inkml:brush>
  </inkml:definitions>
  <inkml:trace contextRef="#ctx0" brushRef="#br0">659.000 649.000,'0.000'-1.000,"0.000"1.000,0.000 0.000,0.000 0.000,0.000 0.000,0.000 0.000,0.000 0.000,0.000 0.000,0.000 0.000,0.000 0.000,0.000 0.000,0.000 0.000,0.000 0.000,0.000-1.000,0.000 1.000,0.000 0.000,0.000 0.000,0.000 0.000,0.000 0.000,0.000 0.000,0.000 0.000,0.000 0.000,0.000-1.000,0.000 1.000,0.000 0.000,0.000 0.000,0.000 0.000,0.000 0.000,0.000 0.000,0.000 0.000,0.000-1.000,0.000 1.000,0.000-1.000,0.000 1.000,0.000-1.000,0.000 0.000,0.000 0.000,0.000-1.000,0.000 2.000,0.000-1.000,0.000-1.000,1.000 1.000,-1.000 1.000,0.000-2.000,1.000-1.000,-1.000 2.000,0.000-1.000,1.000 0.000,-1.000 1.000,0.000 0.000,0.000 0.000,1.000 0.000,-1.000 0.000,0.000 0.000,0.000 1.000,0.000-1.000,0.000 1.000,0.000-1.000,0.000 1.000,0.000-1.000,0.000 1.000,0.000-1.000,0.000 1.000,-1.000 0.000,1.000 0.000,0.000-1.000,0.000 1.000,0.000 0.000,0.000 0.000,0.000-1.000,0.000 1.000,0.000-1.000,0.000 1.000,0.000-1.000,0.000 1.000,0.000-1.000,0.000 1.000,0.000 0.000,0.000 0.000,0.000-1.000,0.000 1.000,0.000 0.000,0.000 0.000,0.000 0.000,0.000-1.000,0.000 1.000,0.000 0.000,0.000 0.000,1.000-1.000,-1.000 1.000,0.000 0.000,0.000 0.000,0.000-1.000,0.000 1.000,0.000 0.000,0.000 0.000,0.000 0.000,0.000-1.000,0.000 1.000,1.000-1.000,-1.000 1.000,0.000 0.000,0.000-1.000,0.000 1.000,0.000 0.000,0.000-1.000,0.000 1.000,0.000 0.000,0.000-1.000,0.000 1.000,0.000 0.000,1.000 0.000,-1.000-1.000,0.000 1.000,0.000 0.000,0.000 0.000,0.000 0.000,0.000 0.000,0.000 0.000,0.000 0.000,0.000 0.000,0.000 0.000,0.000 0.000,0.000 0.000,0.000 0.000,0.000 0.000,0.000 0.000,0.000 0.000,0.000 0.000,0.000 0.000,0.000 0.000,0.000 0.000,0.000 0.000,0.000 0.000,0.000 0.000,0.000 0.000,0.000 0.000,0.000 0.000,0.000 0.000,0.000 0.000,1.000 1.000,-1.000-1.000,0.000 0.000,1.000 1.000,-1.000-1.000,1.000 0.000,-1.000 1.000,1.000-1.000,0.000 1.000,-1.000 0.000,1.000-1.000,-1.000 1.000,1.000 0.000,0.000-1.000,-1.000 1.000,1.000 0.000,0.000 0.000,-1.000 1.000,1.000-1.000,0.000 1.000,0.000-1.000,0.000 0.000,0.000 0.000,-1.000 0.000,1.000 0.000,-1.000 0.000,1.000 0.000,-1.000 0.000,1.000 0.000,-1.000 0.000,1.000 0.000,-1.000-1.000,1.000 1.000,-1.000 0.000,1.000-1.000,-1.000 1.000,0.000-1.000,1.000 0.000,-1.000 1.000,0.000-1.000,0.000 1.000,0.000-1.000,0.000 0.000,1.000 1.000,-1.000 0.000,0.000-1.000,1.000 1.000,-1.000 0.000,1.000 0.000,-1.000-1.000,0.000 1.000,1.000-1.000,-1.000 1.000,0.000-1.000,1.000 0.000,-1.000 0.000,0.000 1.000,0.000-1.000,0.000 0.000,0.000 0.000,0.000 0.000,0.000 0.000,0.000 0.000,0.000 0.000,0.000 0.000,0.000 0.000,0.000 0.000,0.000 0.000,0.000 0.000,0.000 0.000,0.000 0.000,0.000 0.000,0.000 0.000,0.000 0.000,0.000 0.000,0.000 0.000,0.000 0.000,0.000 0.000,0.000 0.000,0.000 0.000,0.000 0.000,0.000 1.000,0.000-1.000,0.000 0.000,0.000 0.000,0.000 1.000,0.000-1.000,1.000 0.000,-1.000 1.000,0.000-1.000,0.000 1.000,0.000-1.000,0.000 1.000,0.000-1.000</inkml:trace>
</inkml:ink>
</file>

<file path=ppt/ink/ink4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09-24T15:15:41"/>
    </inkml:context>
    <inkml:brush xml:id="br0">
      <inkml:brushProperty name="width" value="0.09701" units="cm"/>
      <inkml:brushProperty name="height" value="0.09701" units="cm"/>
      <inkml:brushProperty name="color" value="#ff0000"/>
    </inkml:brush>
  </inkml:definitions>
  <inkml:trace contextRef="#ctx0" brushRef="#br0">659.000 627.000,'0.000'0.000,"0.000"0.000,0.000 0.000,0.000 0.000,0.000 0.000,0.000 0.000,0.000 0.000,0.000 0.000,0.000 0.000,0.000 0.000,1.000 0.000,-1.000 0.000,0.000 0.000,0.000 0.000,0.000 0.000,0.000 0.000,0.000 0.000,1.000 0.000,-1.000 0.000,0.000 0.000,0.000 0.000,0.000 0.000,1.000 0.000,-1.000 0.000,0.000 0.000,1.000 0.000,-1.000 1.000,1.000-1.000,0.000 0.000,0.000 0.000,0.000 1.000,0.000-1.000,0.000 0.000,0.000 1.000,1.000-1.000,-1.000 0.000,0.000 1.000,1.000-1.000,-1.000 0.000,1.000 1.000,-1.000-1.000,1.000 0.000,0.000 1.000,0.000-1.000,-1.000 0.000,1.000 0.000,-1.000 1.000,1.000-1.000,0.000 0.000,-1.000 0.000,0.000 0.000,0.000 0.000</inkml:trace>
</inkml:ink>
</file>

<file path=ppt/ink/ink4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09-24T15:15:41"/>
    </inkml:context>
    <inkml:brush xml:id="br0">
      <inkml:brushProperty name="width" value="0.09701" units="cm"/>
      <inkml:brushProperty name="height" value="0.09701" units="cm"/>
      <inkml:brushProperty name="color" value="#ff0000"/>
    </inkml:brush>
  </inkml:definitions>
  <inkml:trace contextRef="#ctx0" brushRef="#br0">694.000 690.000,'0.000'0.000,"0.000"0.000,0.000 0.000,0.000 0.000,0.000 0.000,0.000 0.000,0.000 1.000,0.000-1.000,0.000 0.000,0.000 0.000,0.000 1.000,0.000-1.000,0.000 1.000,0.000-1.000,0.000 0.000,0.000 1.000,0.000-1.000,0.000 1.000,0.000-1.000,0.000 0.000,0.000 0.000,0.000 1.000,0.000 0.000,0.000-1.000,0.000 1.000,0.000 0.000,1.000 0.000,-1.000-1.000,0.000 1.000,0.000 0.000,0.000-1.000,0.000 1.000,1.000 0.000,-1.000-1.000,0.000 1.000,0.000-1.000,0.000 1.000,1.000-1.000,-1.000 1.000,0.000 0.000,0.000-1.000,0.000 1.000,0.000-1.000,1.000 1.000,-1.000 0.000,0.000 0.000,0.000-1.000,0.000 1.000,0.000 0.000,0.000 0.000,0.000 0.000,0.000-1.000,0.000 1.000,0.000 0.000,0.000 0.000,0.000-1.000,0.000 1.000,0.000-1.000,0.000 1.000,0.000-1.000,0.000 1.000,0.000-1.000,0.000 0.000,1.000 0.000,-1.000 1.000,0.000-1.000,0.000 0.000,0.000 0.000,0.000 0.000,0.000 0.000,0.000 0.000,0.000 0.000,0.000 0.000,0.000 0.000,0.000 0.000,0.000 0.000,0.000 0.000,0.000 0.000,0.000 0.000,0.000 1.000,0.000-1.000,0.000 0.000,0.000 0.000,0.000 1.000,0.000-1.000,0.000 0.000,0.000 1.000,0.000-1.000,0.000 1.000,0.000-1.000,0.000 1.000,0.000-1.000,0.000 0.000,0.000 0.000,0.000 1.000,0.000-1.000,0.000 0.000,0.000 1.000,0.000 0.000,0.000-1.000,0.000 0.000,0.000 1.000,0.000 0.000,0.000 0.000</inkml:trace>
</inkml:ink>
</file>

<file path=ppt/ink/ink4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09-24T15:15:41"/>
    </inkml:context>
    <inkml:brush xml:id="br0">
      <inkml:brushProperty name="width" value="0.09701" units="cm"/>
      <inkml:brushProperty name="height" value="0.09701" units="cm"/>
      <inkml:brushProperty name="color" value="#ff0000"/>
    </inkml:brush>
  </inkml:definitions>
  <inkml:trace contextRef="#ctx0" brushRef="#br0">702.000 690.000,'0.000'-1.000,"0.000"1.000,0.000 0.000,0.000 0.000,0.000 0.000,0.000 0.000,0.000 0.000,0.000 0.000,0.000-1.000,0.000 1.000,0.000 0.000,0.000 0.000,0.000-1.000,0.000 1.000,0.000 0.000,0.000 0.000,1.000 0.000,-1.000-1.000,0.000 1.000,1.000 0.000,-1.000 0.000,0.000 0.000,1.000 0.000,-1.000 0.000,0.000 0.000,1.000-1.000,-1.000 1.000,0.000 0.000,0.000 0.000,0.000 0.000,0.000 0.000,0.000 0.000,0.000 0.000,1.000 0.000,-1.000 0.000,0.000 0.000,0.000 0.000,0.000 1.000,0.000-1.000,0.000-1.000,1.000 1.000,-1.000 0.000,0.000 0.000,1.000 0.000,-1.000 0.000,1.000 0.000,0.000 0.000,0.000 0.000,0.000 0.000,0.000 0.000,-1.000 0.000,1.000 0.000,0.000 0.000,0.000 0.000,0.000 0.000,0.000 0.000,-1.000 0.000,1.000 0.000,-1.000 0.000,0.000 0.000,0.000 0.000,0.000 0.000,0.000 0.000,0.000 0.000,1.000 1.000,-1.000-1.000,0.000 0.000,0.000 0.000,1.000 0.000,-1.000 0.000,0.000 1.000,1.000-1.000,-1.000 0.000,0.000 0.000,0.000 0.000,0.000 0.000,1.000 1.000,-1.000-1.000,0.000 0.000,0.000 0.000,0.000 1.000,0.000-1.000,0.000 1.000,0.000-1.000,0.000 0.000,0.000 1.000,1.000-1.000,-1.000 1.000,0.000-1.000,0.000 1.000,0.000-1.000,0.000 1.000,0.000-1.000,0.000 0.000,0.000 1.000,0.000-1.000,0.000 0.000,0.000 1.000,0.000-1.000,0.000 0.000,0.000 1.000,0.000-1.000,0.000 1.000,0.000-1.000,0.000 0.000,0.000 1.000,0.000-1.000,-1.000 0.000,1.000 1.000,-1.000-1.000,1.000 0.000,0.000 1.000,-1.000-1.000,1.000 0.000,0.000 0.000,-1.000 1.000,0.000-1.000,0.000 0.000,0.000 1.000,1.000-1.000,-1.000 0.000,0.000 1.000,-1.000-1.000,1.000 1.000,0.000 0.000,-1.000-1.000,1.000 1.000,0.000-1.000,0.000 1.000,0.000-1.000,0.000 0.000,1.000 0.000,-1.000 0.000,1.000 0.000,-1.000 1.000,1.000-1.000,-1.000 0.000,1.000 0.000,0.000 0.000,0.000 0.000,-1.000 0.000,1.000 0.000,0.000 0.000,0.000 0.000,0.000 0.000,0.000 0.000,-1.000 0.000,1.000 0.000,0.000 0.000,0.000 0.000,0.000 0.000,0.000 0.000,-1.000 0.000,1.000 0.000,0.000 0.000,0.000 0.000,0.000 0.000,-1.000 0.000,1.000 0.000,0.000 0.000,0.000 0.000,0.000 0.000,0.000 0.000,0.000 0.000,0.000 0.000,0.000 0.000,0.000 0.000,0.000 0.000,0.000 0.000,0.000 1.000,0.000-1.000,0.000 0.000,1.000 0.000,-1.000 0.000,0.000 0.000,0.000 0.000,0.000 0.000,0.000 0.000,0.000 0.000,0.000 0.000,1.000 0.000,-1.000 0.000,0.000 0.000,0.000 0.000,0.000 0.000,0.000 0.000,0.000 0.000,0.000 0.000,0.000 0.000,1.000 0.000,-1.000 0.000,0.000 0.000,0.000 0.000,0.000 0.000,0.000 0.000,0.000 0.000,1.000 0.000,-1.000 0.000,0.000 0.000,1.000 0.000,-1.000 0.000,1.000 0.000,0.000 0.000,0.000 0.000,-1.000 0.000,2.000 1.000,-1.000-1.000,0.000 0.000,0.000 0.000,-1.000 0.000,1.000 0.000,0.000 0.000,0.000 0.000,0.000 0.000,0.000 0.000,0.000 0.000,0.000 0.000,-1.000 0.000,1.000 1.000,0.000-1.000,-1.000 0.000,1.000 0.000,-1.000 0.000,1.000 1.000,0.000-1.000,0.000 0.000,0.000 0.000,-1.000 0.000,1.000 0.000,-1.000 0.000,0.000 1.000,0.000-1.000,1.000 0.000,-1.000 0.000,0.000 0.000,0.000 0.000,1.000 0.000,-1.000 0.000,1.000 0.000,-1.000 0.000,1.000 0.000,-1.000 0.000,1.000 0.000,-1.000 1.000,1.000-1.000,-1.000 0.000,0.000 0.000,1.000 0.000,-1.000 0.000,0.000 0.000,0.000 0.000,0.000 0.000,0.000 0.000,0.000 0.000,0.000 1.000,0.000-1.000,0.000 0.000,0.000 0.000,0.000 0.000,0.000 0.000,0.000 0.000,0.000 0.000,0.000 0.000,0.000 0.000,0.000 0.000,0.000 0.000,0.000 0.000,0.000 0.000,0.000 1.000,0.000-1.000,0.000 0.000,0.000 1.000,0.000-1.000,0.000 0.000,0.000 0.000,0.000 1.000,0.000-1.000,-1.000 0.000,1.000 1.000,0.000-1.000,0.000 0.000,-1.000 1.000,1.000-1.000,-1.000 1.000,1.000 0.000,0.000-1.000,0.000 0.000,-1.000 1.000,1.000-1.000,0.000 0.000,0.000 0.000,0.000 0.000,0.000 0.000,0.000 0.000,-1.000 0.000,1.000 0.000,0.000 1.000,0.000-1.000,-1.000 0.000,0.000 0.000,0.000 1.000,0.000-1.000,0.000 0.000,0.000 1.000,-1.000-1.000,1.000 0.000,-1.000 1.000,1.000-1.000,0.000 0.000,-1.000 1.000,1.000-1.000,0.000 0.000,1.000 0.000,-1.000 0.000,1.000 0.000,-1.000 0.000,1.000 0.000,0.000 0.000,0.000 0.000,0.000 0.000,0.000 0.000,0.000 0.000,0.000 0.000,0.000 0.000,0.000 0.000,0.000 0.000,0.000 0.000,0.000 0.000,-1.000 0.000,1.000 0.000,0.000 0.000,0.000 0.000,0.000 0.000,0.000 0.000,0.000 0.000,-1.000 0.000,1.000 0.000,0.000 0.000,0.000 0.000,-1.000 0.000,1.000 0.000,0.000 0.000,-1.000 0.000,1.000 0.000,0.000 0.000,-1.000 0.000,1.000 0.000,-1.000 0.000,1.000 0.000,-1.000 0.000</inkml:trace>
</inkml:ink>
</file>

<file path=ppt/ink/ink4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09-24T15:15:41"/>
    </inkml:context>
    <inkml:brush xml:id="br0">
      <inkml:brushProperty name="width" value="0.09701" units="cm"/>
      <inkml:brushProperty name="height" value="0.09701" units="cm"/>
      <inkml:brushProperty name="color" value="#ff0000"/>
    </inkml:brush>
  </inkml:definitions>
  <inkml:trace contextRef="#ctx0" brushRef="#br0">749.000 777.000,'-1.000'0.000,"1.000"0.000,0.000 0.000,0.000 0.000,0.000 0.000,0.000 0.000,0.000 0.000,-1.000 0.000,1.000 0.000,0.000 0.000,0.000 0.000,0.000 0.000,-1.000 0.000,1.000 0.000,0.000 0.000,0.000 0.000,-1.000 0.000,1.000 0.000,0.000 0.000,0.000 0.000,-1.000 0.000,1.000 0.000,-1.000 0.000,1.000 0.000,-1.000 0.000,0.000 0.000,0.000 0.000,-1.000 0.000,0.000 0.000,0.000 0.000,0.000 0.000,-1.000 0.000,1.000 0.000,0.000 0.000,2.000 0.000,-2.000 0.000,1.000 0.000,-1.000 0.000,1.000 0.000,1.000 0.000,-1.000 0.000,0.000 0.000,1.000 0.000,-1.000 0.000,1.000 0.000,-1.000 0.000,0.000 0.000,1.000 0.000,-1.000 0.000,1.000 0.000,-1.000 0.000,0.000 0.000,1.000 0.000,-1.000 0.000,1.000 0.000,0.000 0.000,-1.000 0.000,1.000 0.000,0.000 1.000,-1.000-1.000,1.000 0.000,-1.000 0.000,1.000 0.000,0.000 1.000,-1.000-1.000,1.000 0.000,-1.000 0.000,1.000 0.000,0.000 0.000,-1.000 1.000,0.000-1.000,1.000 1.000,-1.000-1.000,1.000 0.000,-1.000 0.000,1.000 0.000,0.000 1.000,0.000-1.000,0.000 0.000,-1.000 0.000,1.000 0.000,0.000 0.000,0.000 0.000,0.000 1.000,0.000-1.000,0.000 0.000,0.000 0.000,0.000 0.000,0.000 1.000,1.000-1.000,-1.000 0.000,0.000 1.000,0.000 0.000,0.000-1.000,0.000 1.000,0.000-1.000,0.000 1.000,0.000 0.000,0.000-1.000,0.000 1.000,0.000 0.000,0.000-1.000,0.000 1.000,0.000-1.000,0.000 1.000,0.000-1.000,0.000 0.000,0.000 1.000,0.000-1.000,0.000 0.000,0.000 0.000,0.000 1.000,1.000-1.000,-1.000 0.000,0.000 0.000,0.000 0.000,1.000 0.000,-1.000 0.000,0.000 1.000,1.000-1.000,-1.000 0.000,1.000 1.000,-1.000-1.000,1.000 0.000,0.000 1.000,0.000-1.000,-1.000 0.000,1.000 1.000,0.000-1.000,0.000 0.000,0.000 1.000,-1.000-1.000,1.000 0.000,0.000 1.000,0.000-1.000,-1.000 1.000,1.000-1.000,0.000 0.000,0.000 1.000,0.000-1.000,0.000 0.000,-1.000 0.000,1.000 0.000,0.000 1.000,-1.000-1.000,1.000 0.000,-1.000 0.000,1.000 0.000,-1.000 0.000,0.000 0.000,1.000 0.000,-1.000 0.000,0.000 0.000,0.000 1.000,0.000-1.000,0.000 0.000,0.000 0.000,1.000 0.000,-1.000 0.000,0.000 0.000,1.000 0.000,-1.000 0.000,1.000 0.000,1.000 0.000,0.000 0.000,0.000 0.000,-1.000 0.000,1.000 1.000,0.000-1.000,0.000 0.000,-1.000 0.000,0.000 0.000,1.000 1.000,-1.000-1.000,-1.000 0.000,1.000 0.000,-1.000 0.000,0.000 0.000,1.000 1.000,-1.000-1.000,0.000 0.000,0.000 0.000,0.000 0.000,0.000 0.000,0.000 0.000,0.000 0.000,0.000 0.000,0.000 0.000,0.000 0.000,0.000 0.000,0.000 0.000,0.000 0.000,1.000 0.000,-1.000 0.000,0.000 0.000,0.000 0.000,0.000 0.000,0.000 0.000,0.000 0.000,0.000 0.000,1.000 0.000,-1.000 0.000,1.000 0.000,1.000 0.000,-1.000 0.000,0.000 0.000,0.000 0.000,1.000 0.000,-1.000 0.000</inkml:trace>
</inkml:ink>
</file>

<file path=ppt/ink/ink4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09-24T15:15:41"/>
    </inkml:context>
    <inkml:brush xml:id="br0">
      <inkml:brushProperty name="width" value="0.09701" units="cm"/>
      <inkml:brushProperty name="height" value="0.09701" units="cm"/>
      <inkml:brushProperty name="color" value="#ff0000"/>
    </inkml:brush>
  </inkml:definitions>
  <inkml:trace contextRef="#ctx0" brushRef="#br0">753.000 871.000,'0.000'0.000,"0.000"0.000,0.000 0.000,0.000 0.000,0.000 0.000,0.000 0.000,0.000 0.000,0.000 0.000,0.000 1.000,0.000-1.000,0.000 0.000,0.000 0.000,0.000 0.000,0.000 1.000,0.000-1.000,0.000 0.000,0.000 1.000,0.000-1.000,0.000 1.000,0.000 0.000,0.000-1.000,0.000 1.000,0.000-1.000,0.000 1.000,0.000 0.000,0.000 0.000,0.000 0.000,0.000 0.000,0.000 0.000,0.000 0.000,0.000 0.000,0.000 0.000,0.000-1.000,0.000 1.000,0.000-1.000,0.000 1.000,0.000-1.000,0.000 0.000,0.000 1.000,0.000-1.000,0.000 1.000,0.000-1.000,0.000 1.000,0.000-1.000,0.000 0.000,0.000 1.000,0.000-1.000,0.000 1.000,0.000 0.000,0.000 0.000,0.000 0.000,0.000 0.000,0.000 0.000,0.000-1.000,0.000 1.000,0.000-1.000,0.000 1.000,0.000 0.000,0.000-1.000,0.000 1.000,0.000 0.000,0.000-1.000,0.000 1.000,0.000-1.000,0.000 0.000,0.000 1.000,0.000-1.000,0.000 0.000,0.000 0.000,0.000 0.000,0.000 0.000,0.000 0.000,0.000 1.000,0.000-1.000,0.000 0.000,0.000 0.000,0.000 1.000,0.000-1.000,0.000 0.000,0.000 1.000,0.000-1.000,0.000 0.000,0.000 0.000,0.000 1.000,0.000-1.000,0.000 0.000,0.000 0.000,0.000 1.000,0.000-1.000,0.000 0.000,0.000 1.000,0.000-1.000,0.000 1.000,0.000-1.000,0.000 0.000,0.000 0.000,0.000 0.000,0.000 0.000,0.000 0.000,0.000 0.000,0.000 0.000,0.000 0.000,0.000-1.000,0.000 1.000,0.000 0.000,0.000 0.000,0.000 0.000,0.000 0.000,1.000 0.000,-1.000-1.000,0.000 1.000,0.000 0.000,0.000 0.000,0.000 0.000,0.000 0.000,0.000 0.000,0.000-1.000,0.000 1.000,0.000 0.000</inkml:trace>
</inkml:ink>
</file>

<file path=ppt/ink/ink5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09-24T15:15:41"/>
    </inkml:context>
    <inkml:brush xml:id="br0">
      <inkml:brushProperty name="width" value="0.09701" units="cm"/>
      <inkml:brushProperty name="height" value="0.09701" units="cm"/>
      <inkml:brushProperty name="color" value="#ff0000"/>
    </inkml:brush>
  </inkml:definitions>
  <inkml:trace contextRef="#ctx0" brushRef="#br0">758.000 866.000,'0.000'0.000,"0.000"0.000,0.000 0.000,0.000 0.000,0.000 0.000,0.000 0.000,0.000 0.000,0.000 0.000,0.000 0.000,0.000 0.000,0.000 0.000,0.000 0.000,0.000 0.000,0.000 0.000,0.000 0.000,0.000 0.000,0.000 0.000,0.000 0.000,1.000 0.000,-1.000 0.000,0.000 0.000,0.000 0.000,0.000 0.000,0.000 0.000,0.000 0.000,0.000 0.000,0.000 0.000,0.000 0.000,0.000 0.000,0.000 0.000,0.000 0.000,0.000 0.000,1.000 0.000,-1.000 0.000,0.000 0.000,0.000 0.000,0.000 0.000,0.000 0.000,0.000 0.000,0.000 0.000,0.000 0.000,0.000 0.000,0.000 0.000,0.000 0.000,1.000 0.000,-1.000 0.000,1.000 0.000,-1.000 0.000,1.000 0.000,-1.000 0.000,1.000 0.000,0.000 0.000,0.000 0.000,-1.000 0.000,1.000 0.000,-1.000 0.000,1.000 0.000,-1.000 0.000,0.000 0.000,0.000 0.000,0.000 0.000,0.000 0.000,0.000 0.000,0.000 0.000,0.000 0.000,0.000 0.000,1.000 0.000,-1.000 0.000,0.000 0.000,0.000 0.000,0.000 0.000,1.000 1.000,-1.000-1.000,0.000 0.000,0.000 0.000,1.000 0.000,-1.000 0.000,0.000 0.000,0.000 0.000,1.000 0.000,-1.000 1.000,0.000-1.000,1.000 0.000,-1.000 0.000,0.000 1.000,0.000-1.000,0.000 0.000,0.000 0.000,1.000 1.000,-1.000-1.000,0.000 0.000,0.000 0.000,0.000 0.000,0.000 1.000,0.000-1.000,1.000 0.000,-1.000 1.000,0.000-1.000,0.000 0.000,1.000 0.000,-1.000 1.000,0.000-1.000,0.000 0.000,0.000 1.000,1.000-1.000,-1.000 0.000,0.000 0.000,0.000 1.000,0.000-1.000,0.000 0.000,0.000 0.000,0.000 0.000,0.000 0.000,0.000 0.000,0.000 0.000,0.000 0.000,0.000 0.000,0.000 0.000,0.000 0.000,0.000 0.000,0.000 0.000,1.000 1.000,-1.000-1.000,0.000 0.000,0.000 0.000,0.000 0.000,0.000 0.000,0.000 0.000,0.000 0.000,0.000 1.000,0.000-1.000,0.000 0.000,0.000 0.000,0.000 0.000,0.000 0.000,0.000 1.000,0.000-1.000,0.000 0.000,0.000 1.000,1.000-1.000,-1.000 0.000,0.000 0.000,0.000 1.000,0.000-1.000,0.000 0.000,0.000 0.000,0.000 1.000,0.000-1.000,0.000 0.000,0.000 0.000,0.000 0.000,-1.000 1.000,1.000-1.000,0.000 0.000,0.000 0.000,0.000 1.000,0.000-1.000,0.000 0.000,0.000 1.000,0.000-1.000,0.000 0.000,0.000 0.000,0.000 1.000,-1.000-1.000,1.000 0.000,0.000 0.000,0.000 1.000,0.000-1.000,0.000 0.000,0.000 0.000,0.000 1.000,0.000-1.000,-1.000 0.000,1.000 0.000,0.000 1.000,0.000-1.000,-1.000 0.000,1.000 0.000,0.000 1.000,0.000-1.000,0.000 0.000,0.000 1.000,0.000-1.000,-1.000 0.000,1.000 0.000,0.000 1.000,0.000-1.000,0.000 0.000,0.000 0.000,0.000 1.000,0.000-1.000,0.000 0.000,0.000 1.000,0.000-1.000,0.000 0.000,0.000 1.000,-1.000-1.000,1.000 0.000,0.000 1.000,0.000-1.000,0.000 0.000,-1.000 0.000,1.000 1.000,0.000-1.000,0.000 0.000,0.000 0.000,0.000 0.000,0.000 1.000,-1.000-1.000,1.000 0.000,0.000 0.000,0.000 0.000,0.000 1.000,0.000-1.000,0.000 0.000,-1.000 0.000,1.000 0.000,0.000 1.000,0.000-1.000,0.000 0.000,0.000 0.000,-1.000 0.000,1.000 0.000,0.000 0.000,0.000 0.000,0.000 1.000,-1.000-1.000,1.000 0.000,0.000 0.000,0.000 0.000,0.000 1.000,0.000-1.000,0.000 0.000,-1.000 0.000,1.000 0.000,0.000 1.000,-1.000-1.000,1.000 0.000,0.000 0.000,0.000 0.000,-1.000 1.000,1.000-1.000,-1.000 0.000,1.000 0.000,0.000 0.000,-1.000 0.000,1.000 0.000,0.000 0.000,0.000 0.000,0.000 1.000,0.000-1.000,-1.000 0.000,1.000 0.000,0.000 0.000,0.000 0.000,0.000 0.000,0.000 0.000,-1.000 0.000,1.000 0.000,0.000 0.000,0.000 0.000,0.000 0.000,-1.000 0.000,1.000 0.000,0.000 0.000,0.000 1.000,-1.000-1.000,1.000 0.000,0.000 0.000,0.000 0.000,0.000 0.000,0.000 0.000,0.000 0.000,-1.000 0.000,1.000 0.000,0.000 0.000,0.000 0.000,0.000 0.000,0.000 0.000,0.000 0.000,0.000 0.000,0.000 0.000,0.000 0.000,0.000 0.000,0.000 0.000,0.000 0.000,0.000 0.000,0.000 0.000,0.000 0.000,0.000 0.000,0.000 0.000,0.000 0.000,0.000 0.000,0.000 0.000,0.000 0.000,0.000 0.000,0.000 0.000,0.000 0.000,0.000 0.000,0.000 0.000,0.000 0.000,0.000 0.000,0.000 0.000,0.000 0.000,-1.000 0.000,1.000 0.000,0.000 0.000,0.000 0.000</inkml:trace>
</inkml:ink>
</file>

<file path=ppt/ink/ink5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09-24T15:15:41"/>
    </inkml:context>
    <inkml:brush xml:id="br0">
      <inkml:brushProperty name="width" value="0.09701" units="cm"/>
      <inkml:brushProperty name="height" value="0.09701" units="cm"/>
      <inkml:brushProperty name="color" value="#ff0000"/>
    </inkml:brush>
  </inkml:definitions>
  <inkml:trace contextRef="#ctx0" brushRef="#br0">490.000 670.000,'-1.000'-1.000,"1.000"1.000,0.000 0.000,0.000 0.000,0.000 0.000,0.000 0.000,0.000 0.000,0.000 0.000,0.000 0.000,0.000-1.000,0.000 1.000,0.000 0.000,0.000 0.000,0.000 0.000,-1.000-1.000,1.000 1.000,0.000 0.000,0.000 0.000,0.000 0.000,0.000 0.000,0.000-1.000,0.000 1.000,0.000 0.000,0.000 0.000,0.000-1.000,0.000 1.000,-1.000 0.000,1.000-1.000,0.000 1.000,0.000-1.000,0.000 1.000,0.000-1.000,0.000 0.000,0.000 0.000,0.000 1.000,0.000-1.000,0.000-1.000,0.000 1.000,-1.000 0.000,1.000 0.000,0.000 0.000,0.000 0.000,0.000 0.000,0.000 0.000,0.000 0.000,0.000 1.000,0.000-1.000,0.000 0.000,0.000 0.000,0.000 1.000,0.000-1.000,0.000 0.000,0.000 1.000,0.000-1.000,0.000 1.000,0.000-1.000,0.000 1.000,0.000-1.000,0.000 1.000,0.000-1.000,0.000 1.000,0.000-1.000,0.000 1.000,0.000-1.000,0.000 1.000,1.000 0.000,-1.000-1.000,0.000 1.000,0.000-1.000,0.000 1.000,0.000 0.000,0.000-1.000,0.000 1.000,0.000 0.000,0.000-1.000,0.000 1.000,0.000-1.000,0.000 1.000,0.000 0.000,1.000-1.000,-1.000 1.000,0.000 0.000,0.000-1.000,0.000 1.000,0.000 0.000,0.000 0.000,0.000 0.000,0.000 0.000,0.000-1.000,0.000 1.000,0.000 0.000,0.000 0.000,0.000 0.000,0.000 0.000,0.000 0.000,0.000 0.000,0.000 0.000,0.000 0.000,1.000 0.000,-1.000 0.000,0.000 0.000,0.000 0.000,0.000 0.000,0.000 0.000,0.000 0.000,0.000 0.000,0.000 0.000,0.000 0.000,0.000 0.000,1.000 0.000,-1.000 0.000,0.000 0.000,0.000 0.000,0.000 0.000,0.000 0.000,0.000 0.000,0.000 0.000,0.000 0.000,0.000 0.000,0.000 0.000,1.000 0.000,-1.000 0.000,0.000 0.000,0.000 1.000,1.000-1.000,-1.000 1.000,0.000 0.000,1.000-1.000,-1.000 0.000,0.000 1.000,1.000 0.000,-1.000-1.000,0.000 1.000,1.000-1.000,-1.000 1.000,1.000 0.000,-1.000-1.000,0.000 1.000,0.000-1.000,1.000 0.000,-1.000 1.000,0.000-1.000,1.000 1.000,-1.000-1.000,0.000 0.000,1.000 0.000,-1.000 1.000,0.000-1.000,0.000 0.000,1.000 0.000,-1.000 1.000,0.000-1.000,0.000 0.000,0.000 0.000,0.000 1.000,0.000-1.000,1.000 1.000,-1.000 0.000,0.000-1.000,0.000 1.000,0.000 0.000,1.000-1.000,-1.000 1.000,0.000-1.000,0.000 0.000,0.000 1.000,0.000-1.000,0.000 0.000,0.000 0.000,0.000 0.000,0.000 1.000,1.000-1.000,-1.000 0.000,0.000 0.000,0.000 1.000,0.000-1.000,0.000 0.000,0.000 1.000,0.000-1.000,0.000 0.000,0.000 0.000,0.000 0.000,0.000 0.000,0.000 0.000,0.000 0.000,0.000 0.000,0.000-1.000,0.000 1.000,0.000 0.000,0.000 0.000,0.000 0.000,0.000 0.000,0.000-1.000,0.000 1.000,0.000 0.000,0.000 0.000,0.000 0.000,0.000-1.000,0.000 1.000,0.000 0.000,1.000 0.000,-1.000 0.000,0.000 0.000,0.000-1.000,0.000 1.000,0.000 0.000,0.000 0.000,0.000 0.000,0.000 0.000,0.000-1.000,0.000 1.000,0.000 0.000,0.000 0.000,0.000 0.000,0.000 0.000,0.000-1.000,0.000 1.000,0.000 0.000,0.000-1.000,0.000 1.000,1.000-1.000,-1.000 1.000,0.000-1.000,0.000 0.000,0.000 0.000,1.000 0.000,-1.000 0.000,0.000 0.000,0.000 0.000,1.000 0.000,-1.000 0.000,0.000 0.000,1.000 0.000,-1.000 0.000,0.000 1.000,0.000-1.000,0.000 0.000,1.000 1.000,-1.000 0.000,0.000-1.000,0.000 1.000,1.000-1.000,-1.000 1.000,0.000-1.000,0.000 1.000,0.000 0.000,0.000 0.000,0.000-1.000,0.000 1.000,0.000 0.000,0.000 0.000,0.000 0.000,0.000 0.000,0.000 0.000,1.000-1.000,-1.000 1.000,0.000 0.000,0.000 0.000,0.000 0.000,0.000-1.000,0.000 1.000,0.000 0.000,1.000 0.000,-1.000 0.000,0.000 0.000,0.000-1.000,1.000 1.000,-1.000 0.000,0.000 0.000,0.000 0.000,0.000 0.000,0.000 0.000,0.000 1.000,1.000-1.000,-1.000 0.000,0.000 0.000,0.000 0.000,0.000 0.000,0.000 0.000,0.000 0.000,0.000 1.000,0.000-1.000,0.000 0.000,0.000 0.000,0.000 0.000,0.000 0.000,0.000 0.000,0.000 0.000,0.000 1.000,0.000-1.000,0.000 0.000,0.000 0.000,0.000 1.000,1.000-1.000,-1.000 0.000,0.000 1.000,0.000-1.000,0.000 1.000,0.000 0.000,0.000 0.000,0.000 0.000,1.000 1.000,-1.000-1.000,0.000 1.000,0.000 1.000,1.000-1.000,-1.000 0.000,0.000 1.000,1.000-1.000,-1.000-1.000,0.000 1.000,0.000-1.000,1.000 0.000,-1.000 1.000,0.000-1.000,0.000 0.000,0.000 0.000,0.000 0.000,1.000 0.000,-1.000 0.000,0.000-1.000,0.000 1.000,0.000 0.000,0.000-1.000,0.000 0.000,1.000 1.000,-1.000 0.000,0.000-1.000,0.000 0.000,0.000 1.000,0.000 0.000,0.000-1.000,0.000 1.000,0.000-1.000,0.000 1.000,0.000-1.000,1.000 0.000,-1.000 1.000,0.000-1.000,0.000 0.000,0.000 0.000,0.000 0.000,0.000 1.000,0.000-1.000,0.000 0.000,0.000 0.000,0.000 0.000,0.000 0.000,0.000 0.000,0.000 0.000,0.000 0.000,0.000 0.000,0.000 0.000</inkml:trace>
</inkml:ink>
</file>

<file path=ppt/ink/ink5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09-24T15:15:41"/>
    </inkml:context>
    <inkml:brush xml:id="br0">
      <inkml:brushProperty name="width" value="0.09701" units="cm"/>
      <inkml:brushProperty name="height" value="0.09701" units="cm"/>
      <inkml:brushProperty name="color" value="#ff0000"/>
    </inkml:brush>
  </inkml:definitions>
  <inkml:trace contextRef="#ctx0" brushRef="#br0">489.000 770.000,'-1.000'-1.000,"1.000"1.000,0.000 0.000,0.000 0.000,0.000 0.000,0.000 0.000,0.000 0.000,0.000 0.000,0.000 0.000,0.000-1.000,0.000 1.000,0.000 0.000,0.000 0.000,0.000 0.000,0.000 0.000,0.000-1.000,0.000 1.000,0.000 0.000,0.000 0.000,0.000 0.000,0.000 0.000,0.000-1.000,0.000 1.000,0.000-1.000,-1.000 1.000,1.000-1.000,0.000 0.000,0.000 1.000,0.000-1.000,0.000 0.000,0.000 0.000,0.000-1.000,0.000 2.000,1.000-2.000,-1.000 0.000,0.000 1.000,0.000-1.000,0.000 1.000,0.000-1.000,1.000 1.000,-1.000-1.000,0.000 1.000,0.000 0.000,1.000 0.000,-1.000 1.000,0.000-1.000,0.000 0.000,0.000 1.000,0.000-1.000,0.000 1.000,0.000-1.000,0.000 1.000,1.000-1.000,-1.000 1.000,0.000 0.000,0.000-1.000,-1.000 1.000,1.000 0.000,0.000 0.000,0.000-1.000,0.000 1.000,0.000 0.000,0.000 0.000,0.000 0.000,0.000 0.000,0.000 0.000,0.000 0.000,0.000 0.000,0.000 0.000,0.000 0.000,0.000 0.000,0.000 0.000,0.000 0.000,0.000 0.000,0.000 0.000,0.000-1.000,0.000 1.000,0.000 0.000,0.000-1.000,0.000 1.000,0.000 0.000,0.000-1.000,0.000 1.000,0.000-1.000,0.000 1.000,0.000-1.000,0.000 1.000,0.000-1.000,0.000 1.000,0.000 0.000,0.000-1.000,0.000 1.000,0.000 0.000,0.000 0.000,0.000 0.000,1.000 0.000,-1.000 0.000,0.000 0.000,0.000 0.000,0.000 1.000,0.000-1.000,0.000 0.000,0.000 0.000,0.000 0.000,0.000 1.000,0.000-1.000,0.000 0.000,0.000 0.000,0.000 0.000,1.000 1.000,-1.000-1.000,0.000 0.000,0.000 0.000,0.000 0.000,0.000 1.000,0.000-1.000,0.000 0.000,0.000 0.000,0.000 0.000,0.000 1.000,1.000 0.000,-1.000 0.000,1.000 0.000,-1.000 1.000,1.000 0.000,0.000 0.000,0.000 0.000,0.000 1.000,0.000-1.000,0.000 0.000,0.000 0.000,-1.000 0.000,1.000 0.000,0.000-1.000,-1.000 1.000,1.000-1.000,-1.000-1.000,1.000 1.000,0.000 0.000,-1.000 0.000,1.000 0.000,-1.000 0.000,1.000 0.000,-1.000 0.000,1.000-1.000,-1.000 1.000,0.000-1.000,0.000 0.000,1.000 1.000,-1.000-1.000,0.000 0.000,0.000 0.000,1.000 0.000,-1.000 0.000,0.000 0.000,0.000 0.000,0.000 0.000,0.000 0.000,1.000 0.000,-1.000 0.000,0.000 0.000,0.000 0.000,0.000 0.000,0.000 0.000,0.000 0.000,0.000 0.000,0.000 0.000,0.000 0.000,0.000 0.000,0.000 0.000,0.000 0.000,0.000 0.000,0.000 0.000,0.000-1.000,0.000 1.000,0.000 0.000,0.000 0.000,0.000 0.000,0.000 0.000,0.000 0.000,0.000 0.000,0.000 0.000,0.000 0.000,0.000 0.000,0.000 0.000,0.000 0.000,0.000 0.000,0.000 0.000,0.000-1.000,0.000 1.000,1.000-1.000,-1.000 0.000,0.000 0.000,1.000 0.000,-1.000-1.000,0.000 1.000,1.000-1.000,-1.000 0.000,1.000 0.000,0.000 0.000,-1.000 0.000,1.000 0.000,0.000 0.000,0.000 0.000,-1.000 1.000,1.000 0.000,-1.000 0.000,1.000 0.000,-1.000 0.000,0.000 0.000,1.000 0.000,-1.000 1.000,0.000-1.000,0.000 1.000,0.000-1.000,0.000 1.000,0.000-1.000,0.000 1.000,0.000 0.000,1.000-1.000,-1.000 1.000,0.000 0.000,0.000 0.000,0.000-1.000,0.000 1.000,0.000 0.000,0.000 0.000,0.000-1.000,0.000 1.000,0.000 0.000,0.000 0.000,0.000 0.000,0.000 0.000,0.000 0.000,0.000 0.000,0.000 0.000,0.000 0.000,0.000 0.000,0.000 0.000,0.000 0.000,0.000 0.000,0.000 0.000,0.000 0.000,0.000 0.000,0.000 0.000,0.000 0.000,0.000 0.000,0.000 0.000,0.000 0.000,0.000 0.000,0.000 0.000,0.000 0.000,0.000-1.000,0.000 1.000,0.000 0.000,0.000 0.000,0.000 0.000</inkml:trace>
</inkml:ink>
</file>

<file path=ppt/ink/ink5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9-26T09:33:47"/>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725.000 260.000,'-0.014'0.021,"-0.021"0.032,-0.024 0.036,-0.024 0.036,-0.022 0.033,-0.018 0.028,-0.015 0.023,-0.012 0.017,-0.009 0.013,-0.006 0.009,-0.004 0.006,-0.002 0.003,0.050-0.028,0.011 0.062,-0.011 0.078,-0.025 0.085,0.010 0.009,-0.002 0.069,-0.038 0.165,-0.029 0.078,-0.058 0.066,-0.076 0.055,-0.090 0.167,-0.007 0.034,0.141-0.345,-0.008 0.036,-0.098 0.323,0.021 0.038,-0.081 0.318,0.006-0.014,0.196-0.596,0.017-0.008,-0.031 0.156,-0.001 0.029,-0.064 0.359,0.030 0.049,0.041-0.107,-0.006 0.069,0.009 0.054,0.019 0.040,0.025 0.029,0.028 0.019,0.046-0.166,0.022 0.043,0.009 0.272,0.025 0.063,0.035-0.421,0.011 0.019,-0.002 0.955,0.021-0.026,0.015-0.954,0.005-0.040,0.007 0.788,0.006-0.089,-0.002-0.842,0.001-0.040,0.006 0.642,0.000-0.117,-0.003-0.404,-0.001-0.066,0.000 0.106,-0.001-0.013,-0.003-0.429,-0.001-0.004,0.000 0.277,-0.001-0.002,-0.001-0.278,0.000 0.002,0.000 0.565,-0.001-0.017,0.000-0.430,0.000-0.012,0.030 0.255,0.048-0.018,-0.013-0.385,0.008 0.022,0.046 0.451,0.000 0.019,-0.013-0.285,0.024-0.001,0.036 0.140,0.005-0.006,-0.005 0.013,-0.011 0.027,0.008 0.012,0.022 0.000,-0.042-0.284,-0.001 0.023,0.061 0.501,-0.019 0.007,-0.039-0.174,-0.020-0.023,-0.013-0.137,0.016 0.045,0.007 0.011,0.001-0.015,0.086 0.487,0.038-0.005,-0.075-0.523,-0.005-0.052,0.035 0.228,-0.024-0.060,-0.059-0.262,-0.017 0.042,-0.006 0.181,-0.021 0.022,-0.033-0.265,-0.010 0.053,0.008 0.949,-0.023 0.004,-0.016-0.094,-0.009-0.348,-0.005 0.014,-0.003-0.161,-0.002 0.043,-0.004 0.702,-0.001 0.066,0.003-0.646,0.000-0.002,0.000 0.212,0.001-0.011,0.001 0.006,0.001 0.019,0.001 0.003,0.001-0.009,0.001-0.438,0.000-0.001,0.024 0.434,0.040-0.004,0.025 0.011,0.014 0.021,0.019 0.222,-0.003-0.024,-0.043-0.665,-0.005-0.009,0.104 0.915,0.098 0.070,-0.080-0.903,0.031 0.001,0.246 1.139,-0.005-0.078,-0.223-1.132,-0.017-0.024,0.064 0.419,0.003 0.017,-0.079-0.446,-0.011-0.039,0.069 0.520,-0.037-0.098,-0.057-0.423,0.008-0.054,0.051 0.252,-0.015-0.075,-0.045-0.301,0.015 0.031,0.118 0.654,-0.021-0.032,-0.051-0.452,0.103 0.490,-0.021 0.000,-0.061-0.454,0.070 0.184,0.036 0.021,-0.079-0.334,-0.009-0.011,0.051 0.300,-0.038-0.039,-0.101-0.482,0.004-0.014,0.121 0.567,-0.026-0.048,-0.085-0.469,0.011-0.051,0.030 0.082,-0.011-0.030,0.005-0.066,0.016-0.088,0.031 0.032,-0.017-0.033,-0.051-0.047,0.014 0.210,-0.042-0.015,0.033 0.069,0.005 0.044,-0.013 0.025,-0.057-0.206,-0.018 0.012,0.004 0.241,-0.029 0.006,0.047 0.069,0.018 0.067,-0.001 0.061,-0.059-0.387,-0.009 0.008,0.025 0.145,0.024 0.004,-0.012-0.119,0.001 0.032,0.014 0.198,-0.012 0.053,-0.030-0.100,-0.013 0.073,0.007 0.456,-0.022 0.061,-0.039-0.581,-0.008-0.005,0.004 0.559,-0.014-0.055,-0.014-0.414,-0.006-0.043,-0.005 0.159,-0.005-0.127,-0.004-0.140,-0.003-0.142,-0.002-0.082,-0.001-0.115,0.002-0.292,0.000-0.031,0.022 0.103,0.040-0.030,0.000-0.124,0.010 0.017,0.120 0.429,0.067 0.076,-0.097-0.393,0.024 0.026,0.151 0.310,0.051 0.009,-0.109-0.291,0.020-0.007,0.219 0.351,-0.023-0.042,-0.172-0.285,-0.030-0.023,0.018 0.094,-0.052-0.044,-0.050-0.045,0.008 0.004,0.006-0.094,-0.072-0.170,-0.010-0.014,0.049 0.077,0.025 0.005,-0.026-0.075,0.027 0.013,0.111 0.085,0.045-0.025,-0.077-0.069,-0.007 0.035,0.068 0.089,0.050 0.034,-0.019-0.037,0.027 0.018,-0.041-0.037,0.017 0.035,0.260 0.283,0.066 0.032,-0.139-0.162,0.012 0.000,0.299 0.282,0.077 0.029,0.089 0.026,0.053-0.014,0.026-0.039,0.081-0.016,0.036 0.001,0.005 0.011,-0.052-0.020,-0.085-0.038,0.011 0.063,0.110 0.103,-0.023-0.033,0.010-0.061,0.061-0.012,-0.019-0.035,-0.068-0.047,-0.095-0.051,-0.105-0.050,-0.141-0.009,-0.116-0.056,-0.092-0.081,-0.150-0.167,-0.023-0.044,-0.023-0.031,-0.022-0.020,0.199 0.026,-0.086-0.077,0.034-0.007,0.028 0.001,0.117 0.053,0.081 0.040,0.051 0.030,0.191 0.079,0.084 0.029,-0.185-0.069,0.087 0.046,0.431 0.184,0.094 0.034,0.247 0.090,0.025-0.006,0.102-0.058,0.218-0.013,0.055-0.020,-0.054-0.023,0.028 0.013,0.005-0.038,-0.084-0.031,-0.135-0.024,-0.157-0.018,-0.160-0.013,-0.077-0.046,-0.091-0.026,-0.094-0.012,-0.015-0.039,-0.037-0.053,-0.048-0.058,-0.052-0.057,-0.051-0.052,0.028 0.028,0.002 0.004,-0.014-0.012,0.050 0.053,0.186 0.043,0.042-0.013,-0.318-0.089,0.159 0.009,0.025 0.005,-0.002 0.011,0.401 0.026,0.348-0.001,0.096-0.035,-0.091-0.049,0.329-0.023,0.079-0.033,-1.138-0.048,0.017-0.008,0.538-0.001,0.082-0.010,0.666-0.007,0.290-0.010,-0.116-0.007,-0.805-0.001,0.632-0.004,-0.229-0.001,-0.563 0.002,-0.073 0.001,-0.619 0.003,0.348-0.001,-0.075 0.001,-0.091 0.001,0.251-0.037,-0.067-0.057,-0.010-0.103,-0.315-0.016,0.008-0.053,0.148-0.096,-0.027-0.050,-0.457 0.121,0.012-0.019,0.863-0.301,0.106-0.087,0.003-0.078,-0.027-0.029,-0.043 0.004,-0.587 0.235,-0.040-0.020,0.278-0.188,-0.069 0.003,-0.353 0.183,-0.033 0.012,0.158-0.091,0.049-0.022,-0.277 0.169,0.036-0.002,1.026-0.463,0.011 0.002,0.031-0.044,-0.046-0.027,0.181-0.092,-0.209 0.115,0.008 0.002,0.228-0.110,0.164-0.054,-0.112 0.098,-0.280 0.156,0.142-0.056,-0.045 0.023,-0.217 0.098,-0.424 0.197,-0.057 0.024,0.098-0.081,-0.079-0.015,-0.357 0.170,-0.036 0.005,0.448-0.418,-0.247 0.069,-0.085-0.030,-0.102-0.004,0.136-0.228,-0.025-0.001,-0.025 0.050,0.050-0.105,0.057-0.049,0.058-0.010,-0.515 0.527,-0.012-0.001,0.487-0.575,-0.022-0.047,-0.029-0.148,0.079-0.265,-0.046-0.039,-0.149 0.064,-0.160 0.142,-0.060-0.016,-0.118 0.160,-0.036 0.022,-0.042 0.054,-0.045 0.074,-0.037 0.046,-0.029 0.023,0.039-0.122,-0.024 0.050,0.001-0.230,-0.222 0.618,0.016-0.027,0.240-0.721,-0.037 0.015,-0.107 0.220,-0.061 0.062,0.037-0.296,0.000-0.215,-0.062 0.057,-0.016 0.189,-0.077 0.408,-0.019 0.095,-0.025 0.108,0.084-0.364,0.026-0.223,-0.032-0.034,-0.065 0.041,0.032-0.172,0.001-0.049,-0.019 0.033,-0.049 0.192,-0.028-0.016,-0.070 0.568,-0.013 0.013,0.031-0.818,-0.036 0.177,-0.031 0.225,-0.018-0.142,-0.017-0.027,-0.011 0.091,-0.007 0.074,-0.004 0.088,-0.001 0.056,-0.001 0.043,0.000 0.051,0.001 0.052,0.002 0.161,0.001 0.030,-0.073-0.160,-0.041-0.016,-0.017 0.004,-0.038 0.054,-0.048 0.082,0.070 0.445,-0.024 0.006,-0.156-0.496,0.025 0.129,-0.014 0.004,-0.011 0.020,0.019 0.098,-0.005 0.027,-0.005 0.027,-0.136-0.259,0.075 0.207,-0.010 0.005,-0.004 0.012,0.108 0.183,-0.236-0.644,0.005-0.034,0.014-0.092,0.096 0.233,0.000-0.012,0.003 0.017,-0.023-0.122,0.044 0.036,0.023 0.011,0.007-0.007,0.013 0.103,0.071 0.267,-0.018-0.035,-0.057-0.231,0.006-0.087,-0.110-0.384,-0.051-0.024,-0.063 0.020,-0.102-0.408,-0.064-0.321,0.022-0.038,-0.020-0.065,0.043 0.098,-0.009-0.108,-0.034-0.404,-0.029-0.054,-0.073-0.002,0.324 1.214,-0.006 0.036,-0.237-0.801,0.058 0.059,0.166 0.581,-0.008 0.024,-0.201-0.759,0.072 0.059,0.095 0.003,0.163 0.578,0.039 0.097,0.029 0.109,-0.101-0.333,-0.015 0.144,-0.013 0.161,0.026 0.086,0.069 0.298,0.024 0.156,0.022 0.164,0.019 0.159,0.116 0.361,0.016 0.047,-0.028-0.100,0.031 0.051,0.026 0.116,-0.009 0.051,-0.023-0.033,0.007-0.013,-0.083-0.184,-0.034-0.005,-0.043 0.099,-0.020-0.008,0.013-0.040,-0.041-0.058,-0.035-0.065,-0.029-0.065,0.168 0.279,-0.012-0.031,-0.270-0.513,0.011 0.070,-0.068-0.030,-0.068-0.003,0.192 0.300,-0.014-0.010,-0.307-0.351,-0.048 0.028,-0.220-0.309,-0.153-0.256,0.038-0.023,0.068 0.104,0.214 0.306,-0.012 0.014,-0.190-0.184,-0.104-0.063,0.114 0.144,0.013 0.003,0.128 0.171,-0.025 0.013,-0.019 0.013,-0.014 0.012,-0.531-0.470,-0.093-0.006,-0.086-0.111,-0.001-0.023,0.053 0.035,0.701 0.682,0.023 0.019,-0.589-0.554,0.070 0.120,0.369 0.365,0.081 0.088,0.059 0.059,-0.285-0.167,0.068 0.186,0.283 0.189,0.070-0.026,-0.120-0.121,0.015-0.044,0.041-0.039,0.190 0.179,-0.006 0.011,0.075 0.082,-0.023-0.018,-0.207-0.194,0.008 0.010,0.093 0.087,-0.013-0.015,-0.298-0.222,-0.135-0.099,0.228 0.207,0.020 0.020,0.044 0.038,-0.333-0.246,0.219 0.192,-0.021-0.019,-0.319-0.248,-0.045-0.011,0.284 0.251,0.007 0.036,-0.187-0.082,-0.072 0.011,-0.259-0.172,-0.233-0.200,-0.008-0.074,0.085 0.113,0.339 0.257,-0.017 0.005,-0.427-0.242,0.030 0.056,0.083 0.086,0.770 0.470,0.056 0.031,-0.357-0.234,0.134 0.059,0.228 0.136,0.082 0.051,0.069 0.047,-0.140-0.040,0.154 0.138,0.057 0.080,0.100 0.098,-0.059 0.013,0.086 0.038,0.097 0.022,0.098 0.010,0.045-0.009,0.077 0.015,0.055 0.014,0.037 0.013,0.023 0.011,0.012 0.009,0.004 0.007,-0.001 0.005,-0.004 0.003,-0.005 0.002,-0.020 0.007,-0.107-0.032,-0.101-0.034,-0.179-0.067,-0.442-0.164,-0.215-0.074,-0.161-0.052,-0.115-0.034,0.417 0.174,-0.132-0.010,-0.392-0.098,-0.172-0.044,-1.119-0.401,0.528 0.142,0.027-0.010,0.083 0.015,-0.163-0.068,0.137 0.041,0.815 0.289,0.025 0.017,-0.884-0.261,0.068 0.060,0.333 0.133,0.355 0.130,0.338 0.117,0.299 0.099,0.249 0.080,0.197 0.061,0.149 0.044,0.106 0.030,0.071 0.019,0.044 0.011,0.023 0.005,0.009 0.000,-0.001-0.002,-0.007-0.003,-0.010-0.004,-0.011-0.004,-0.011-0.004,-0.009-0.003,-0.008-0.003,-0.006-0.002,-0.005-0.001,-0.003-0.001,-0.124-0.001,-0.213 0.000,-0.032 0.000,-0.141 0.000,-0.115 0.000,-0.092 0.000,-0.070 0.000,-0.542 0.000,0.504 0.000,-0.115 0.000,-0.752 0.000,-0.081 0.000,0.649 0.000,0.008 0.000,-0.783 0.000,0.164 0.000,0.094 0.000,0.339 0.000,0.334 0.000,0.301 0.000,0.253 0.000,0.202 0.000,0.153 0.000,0.110 0.000,0.074 0.000,0.045 0.000,0.024 0.000,0.009 0.000,0.000 0.000,-0.006 0.000,-0.009 0.000,-0.010 0.000,-0.010 0.000,-0.009 0.000,-0.007 0.000,-0.006 0.000,-0.004 0.000,-0.003 0.000,-0.002 0.000,-0.001 0.000,-0.001 0.000,0.000 0.000,0.000 0.000,0.000 0.000,0.000 0.000,0.000 0.000,-0.215 0.000,0.016 0.000,-0.099 0.000,-0.486 0.000,-0.183 0.000,0.125 0.024,-0.059 0.039,-0.378 0.128,-0.143 0.058,-0.132 0.019,0.008-0.008,0.097-0.024,0.147-0.033,0.120-0.020,0.240-0.031,0.230-0.025,0.205-0.020,0.171-0.015,0.136-0.010,0.103-0.007,0.074-0.004,0.050-0.002,0.031-0.001,0.017 0.000,0.007 0.001,0.000 0.001,-0.053-0.010,-0.078-0.008,-0.090-0.009,-0.091-0.009,-0.085-0.008,-0.075-0.007,-0.063-0.006,-0.051-0.005,0.007 0.070,-0.030 0.039,-0.052 0.016,-0.283 0.074,-0.152 0.032,-0.057 0.003,-0.029-0.016,0.028 0.010,0.062 0.026,0.150-0.020,0.089-0.017,0.089-0.026,0.009-0.005,0.143-0.043,0.130-0.039,0.111-0.034,0.090-0.027,0.069-0.021,0.050-0.015,0.034-0.011,0.021-0.007,0.012-0.004,0.005-0.002,0.001 0.000,-0.002 0.001,-0.004 0.001,-0.004 0.001,-0.049 0.038,-0.082 0.059,-0.095 0.068,-0.096 0.068,-0.091 0.046,-0.030-0.004,-0.005-0.025,0.045-0.034,-0.055 0.020,-0.131 0.043,0.003-0.023,0.027-0.035,0.076-0.044,0.071-0.037,0.074-0.034,0.071-0.029,0.063-0.024,0.053-0.019,0.042-0.014,0.033-0.010,0.024-0.007,0.016-0.004,0.010-0.002,0.006-0.001,-0.004 0.005,-0.003 0.009,-0.005 0.010,-0.006 0.010,-0.006 0.009,-0.005 0.007,-0.005 0.006,-0.004 0.005,-0.003 0.003,-0.002 0.002,-0.001 0.001,-0.001 0.001,0.000 0.000,0.000 0.000,0.000 0.000,0.000 0.000,0.000 0.000,0.000 0.000,0.000 0.000,0.000 0.000,0.000 0.000,0.000 0.000,0.000 0.000,0.000 0.000,0.000 0.000,0.000 0.000,0.000 0.000,0.000 0.000,0.000 0.000,0.000 0.000,0.000 0.000,0.000 0.000,0.000 0.000,0.000 0.000,0.000 0.000,0.018 0.011,-0.013 0.039,-0.017 0.048,-0.018 0.052,-0.253 0.145,-0.153 0.043,-0.094-0.001,0.089-0.082,-0.034-0.001,-0.027 0.000,-0.213 0.128,-0.144 0.089,-0.039 0.025,0.129-0.079,0.070-0.053,0.086-0.065,0.090-0.068,0.063-0.048,0.125-0.066,0.114-0.054,0.097-0.042,0.079-0.031,0.060-0.022,0.044-0.014,0.030-0.008,0.019-0.004,0.011-0.001,0.005 0.001,0.001 0.002,-0.002 0.002,-0.003 0.002,-0.004 0.002,-0.004 0.002,-0.003 0.002,-0.003 0.001,-0.002 0.001,-0.002 0.001,-0.001 0.000,-0.001 0.000,-0.001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0.000,-0.035 0.000</inkml:trace>
</inkml:ink>
</file>

<file path=ppt/ink/ink5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9-26T09:33:47"/>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893.000 212.000,'-0.004'-0.011,"-0.006"-0.017,-0.006-0.019,-0.006-0.019,-0.006-0.017,-0.005-0.014,-0.004-0.012,-0.003-0.009,-0.002-0.006,-0.001-0.004,-0.001-0.003,0.000-0.001,0.000-0.001,0.000 0.000,0.000 0.000,0.000 0.001,0.000 0.001,0.000 0.001,0.000 0.001,0.000 0.000,0.000 0.000,0.000 0.000,0.000 0.000,0.011-0.003,0.003-0.050,0.004-0.061,0.002-0.112,0.005-0.058,0.022 0.137,0.025-0.042,0.086-0.215,0.072-0.005,-0.019 0.119,0.011-0.003,0.154-0.229,0.025-0.001,-0.010 0.029,-0.032 0.046,-0.044 0.054,-0.009 0.020,-0.010 0.048,0.000 0.040,-0.010 0.054,0.011 0.020,0.013 0.013,-0.006 0.050,0.012 0.037,0.012 0.040,0.081-0.026,0.030-0.018,0.024 0.031,0.155 0.022,0.171-0.030,0.047-0.031,-0.033 0.026,0.006 0.019,-0.016 0.027,-0.028 0.031,-0.034 0.031,0.001 0.029,0.008-0.023,-0.098-0.043,-0.074 0.004,-0.014 0.005,-0.010 0.014,0.031 0.019,0.030 0.021,0.027 0.020,0.023 0.018,0.007 0.016,-0.004 0.013,0.014 0.010,-0.041 0.009,-0.046 0.006,-0.069 0.010,-0.074 0.012,-0.072 0.012,-0.065 0.011,-0.055 0.010,-0.045 0.008,-0.034 0.006,-0.025 0.005,-0.017 0.003,-0.011 0.002,-0.006 0.001,-0.003 0.001,0.000 0.000,0.106 0.013,0.187 0.041,0.115 0.048,0.158 0.083,0.057 0.021,0.149 0.048,0.634 0.229,0.179 0.050,0.214 0.134,-0.718-0.274,0.017 0.020,0.953 0.419,-0.152-0.076,-0.315-0.136,-0.291-0.121,-0.292-0.118,-0.269-0.107,-0.232-0.091,-0.190-0.074,-0.148-0.057,-0.110-0.042,-0.078-0.029,-0.051-0.019,-0.030-0.011,-0.015-0.005,-0.004-0.001,0.003 0.002,0.007 0.003,0.009 0.004,0.009 0.004,0.009 0.003,0.008 0.003,0.007 0.143,0.005 0.116,0.004 0.089,0.003 0.102,0.002 0.102,0.001 0.169,0.001 0.125,-0.036 0.015,-0.058-0.057,-0.030 0.048,-0.047 0.002,-0.054-0.028,0.083-0.364,-0.001-0.013,-0.073 0.239,0.018-0.049,0.025-0.055,0.018-0.092,-0.006-0.044,-0.014-0.039,-0.036-0.009,-0.037-0.014,-0.019-0.012,-0.023 0.017,-0.018 0.024,-0.078 0.059,-0.028-0.046,-0.061 0.010,-0.041 0.044,-0.025 0.063,0.014-0.032,-0.055 0.015,-0.142 0.108,0.004 0.015,0.056-0.005,0.283-0.283,0.010-0.002,-0.260 0.304,0.043-0.039,0.048-0.052,0.085-0.112,0.051-0.085,0.048-0.085,0.042-0.079,0.036-0.070,0.035-0.021,0.005 0.027,-0.003 0.048,0.079-0.066,-0.015 0.024,-0.216 0.213,-0.050-0.009,0.087-0.071,0.025 0.011,-0.020 0.060,0.065-0.046,0.065-0.058,0.059-0.061,0.050-0.057,0.040-0.049,0.031-0.040,0.022-0.031,0.015-0.023,0.009-0.016,0.005-0.010,0.002-0.006,0.000-0.003,-0.001-0.001,-0.002 0.001,-0.002 0.001,-0.002 0.002,-0.002 0.002,-0.001 0.002,-0.001 0.001,-0.001 0.001,-0.001 0.001,0.000 0.001,0.000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0.036,0.000 0.064,0.000 0.078,0.000 0.084,0.000 0.146,0.000 0.068,0.000 0.154,0.000-0.227,0.000 0.027,0.000 0.360,0.000 0.018,0.000-0.013,0.000-0.031,0.000 0.070,0.000 0.019,0.000-0.015,0.000 0.001,0.000-0.195,0.000-0.033,0.000-0.037,0.000 0.122,0.000-0.120,0.000-0.122,0.000-0.112,0.000-0.096,0.000-0.078,0.000-0.060,0.000-0.044,0.000-0.030,0.000-0.019,0.000-0.011,0.000-0.005,0.000-0.001,0.000 0.002,0.000 0.003,0.000 0.004,0.000 0.004,0.000 0.003,0.000 0.003,0.000 0.002,0.000 0.002,0.000 0.001,0.000 0.001,0.000 0.001,0.000 0.000,0.000 0.000,0.000 0.036,0.000 0.058,0.000 0.066,0.000 0.065,0.000-0.094,0.000 0.024,0.000 0.113,0.000 0.043,0.000-0.015,0.000 0.028,0.000 0.196,0.000 0.009,0.000-0.012,0.000 1.000</inkml:trace>
</inkml:ink>
</file>

<file path=ppt/ink/ink5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9-26T09:33:47"/>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919.000 284.000,'-0.007'-0.020,"-0.010"-0.031,-0.011-0.034,-0.011-0.034,-0.010-0.030,-0.008-0.026,-0.007-0.020,-0.005-0.015,-0.004-0.011,-0.003-0.008,-0.002-0.005,-0.001-0.003,0.000-0.001,0.015 0.017,0.008-0.020,0.009-0.024,0.009-0.025,0.009-0.024,0.007-0.044,0.007-0.030,0.006-0.028,0.004-0.024,0.003 0.002,0.002 0.019,0.001 0.028,0.001 0.032,0.000 0.032,0.017 0.022,0.026 0.025,0.030 0.020,0.030 0.015,0.028 0.011,0.024 0.008,0.020 0.005,0.016 0.003,0.012 0.001,0.008 0.007,-0.025 0.038,-0.032 0.043,-0.034 0.042,-0.031 0.037,-0.027 0.031,-0.022 0.025,-0.017 0.019,-0.013 0.013,-0.009 0.009,-0.006 0.005,-0.003 0.003,-0.002 0.001,0.000 0.000,0.000-0.001,0.001-0.001,0.001-0.001,0.001-0.001,0.001-0.001,0.001-0.001,0.001-0.001,0.000-0.001,0.000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0.028,0.000 0.052,0.000 0.061,0.000 0.062,0.000 1.000</inkml:trace>
</inkml:ink>
</file>

<file path=ppt/ink/ink5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9-24T09:25:23"/>
    </inkml:context>
    <inkml:brush xml:id="br0">
      <inkml:brushProperty name="width" value="0.09701" units="cm"/>
      <inkml:brushProperty name="height" value="0.09701" units="cm"/>
      <inkml:brushProperty name="color" value="#ff0000"/>
    </inkml:brush>
  </inkml:definitions>
  <inkml:trace contextRef="#ctx0" brushRef="#br0">166.000 588.000,'-5.000'0.000,"1.000"0.000,-1.000 0.000,1.000 0.000,-2.000 0.000,0.000 0.000,1.000 0.000,1.000 0.000,0.000 0.000,3.000 3.000,1.000 0.000,-1.000 1.000,1.000-1.000,-1.000 1.000,1.000-1.000,0.000 0.000,0.000 0.000,0.000 0.000,0.000 1.000,0.000 0.000,0.000-1.000,0.000 0.000,0.000 1.000,1.000 1.000,-1.000-2.000,0.000 0.000,0.000 0.000,0.000 0.000,0.000 0.000,-6.000 0.000,3.000-2.000,-2.000-1.000,2.000 1.000,0.000 0.000,0.000 0.000,-1.000 0.000,1.000 1.000,0.000-2.000,2.000 3.000,1.000 0.000,5.000 0.000,-2.000-3.000,0.000 1.000,0.000 0.000,2.000 1.000,-2.000-1.000,1.000 0.000,0.000 0.000,-1.000 0.000,0.000 4.000,-3.000 0.000,0.000-2.000,0.000 2.000,-1.000-1.000,1.000 2.000,0.000-2.000,-1.000 2.000,0.000-3.000,1.000 0.000,0.000 0.000,0.000 1.000,0.000-1.000,0.000 0.000,1.000 2.000,-1.000-2.000,1.000 0.000,1.000 0.000,0.000 0.000,0.000 0.000,0.000 0.000,2.000 0.000,0.000-1.000,1.000 0.000,-1.000 1.000,1.000 0.000,1.000 0.000,-2.000-1.000,-1.000 1.000,1.000-1.000,0.000 0.000,0.000 0.000,-1.000 0.000,0.000 0.000,0.000 0.000,0.000-1.000,0.000 1.000,1.000 0.000</inkml:trace>
</inkml:ink>
</file>

<file path=ppt/ink/ink5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09-24T15:15:41"/>
    </inkml:context>
    <inkml:brush xml:id="br0">
      <inkml:brushProperty name="width" value="0.09701" units="cm"/>
      <inkml:brushProperty name="height" value="0.09701" units="cm"/>
      <inkml:brushProperty name="color" value="#ff0000"/>
    </inkml:brush>
  </inkml:definitions>
  <inkml:trace contextRef="#ctx0" brushRef="#br0">230.000 200.000,'0.000'0.000,"0.000"0.000,0.000 0.000,0.000 0.000,1.000 0.000,0.000 1.000,-1.000-1.000,1.000 0.000,0.000 1.000,0.000 0.000,0.000 0.000,0.000 0.000,-1.000 0.000,0.000-1.000,1.000 1.000,0.000 1.000,0.000-1.000,1.000 1.000,0.000 0.000,-1.000 0.000,0.000-1.000,1.000 1.000,0.000 1.000,0.000-1.000,-2.000-1.000,2.000 1.000,0.000 0.000,0.000 0.000,-2.000-2.000,2.000 2.000,-1.000-1.000,1.000 0.000,-2.000 0.000,1.000-1.000,0.000 1.000,0.000-1.000,-1.000 1.000,1.000-1.000,-1.000 0.000,0.000 0.000,0.000 0.000,1.000 0.000,-1.000-1.000,0.000 1.000,0.000 0.000,0.000 0.000,0.000 0.000,0.000 0.000,0.000 0.000,1.000-1.000,0.000 1.000,0.000-1.000,1.000 0.000,-1.000 0.000,1.000 0.000,0.000 0.000,0.000 0.000,-1.000 1.000,1.000-1.000,1.000 0.000,0.000 0.000,-1.000-1.000,0.000 1.000,1.000 0.000,-1.000-1.000,0.000 1.000,-1.000 0.000,1.000 0.000,-1.000 0.000,0.000 0.000,0.000 0.000,1.000 1.000,-1.000-1.000,0.000 0.000,0.000 1.000,0.000-1.000,0.000 0.000,0.000 1.000,0.000-1.000,-1.000 1.000,1.000 0.000,-1.000 0.000,1.000-1.000,-1.000 1.000,0.000 0.000,0.000 0.000,0.000 0.000,0.000 0.000,1.000 1.000,-1.000-1.000,0.000 0.000,1.000 0.000,-1.000 0.000,1.000 1.000,-1.000-1.000,1.000 1.000,0.000-1.000,1.000 1.000,-1.000-1.000,0.000 1.000,0.000-1.000,-1.000 0.000,1.000 1.000,-1.000-1.000,1.000 0.000,-1.000 1.000,1.000-1.000,-1.000 0.000,1.000 0.000,-1.000 1.000,0.000-1.000,1.000 0.000,-1.000 0.000,0.000 0.000,0.000 0.000,1.000 0.000,-1.000 0.000,1.000 0.000,0.000 0.000,0.000 0.000,1.000 0.000,1.000-1.000,0.000 1.000,0.000 0.000,0.000-1.000,1.000 1.000,0.000-1.000,-4.000 1.000,5.000-1.000,0.000 0.000,-1.000-1.000,2.000 1.000,0.000-1.000,0.000 0.000,-1.000 0.000,-4.000 2.000,3.000-2.000,1.000 0.000,-1.000 0.000,-1.000 0.000,1.000 1.000,-1.000 0.000,-3.000 0.000,5.000-1.000,-1.000 1.000,0.000-1.000,0.000 1.000,-1.000 0.000,-1.000 0.000,0.000 1.000,-1.000 0.000,0.000-1.000,-1.000 1.000,1.000 0.000,-1.000 0.000,0.000 1.000,1.000-1.000,-1.000 0.000,0.000 0.000,1.000 1.000,0.000-1.000,0.000 0.000,0.000 1.000,-1.000-1.000,2.000 1.000,1.000 0.000,-1.000 0.000,0.000 1.000,0.000-1.000,1.000 0.000,0.000 1.000,-1.000 0.000,1.000-1.000,-2.000 0.000,1.000 0.000,1.000 0.000,-1.000 0.000,0.000 0.000,-1.000 0.000,1.000-1.000,0.000 1.000,0.000 0.000,-1.000-1.000,0.000 0.000,1.000 1.000,-1.000-1.000,0.000 0.000,0.000 0.000,1.000 0.000,-2.000 0.000,2.000 0.000,-1.000 0.000,1.000-1.000,0.000 1.000,0.000-1.000,0.000 1.000,0.000-1.000,1.000 1.000,0.000-1.000,0.000 0.000,-1.000 0.000,1.000 1.000,0.000-1.000,-3.000 1.000,3.000-1.000,-1.000 1.000,0.000-1.000,0.000 1.000,0.000-1.000,-1.000 1.000,0.000 0.000,-1.000 0.000,2.000 0.000,-1.000 0.000,1.000 0.000,-2.000 0.000,1.000 0.000,0.000 0.000,0.000 1.000,1.000 0.000,-1.000 0.000,0.000 0.000,1.000 0.000,-1.000 0.000,1.000 0.000,0.000 0.000,-1.000 0.000,0.000-1.000,1.000 2.000,0.000-1.000,0.000 0.000,0.000 1.000,2.000 0.000,-1.000-1.000,1.000 1.000,0.000 0.000,0.000-1.000,0.000 1.000,-3.000-2.000,2.000 1.000,1.000 0.000,-1.000-1.000,0.000 1.000,1.000-1.000,0.000 1.000,0.000-1.000,-1.000 0.000,2.000-1.000,-2.000 1.000,2.000-1.000,-1.000 0.000,0.000 1.000,0.000-1.000,1.000-1.000,0.000 1.000,-1.000 1.000,0.000-1.000,-1.000 0.000,-2.000 1.000,2.000 0.000,-1.000 0.000,1.000-1.000,-3.000 1.000,2.000 0.000,-1.000 0.000,0.000 0.000,0.000 0.000,-1.000 0.000,1.000 0.000,-1.000 0.000,1.000 0.000,-1.000 0.000,0.000 0.000,0.000 0.000,1.000 1.000,1.000-1.000,-1.000 0.000,1.000 1.000,0.000-1.000,0.000 0.000,0.000 1.000,1.000-1.000,0.000 1.000,1.000 0.000,0.000-1.000,0.000 1.000,0.000-1.000,0.000 1.000,0.000-1.000,-3.000 0.000,4.000 1.000,0.000-1.000,0.000 1.000,0.000-1.000,-1.000 0.000,1.000 0.000,-1.000 0.000,0.000 1.000,-1.000-1.000,0.000 0.000,-1.000-1.000,0.000 1.000,0.000 0.000,0.000 0.000,-1.000 0.000,1.000 0.000,-1.000 0.000</inkml:trace>
</inkml:ink>
</file>

<file path=ppt/ink/ink5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9-29T21:35:16"/>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457.000 785.000,'-0.002'0.007,"-0.003"0.010,-0.004 0.011,-0.004 0.011,-0.003 0.010,-0.003 0.008,-0.002 0.007,-0.002 0.005,-0.001 0.004,-0.001 0.002,-0.001 0.001,0.000 0.001,0.000 0.000,0.000 0.000,0.000 0.000,0.000 0.000,0.000 0.000,0.000 0.000,0.000 0.000,0.000 0.000,0.000 0.000,0.000 0.000,0.000 0.000,0.000 0.000,0.000 0.000,0.000 0.000,0.000 0.000,0.000 0.000,0.000 0.000,0.000 0.000,0.000 0.000,0.000 0.000,0.000 0.000,0.000 0.000,0.000 0.000,0.000 0.000,0.000 0.000,0.000 0.000,0.000 0.000,0.000 0.000,-0.030 0.036,-0.058 0.084,-0.071 0.103,-0.116 0.155,-0.071 0.073,-0.018 0.082,-0.020 0.044,-0.019 0.017,0.098-0.135,0.024-0.002,0.008 0.020,-0.004 0.036,0.069-0.148,-0.012-0.013,-0.130 0.195,0.018-0.019,0.082-0.128,-0.007 0.024,0.031-0.058,-0.014 0.012,-0.095 0.169,0.012 0.008,-0.042 0.078,-0.005-0.013,0.020-0.020,0.036-0.024,0.084-0.160,-0.002-0.011,-0.010-0.008,-0.016-0.005,-0.043 0.064,0.014-0.004,0.025-0.004,0.031-0.004,-0.019 0.031,-0.004-0.056,-0.020-0.011,0.034-0.078,0.042-0.072,0.044-0.063,0.042-0.052,0.037-0.041,0.031-0.031,0.025-0.022,0.019-0.015,0.014 0.041,0.010 0.066,0.007 0.078,-0.017-0.003,-0.029 0.057,-0.036 0.057,-0.049 0.147,-0.009 0.014,0.006-0.011,0.040-0.145,0.010 0.000,-0.008 0.111,0.019-0.057,0.017-0.069,0.015-0.071,0.012-0.066,0.009-0.057,0.007-0.047,0.005-0.036,0.003-0.027,0.002-0.019,0.001-0.012,0.000-0.007,0.000-0.004,0.000-0.001,-0.001 0.001,-0.001 0.002,-0.001 0.067,0.000 0.110,-0.001 0.012,0.000 0.106,0.000 0.239,0.000 0.090,0.000 0.269,0.000 0.077,0.000-0.450,0.000 0.304,0.000-0.009,0.000 0.172,0.000-0.202,0.000-0.012,0.000 0.073,0.000-0.044,0.000-0.202,0.000 0.003,0.000 0.303,0.000-0.054,0.000-0.074,0.000-0.080,0.000-0.078,0.000-0.096,0.000-0.063,0.000-0.053,0.000 0.006,0.000-0.041,0.000 0.008,0.000-0.090,0.000 0.010,0.030 0.151,0.048 0.064,0.082 0.174,0.056 0.036,0.044 0.013,-0.069-0.279,0.026-0.006,0.082 0.137,-0.005-0.014,-0.060-0.150,0.014-0.007,0.145 0.260,-0.033-0.027,-0.166-0.331,0.006-0.005,0.206 0.209,-0.071-0.135,-0.008-0.011,-0.021 0.019,-0.030 0.039,-0.011 0.028,0.003 0.019,0.080 0.112,0.070 0.051,-0.062-0.142,0.029 0.008,0.218 0.251,0.026-0.019,-0.186-0.257,0.004-0.014,0.063 0.037,-0.009-0.054,-0.015-0.063,0.014 0.028,0.108 0.098,0.019-0.003,0.015-0.018,-0.091-0.090,-0.002-0.006,-0.004-0.002,-0.005 0.000,-0.006 0.002,-0.006 0.004,-0.006 0.004,-0.005 0.005,0.019 0.005,0.035 0.005,0.176 0.137,-0.063-0.038,-0.095-0.050,-0.107-0.054,0.467 0.000</inkml:trace>
</inkml:ink>
</file>

<file path=ppt/ink/ink5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9-29T21:35:16"/>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1754.000 798.000,'0.035'0.023,"0.054"0.036,0.062 0.041,0.061 0.041,0.056 0.037,0.048 0.032,0.039 0.026,-0.128-0.063,0.040 0.066,0.392 0.394,0.236 0.215,-0.287-0.285,0.079 0.054,0.852 0.688,0.166 0.079,-0.587-0.497,0.039 0.008,0.196 0.141,0.005 0.008,-0.162-0.109,0.017 0.036,0.005 0.028,-0.004 0.021,0.461 0.467,-0.124-0.016,-0.677-0.617,-0.054-0.032,-0.051-0.034,-0.047-0.034,0.384 0.451,-0.202-0.169,-0.200-0.177,-0.182-0.167,-0.156-0.147,-0.127-0.122,-0.098-0.129,-0.028-0.019,-0.012-0.001,-0.001 0.011,-0.011 0.000,-0.008 0.022,-0.009 0.025,-0.010 0.026,-0.016-0.025,-0.008 0.020,0.004 0.218,-0.014 0.001,-0.011-0.019,-0.009-0.147,-0.004-0.002,-0.003 0.054,-0.003 0.005,-0.001-0.138,-0.001 0.030,-0.001 0.167,0.000 0.034,0.000 0.082,0.000-0.015,0.000-0.032,0.000-0.042,0.001-0.123,0.000 0.020,-0.013-0.025,-0.023 0.059,-0.048 0.144,-0.046 0.043,-0.116 0.294,-0.068 0.102,0.054-0.215,-0.003 0.003,-0.093 0.256,-0.020 0.002,0.117-0.386,-0.014-0.018,-0.145 0.309,0.020-0.061,0.050-0.160,-0.003-0.052,-0.019-0.022,0.009-0.072,0.012-0.071,0.014-0.067,0.078-0.122,0.023-0.020,0.053-0.060,0.020-0.001,-0.035 0.118,0.008 0.023,-0.001 0.026,-0.039 0.091,-0.002-0.024,-0.033 0.034,-0.130 0.231,-0.043 0.057,0.023-0.106,-0.022-0.043,-0.019-0.041,-0.015-0.037,-0.045 0.038,0.041-0.039,-0.009 0.016,0.040-0.058,0.034-0.056,0.042-0.050,0.064-0.068,0.064-0.062,0.059-0.054,0.052-0.045,0.043-0.035,0.010 0.005,-0.014 0.040,-0.027 0.055,-0.030 0.011,-0.040 0.007,-0.040-0.005,-0.038-0.013,-0.034-0.017,-1.258 0.000</inkml:trace>
</inkml:ink>
</file>

<file path=ppt/ink/ink6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9-29T21:35:16"/>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457.000 876.000,'-0.009'0.036,"-0.014"0.055,-0.016 0.063,-0.016 0.063,-0.014 0.057,-0.012 0.050,-0.010 0.041,-0.008 0.032,-0.006 0.024,0.019-0.111,-0.027 0.046,-0.061 0.126,-0.047 0.078,0.029-0.083,-0.029 0.071,-0.178 0.426,-0.052 0.105,0.077-0.199,-0.022 0.034,-0.083 0.168,-0.020 0.023,-0.061 0.059,-0.088 0.081,-0.151 0.214,-0.030 0.013,0.201-0.357,0.036-0.044,-0.119 0.246,0.046-0.059,0.030-0.034,0.056-0.089,0.053-0.089,0.074-0.125,0.073-0.118,0.072-0.117,0.067-0.108,0.060-0.096,0.046-0.118,0.007-0.041,-0.005-0.028,0.003 0.013,-0.033 0.150,0.023 0.025,0.061-0.150,0.011 0.043,0.004 0.109,0.013 0.048,0.011 0.041,0.009 0.065,0.009 0.013,0.007 0.001,0.006-0.007,0.005 0.096,0.004-0.029,0.000-0.296,0.001-0.007,0.002 0.153,0.000 0.033,0.030 0.129,0.048 0.053,0.036-0.047,0.050 0.041,-0.013-0.183,0.032 0.005,0.168 0.328,0.059 0.027,-0.118-0.332,0.021-0.030,0.177 0.235,-0.017-0.058,-0.085-0.128,-0.041-0.037,-0.061-0.098,-0.005-0.018,-0.014-0.013,-0.020-0.008,0.028 0.060,0.005-0.005,0.013-0.004,0.019-0.004,0.103 0.150,-0.036-0.039,-0.055-0.048,-0.010 0.025,0.004 0.040,0.023-0.011,-0.064-0.111,-0.010 0.009,-0.066-0.127,0.010 0.005,0.185 0.285,0.034-0.002,-0.117-0.230,0.016-0.035,0.236 0.181,0.021-0.044,0.061-0.039,0.062 0.080,0.024 0.117,-0.204-0.185,0.030 0.021,0.038 0.032,0.043 0.039,0.045 0.025,0.045 0.013,0.365 0.291,-0.011-0.027,-0.014-0.085,-0.149-0.178,-0.053-0.103,0.048-0.028,-0.156-0.122,-0.161-0.101,-0.150-0.079,-0.131-0.059,-0.107-0.042,-0.084-0.028,-0.062-0.017,-0.044-0.008,-0.029-0.003,-0.012-0.019,0.001-0.030,0.009-0.033,0.012-0.031,0.013-0.028,0.013-0.023,0.011-0.018,0.009-0.014,0.007-0.010,0.006-0.006,0.004-0.004,0.003-0.002,0.002-0.001,0.001 0.000,0.000 0.001,0.000 0.001,0.000 0.001,0.000 0.001,0.000 0.001,0.000 0.001,0.000 0.000,0.000 0.000,0.000 0.000,0.000 0.000,0.000 0.000,0.000 0.000,0.000 0.000,0.000 0.000,0.000-0.048,0.035-0.148,0.043-0.207,0.047-0.240,1.523-6.000</inkml:trace>
</inkml:ink>
</file>

<file path=ppt/ink/ink6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9-29T21:35:16"/>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1774.000 884.000,'0.026'0.016,"0.040"0.024,0.045 0.027,0.045 0.027,0.041 0.024,0.035 0.021,0.028 0.017,0.022 0.013,0.016 0.010,0.011 0.007,0.007 0.004,0.004 0.003,0.002 0.001,0.000 0.000,-0.001 0.000,-0.001-0.001,0.051 0.018,0.165 0.079,-0.104-0.041,0.087 0.077,0.341 0.248,0.150 0.119,-0.193-0.118,0.052 0.055,0.368 0.281,0.044 0.031,-0.005 0.001,-0.040-0.020,-0.063-0.011,-0.077-0.003,0.254 0.300,-0.170-0.088,-0.205-0.228,-0.098-0.073,-0.090-0.033,-0.231-0.161,-0.079 0.015,-0.055 0.004,-0.035-0.004,0.029 0.182,-0.074-0.010,-0.072-0.029,0.008-0.003,-0.040-0.096,-0.022-0.023,0.002 0.004,0.018 0.023,-0.027-0.050,-0.011 0.036,-0.037-0.053,-0.015 0.037,0.027 0.364,-0.034 0.051,-0.057-0.309,-0.015 0.018,-0.013 0.021,-0.012 0.023,-0.013-0.101,-0.007 0.021,-0.003 0.396,-0.010-0.024,-0.006-0.143,-0.004-0.012,-0.004 0.112,-0.002-0.010,0.003-0.361,0.000 0.004,-0.003 0.379,0.001 0.011,-0.016-0.244,-0.030 0.006,-0.079 0.262,-0.065 0.003,0.052-0.392,-0.007-0.019,-0.070 0.195,-0.018-0.059,-0.017-0.066,0.038-0.191,-0.174 0.332,-0.049 0.027,0.077-0.182,-0.021 0.049,-0.038 0.043,-0.049 0.037,-0.183 0.265,-0.007-0.050,0.020-0.086,0.037-0.105,0.155-0.246,0.013-0.019,-0.084 0.157,0.060-0.041,0.127-0.200,0.012-0.023,0.049-0.094,-0.004-0.010,-0.060 0.066,-0.015-0.007,-2.098 2.000</inkml:trace>
</inkml:ink>
</file>

<file path=ppt/ink/ink6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9-29T21:35:16"/>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462.000 958.000,'-0.021'0.035,"-0.032"0.054,-0.037 0.062,-0.038 0.063,-0.035 0.058,-0.030 0.051,-0.025 0.042,-0.020 0.034,-0.015 0.026,-0.011 0.019,-0.008 0.013,0.104-0.183,-0.015 0.009,-0.097 0.140,-0.036 0.060,-0.034 0.044,-0.031 0.030,-0.028 0.042,-0.024 0.049,-0.080 0.146,-0.017 0.056,0.028-0.057,-0.046 0.036,-0.107 0.176,-0.017 0.079,0.210-0.340,-0.025 0.024,-0.198 0.300,-0.017 0.028,-0.002 0.063,0.008 0.084,0.098-0.118,0.012 0.023,0.012 0.012,0.012 0.003,-0.042 0.162,0.055-0.018,0.042-0.004,0.030 0.006,-0.051 0.312,0.083-0.056,0.195-0.654,0.007-0.019,-0.059 0.275,0.029-0.023,0.009 0.083,0.045-0.084,0.043-0.065,0.040-0.049,0.043-0.157,0.024-0.040,0.020-0.036,0.017-0.040,0.013-0.040,0.010-0.015,0.008 0.003,0.004-0.093,0.003-0.008,0.004 0.073,0.001-0.017,0.000 0.004,0.000 0.019,0.013 0.035,0.021-0.030,0.025-0.044,0.027-0.051,-0.008-0.131,0.004-0.019,0.055 0.106,0.040-0.016,0.114 0.080,0.111 0.043,0.114 0.053,-0.037-0.105,0.073 0.044,0.255 0.236,0.086 0.057,0.283 0.115,0.046-0.049,0.128 0.038,-0.124-0.074,-0.015 0.055,-0.169-0.117,-0.014-0.006,0.277 0.225,-0.032-0.059,0.168 0.138,-0.159-0.152,-0.027-0.054,-0.064-0.066,-0.085-0.071,-0.288-0.233,-0.023-0.036,0.078 0.021,-0.045-0.074,-0.024-0.054,-0.009-0.038,0.045 0.025,-0.089-0.019,1.618 1.000</inkml:trace>
</inkml:ink>
</file>

<file path=ppt/ink/ink6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9-29T21:35:16"/>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1776.000 967.000,'0.041'0.000,"0.063"0.000,0.072 0.000,0.071 0.000,0.065 0.000,0.056 0.000,0.045 0.000,0.035 0.000,0.026 0.000,0.018 0.000,0.130 0.110,0.239 0.173,-0.106-0.023,0.195 0.055,0.202 0.084,0.199 0.102,0.442 0.195,0.211 0.102,0.410 0.204,0.053 0.070,-0.598-0.231,-0.086-0.006,-0.093-0.017,-0.094-0.024,0.061 0.068,-0.197-0.057,-0.209-0.063,0.061 0.061,-0.520-0.291,-0.123-0.038,0.105 0.177,-0.228-0.097,-0.177-0.090,-0.131-0.078,-0.092-0.064,-0.059-0.049,-0.035-0.036,-0.017-0.025,-0.004-0.016,0.004-0.009,0.005-0.022,0.030 0.082,0.005 0.030,0.010 0.070,0.061 0.244,0.040 0.111,0.048 0.235,0.003 0.133,-0.060-0.185,-0.012 0.043,0.023 0.323,-0.028 0.024,-0.052-0.283,-0.017 0.000,0.013 0.612,-0.033 0.019,-0.040-0.750,-0.007-0.007,-0.001 0.571,-0.012-0.035,-0.007-0.579,-0.003-0.010,-0.003 0.131,-0.002-0.001,-0.002 0.113,-0.001-0.042,0.000-0.054,0.000-0.060,0.000-0.027,0.001-0.091,0.001-0.091,0.001-0.087,-0.011-0.197,-0.023 0.000,-0.043 0.141,-0.017 0.001,-0.031 0.022,-0.040 0.036,-0.020 0.021,-0.005 0.009,-0.048 0.139,-0.031 0.083,-0.110 0.249,0.086-0.288,-0.029 0.040,-0.140 0.333,-0.033 0.077,0.038-0.112,-0.014 0.013,0.051-0.145,-0.009 0.000,-0.242 0.511,-0.059 0.080,0.211-0.482,-0.007-0.003,-0.128 0.176,-0.077 0.020,-0.067-0.001,-0.057-0.016,-0.167 0.130,-0.039-0.049,-0.146 0.085,0.179-0.212,0.101-0.059,0.264-0.335,0.049-0.082,-2.080 2.000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p:cNvSpPr>
          <p:nvPr>
            <p:ph type="hdr" sz="quarter"/>
          </p:nvPr>
        </p:nvSpPr>
        <p:spPr>
          <a:xfrm>
            <a:off x="0" y="0"/>
            <a:ext cx="2971800" cy="458788"/>
          </a:xfrm>
          <a:prstGeom prst="rect">
            <a:avLst/>
          </a:prstGeom>
          <a:noFill/>
          <a:ln w="9525">
            <a:noFill/>
          </a:ln>
        </p:spPr>
        <p:txBody>
          <a:bodyPr vert="horz"/>
          <a:lstStyle>
            <a:lvl1pPr>
              <a:buFont typeface="Arial" panose="020B0604020202020204" pitchFamily="34" charset="0"/>
              <a:buNone/>
              <a:defRPr sz="1200" noProof="1">
                <a:latin typeface="Arial" panose="020B0604020202020204" pitchFamily="34" charset="0"/>
                <a:ea typeface="宋体" panose="02010600030101010101" pitchFamily="2" charset="-122"/>
                <a:cs typeface="Arial" panose="020B0604020202020204" pitchFamily="34" charset="0"/>
              </a:defRPr>
            </a:lvl1pPr>
          </a:lstStyle>
          <a:p>
            <a:pPr>
              <a:defRPr/>
            </a:pPr>
          </a:p>
        </p:txBody>
      </p:sp>
      <p:sp>
        <p:nvSpPr>
          <p:cNvPr id="2051" name="日期占位符 2"/>
          <p:cNvSpPr>
            <a:spLocks noGrp="1"/>
          </p:cNvSpPr>
          <p:nvPr>
            <p:ph type="dt" idx="1"/>
          </p:nvPr>
        </p:nvSpPr>
        <p:spPr>
          <a:xfrm>
            <a:off x="3884613" y="0"/>
            <a:ext cx="2971800" cy="458788"/>
          </a:xfrm>
          <a:prstGeom prst="rect">
            <a:avLst/>
          </a:prstGeom>
          <a:noFill/>
          <a:ln w="9525">
            <a:noFill/>
          </a:ln>
        </p:spPr>
        <p:txBody>
          <a:bodyPr vert="horz" wrap="square" lIns="91440" tIns="45720" rIns="91440" bIns="45720" numCol="1" anchor="t" anchorCtr="0" compatLnSpc="1"/>
          <a:lstStyle>
            <a:lvl1pPr algn="r">
              <a:buFont typeface="Arial" panose="020B0604020202020204" pitchFamily="34" charset="0"/>
              <a:buNone/>
              <a:defRPr>
                <a:latin typeface="Arial" panose="020B0604020202020204" pitchFamily="34" charset="0"/>
                <a:ea typeface="+mn-ea"/>
                <a:cs typeface="Arial" panose="020B0604020202020204" pitchFamily="34" charset="0"/>
              </a:defRPr>
            </a:lvl1pPr>
          </a:lstStyle>
          <a:p>
            <a:pPr>
              <a:defRPr/>
            </a:pPr>
            <a:fld id="{6B3F641A-8B9A-4E90-A7A4-5B03D2DD3110}" type="datetime1">
              <a:rPr lang="zh-CN" altLang="en-US"/>
            </a:fld>
            <a:endParaRPr lang="zh-CN" altLang="en-US" sz="1200"/>
          </a:p>
        </p:txBody>
      </p:sp>
      <p:sp>
        <p:nvSpPr>
          <p:cNvPr id="92164" name="幻灯片图像占位符 3"/>
          <p:cNvSpPr>
            <a:spLocks noGrp="1" noRot="1" noChangeAspect="1" noChangeArrowheads="1"/>
          </p:cNvSpPr>
          <p:nvPr>
            <p:ph type="sldImg" idx="4294967295"/>
          </p:nvPr>
        </p:nvSpPr>
        <p:spPr bwMode="auto">
          <a:xfrm>
            <a:off x="685800" y="1143000"/>
            <a:ext cx="5486400"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sp>
      <p:sp>
        <p:nvSpPr>
          <p:cNvPr id="2053" name="备注占位符 4"/>
          <p:cNvSpPr>
            <a:spLocks noGrp="1" noRot="1" noChangeAspect="1" noChangeArrowheads="1"/>
          </p:cNvSpPr>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buFont typeface="Arial" panose="020B0604020202020204" pitchFamily="34" charset="0"/>
              <a:buNone/>
              <a:defRPr/>
            </a:pPr>
            <a:r>
              <a:rPr lang="zh-CN" altLang="en-US" smtClean="0">
                <a:ea typeface="+mn-ea"/>
                <a:cs typeface="Arial" panose="020B0604020202020204" pitchFamily="34" charset="0"/>
              </a:rPr>
              <a:t>单击此处编辑母版文本样式</a:t>
            </a:r>
            <a:endParaRPr lang="zh-CN" altLang="en-US" smtClean="0">
              <a:ea typeface="+mn-ea"/>
              <a:cs typeface="Arial" panose="020B0604020202020204" pitchFamily="34" charset="0"/>
            </a:endParaRPr>
          </a:p>
          <a:p>
            <a:pPr lvl="1">
              <a:buFont typeface="Arial" panose="020B0604020202020204" pitchFamily="34" charset="0"/>
              <a:buNone/>
              <a:defRPr/>
            </a:pPr>
            <a:r>
              <a:rPr lang="zh-CN" altLang="en-US" smtClean="0">
                <a:ea typeface="+mn-ea"/>
                <a:cs typeface="Arial" panose="020B0604020202020204" pitchFamily="34" charset="0"/>
              </a:rPr>
              <a:t>第二级</a:t>
            </a:r>
            <a:endParaRPr lang="zh-CN" altLang="en-US" smtClean="0">
              <a:ea typeface="+mn-ea"/>
              <a:cs typeface="Arial" panose="020B0604020202020204" pitchFamily="34" charset="0"/>
            </a:endParaRPr>
          </a:p>
          <a:p>
            <a:pPr lvl="2">
              <a:buFont typeface="Arial" panose="020B0604020202020204" pitchFamily="34" charset="0"/>
              <a:buNone/>
              <a:defRPr/>
            </a:pPr>
            <a:r>
              <a:rPr lang="zh-CN" altLang="en-US" smtClean="0">
                <a:ea typeface="+mn-ea"/>
                <a:cs typeface="Arial" panose="020B0604020202020204" pitchFamily="34" charset="0"/>
              </a:rPr>
              <a:t>第三级</a:t>
            </a:r>
            <a:endParaRPr lang="zh-CN" altLang="en-US" smtClean="0">
              <a:ea typeface="+mn-ea"/>
              <a:cs typeface="Arial" panose="020B0604020202020204" pitchFamily="34" charset="0"/>
            </a:endParaRPr>
          </a:p>
          <a:p>
            <a:pPr lvl="3">
              <a:buFont typeface="Arial" panose="020B0604020202020204" pitchFamily="34" charset="0"/>
              <a:buNone/>
              <a:defRPr/>
            </a:pPr>
            <a:r>
              <a:rPr lang="zh-CN" altLang="en-US" smtClean="0">
                <a:ea typeface="+mn-ea"/>
                <a:cs typeface="Arial" panose="020B0604020202020204" pitchFamily="34" charset="0"/>
              </a:rPr>
              <a:t>第四级</a:t>
            </a:r>
            <a:endParaRPr lang="zh-CN" altLang="en-US" smtClean="0">
              <a:ea typeface="+mn-ea"/>
              <a:cs typeface="Arial" panose="020B0604020202020204" pitchFamily="34" charset="0"/>
            </a:endParaRPr>
          </a:p>
          <a:p>
            <a:pPr lvl="4">
              <a:buFont typeface="Arial" panose="020B0604020202020204" pitchFamily="34" charset="0"/>
              <a:buNone/>
              <a:defRPr/>
            </a:pPr>
            <a:r>
              <a:rPr lang="zh-CN" altLang="en-US" smtClean="0">
                <a:ea typeface="+mn-ea"/>
                <a:cs typeface="Arial" panose="020B0604020202020204" pitchFamily="34" charset="0"/>
              </a:rPr>
              <a:t>第五级</a:t>
            </a:r>
            <a:endParaRPr lang="zh-CN" altLang="en-US" smtClean="0">
              <a:ea typeface="+mn-ea"/>
              <a:cs typeface="Arial" panose="020B0604020202020204" pitchFamily="34" charset="0"/>
            </a:endParaRPr>
          </a:p>
        </p:txBody>
      </p:sp>
      <p:sp>
        <p:nvSpPr>
          <p:cNvPr id="2054" name="页脚占位符 5"/>
          <p:cNvSpPr>
            <a:spLocks noGrp="1"/>
          </p:cNvSpPr>
          <p:nvPr>
            <p:ph type="ftr" sz="quarter" idx="4"/>
          </p:nvPr>
        </p:nvSpPr>
        <p:spPr>
          <a:xfrm>
            <a:off x="0" y="8685213"/>
            <a:ext cx="2971800" cy="458787"/>
          </a:xfrm>
          <a:prstGeom prst="rect">
            <a:avLst/>
          </a:prstGeom>
          <a:noFill/>
          <a:ln w="9525">
            <a:noFill/>
          </a:ln>
        </p:spPr>
        <p:txBody>
          <a:bodyPr vert="horz" anchor="b"/>
          <a:lstStyle>
            <a:lvl1pPr>
              <a:buFont typeface="Arial" panose="020B0604020202020204" pitchFamily="34" charset="0"/>
              <a:buNone/>
              <a:defRPr sz="1200" noProof="1">
                <a:latin typeface="Arial" panose="020B0604020202020204" pitchFamily="34" charset="0"/>
                <a:ea typeface="宋体" panose="02010600030101010101" pitchFamily="2" charset="-122"/>
                <a:cs typeface="Arial" panose="020B0604020202020204" pitchFamily="34" charset="0"/>
              </a:defRPr>
            </a:lvl1pPr>
          </a:lstStyle>
          <a:p>
            <a:pPr>
              <a:defRPr/>
            </a:pPr>
          </a:p>
        </p:txBody>
      </p:sp>
      <p:sp>
        <p:nvSpPr>
          <p:cNvPr id="2055" name="灯片编号占位符 6"/>
          <p:cNvSpPr>
            <a:spLocks noGrp="1"/>
          </p:cNvSpPr>
          <p:nvPr>
            <p:ph type="sldNum" sz="quarter" idx="5"/>
          </p:nvPr>
        </p:nvSpPr>
        <p:spPr>
          <a:xfrm>
            <a:off x="3884613" y="8685213"/>
            <a:ext cx="2971800" cy="458787"/>
          </a:xfrm>
          <a:prstGeom prst="rect">
            <a:avLst/>
          </a:prstGeom>
          <a:noFill/>
          <a:ln w="9525">
            <a:noFill/>
          </a:ln>
        </p:spPr>
        <p:txBody>
          <a:bodyPr vert="horz" wrap="square" lIns="91440" tIns="45720" rIns="91440" bIns="45720" numCol="1" anchor="b" anchorCtr="0" compatLnSpc="1"/>
          <a:lstStyle>
            <a:lvl1pPr algn="r">
              <a:buFont typeface="Arial" panose="020B0604020202020204" pitchFamily="34" charset="0"/>
              <a:buNone/>
              <a:defRPr>
                <a:latin typeface="Arial" panose="020B0604020202020204" pitchFamily="34" charset="0"/>
                <a:ea typeface="宋体" panose="02010600030101010101" pitchFamily="2" charset="-122"/>
              </a:defRPr>
            </a:lvl1pPr>
          </a:lstStyle>
          <a:p>
            <a:pPr>
              <a:defRPr/>
            </a:pPr>
            <a:fld id="{2974C52B-AF78-48B0-B914-986BD4C7C1D1}" type="slidenum">
              <a:rPr lang="zh-CN" altLang="en-US"/>
            </a:fld>
            <a:endParaRPr lang="zh-CN" altLang="en-US" sz="1200"/>
          </a:p>
        </p:txBody>
      </p:sp>
    </p:spTree>
  </p:cSld>
  <p:clrMap bg1="lt1" tx1="dk1" bg2="lt2" tx2="dk2" accent1="accent1" accent2="accent2" accent3="accent3" accent4="accent4" accent5="accent5" accent6="accent6" hlink="hlink" folHlink="folHlink"/>
  <p:notesStyle>
    <a:lvl1pPr algn="l" defTabSz="0" rtl="0" eaLnBrk="0" fontAlgn="base" hangingPunct="0">
      <a:spcBef>
        <a:spcPct val="0"/>
      </a:spcBef>
      <a:spcAft>
        <a:spcPct val="0"/>
      </a:spcAft>
      <a:defRPr sz="1200" kern="1200">
        <a:solidFill>
          <a:schemeClr val="tx1"/>
        </a:solidFill>
        <a:latin typeface="Arial" panose="020B0604020202020204" pitchFamily="34" charset="0"/>
      </a:defRPr>
    </a:lvl1pPr>
    <a:lvl2pPr marL="457200" lvl="1" algn="l" defTabSz="0" rtl="0" eaLnBrk="0" fontAlgn="base" hangingPunct="0">
      <a:spcBef>
        <a:spcPct val="0"/>
      </a:spcBef>
      <a:spcAft>
        <a:spcPct val="0"/>
      </a:spcAft>
      <a:defRPr sz="1200" kern="1200">
        <a:solidFill>
          <a:schemeClr val="tx1"/>
        </a:solidFill>
        <a:latin typeface="Arial" panose="020B0604020202020204" pitchFamily="34" charset="0"/>
      </a:defRPr>
    </a:lvl2pPr>
    <a:lvl3pPr marL="914400" lvl="2" algn="l" defTabSz="0" rtl="0" eaLnBrk="0" fontAlgn="base" hangingPunct="0">
      <a:spcBef>
        <a:spcPct val="0"/>
      </a:spcBef>
      <a:spcAft>
        <a:spcPct val="0"/>
      </a:spcAft>
      <a:defRPr sz="1200" kern="1200">
        <a:solidFill>
          <a:schemeClr val="tx1"/>
        </a:solidFill>
        <a:latin typeface="Arial" panose="020B0604020202020204" pitchFamily="34" charset="0"/>
      </a:defRPr>
    </a:lvl3pPr>
    <a:lvl4pPr marL="1371600" lvl="3" algn="l" defTabSz="0" rtl="0" eaLnBrk="0" fontAlgn="base" hangingPunct="0">
      <a:spcBef>
        <a:spcPct val="0"/>
      </a:spcBef>
      <a:spcAft>
        <a:spcPct val="0"/>
      </a:spcAft>
      <a:defRPr sz="1200" kern="1200">
        <a:solidFill>
          <a:schemeClr val="tx1"/>
        </a:solidFill>
        <a:latin typeface="Arial" panose="020B0604020202020204" pitchFamily="34" charset="0"/>
      </a:defRPr>
    </a:lvl4pPr>
    <a:lvl5pPr marL="1828800" lvl="4" algn="l" defTabSz="0" rtl="0" eaLnBrk="0" fontAlgn="base" hangingPunct="0">
      <a:spcBef>
        <a:spcPct val="0"/>
      </a:spcBef>
      <a:spcAft>
        <a:spcPct val="0"/>
      </a:spcAft>
      <a:defRPr sz="1200" kern="1200">
        <a:solidFill>
          <a:schemeClr val="tx1"/>
        </a:solidFill>
        <a:latin typeface="Arial" panose="020B0604020202020204" pitchFamily="34" charset="0"/>
      </a:defRPr>
    </a:lvl5pPr>
    <a:lvl6pPr marL="2286000" lvl="5" indent="0" defTabSz="0" fontAlgn="base">
      <a:defRPr sz="1200" kern="1200"/>
    </a:lvl6pPr>
    <a:lvl7pPr marL="2743200" lvl="6" indent="0" defTabSz="0" fontAlgn="base">
      <a:defRPr sz="1200" kern="1200"/>
    </a:lvl7pPr>
    <a:lvl8pPr marL="3200400" lvl="7" indent="0" defTabSz="0" fontAlgn="base">
      <a:defRPr sz="1200" kern="1200"/>
    </a:lvl8pPr>
    <a:lvl9pPr marL="3657600" lvl="8" indent="0" defTabSz="0" fontAlgn="base">
      <a:defRPr sz="1200" kern="1200"/>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r>
              <a:rPr lang="zh-CN" altLang="en-US" dirty="0" smtClean="0"/>
              <a:t>过程 </a:t>
            </a:r>
            <a:r>
              <a:rPr lang="en-US" altLang="zh-CN" dirty="0" smtClean="0"/>
              <a:t>vs </a:t>
            </a:r>
            <a:r>
              <a:rPr lang="zh-CN" altLang="en-US" dirty="0" smtClean="0"/>
              <a:t>函数：主要看是否有返回值。</a:t>
            </a:r>
            <a:endParaRPr lang="en-US" altLang="zh-CN" dirty="0" smtClean="0"/>
          </a:p>
        </p:txBody>
      </p:sp>
      <p:sp>
        <p:nvSpPr>
          <p:cNvPr id="4" name="灯片编号占位符 3"/>
          <p:cNvSpPr>
            <a:spLocks noGrp="1"/>
          </p:cNvSpPr>
          <p:nvPr>
            <p:ph type="sldNum" sz="quarter" idx="10"/>
          </p:nvPr>
        </p:nvSpPr>
        <p:spPr/>
        <p:txBody>
          <a:bodyPr/>
          <a:lstStyle/>
          <a:p>
            <a:pPr>
              <a:defRPr/>
            </a:pPr>
            <a:fld id="{2974C52B-AF78-48B0-B914-986BD4C7C1D1}" type="slidenum">
              <a:rPr lang="zh-CN" altLang="en-US" smtClean="0"/>
            </a:fld>
            <a:endParaRPr lang="zh-CN" alt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r>
              <a:rPr lang="zh-CN" altLang="en-US" dirty="0" smtClean="0"/>
              <a:t>比如，在一个系统里，不同身份可以登录，一种身份可以访问的模块对于另一种身份是信息隐蔽的。</a:t>
            </a:r>
            <a:endParaRPr lang="en-US" altLang="zh-CN" dirty="0" smtClean="0"/>
          </a:p>
        </p:txBody>
      </p:sp>
      <p:sp>
        <p:nvSpPr>
          <p:cNvPr id="4" name="灯片编号占位符 3"/>
          <p:cNvSpPr>
            <a:spLocks noGrp="1"/>
          </p:cNvSpPr>
          <p:nvPr>
            <p:ph type="sldNum" sz="quarter" idx="10"/>
          </p:nvPr>
        </p:nvSpPr>
        <p:spPr/>
        <p:txBody>
          <a:bodyPr/>
          <a:lstStyle/>
          <a:p>
            <a:pPr>
              <a:defRPr/>
            </a:pPr>
            <a:fld id="{2974C52B-AF78-48B0-B914-986BD4C7C1D1}" type="slidenum">
              <a:rPr lang="zh-CN" altLang="en-US" smtClean="0"/>
            </a:fld>
            <a:endParaRPr lang="zh-CN" alt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sz="quarter"/>
          </p:nvPr>
        </p:nvSpPr>
        <p:spPr>
          <a:xfrm>
            <a:off x="662016" y="3931500"/>
            <a:ext cx="5296132" cy="3216682"/>
          </a:xfrm>
          <a:prstGeom prst="rect">
            <a:avLst/>
          </a:prstGeom>
        </p:spPr>
        <p:txBody>
          <a:bodyPr/>
          <a:lstStyle/>
          <a:p>
            <a:r>
              <a:rPr lang="en-US" altLang="zh-CN"/>
              <a:t>Goto</a:t>
            </a:r>
            <a:r>
              <a:rPr lang="zh-CN" altLang="en-US">
                <a:ea typeface="宋体" panose="02010600030101010101" pitchFamily="2" charset="-122"/>
              </a:rPr>
              <a:t>语句</a:t>
            </a:r>
            <a:endParaRPr lang="zh-CN" altLang="en-US">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r>
              <a:rPr lang="zh-CN" altLang="en-US" dirty="0" smtClean="0"/>
              <a:t>举例：</a:t>
            </a:r>
            <a:endParaRPr lang="en-US" altLang="zh-CN" dirty="0" smtClean="0"/>
          </a:p>
          <a:p>
            <a:r>
              <a:rPr lang="zh-CN" altLang="en-US" dirty="0" smtClean="0">
                <a:ea typeface="宋体" panose="02010600030101010101" pitchFamily="2" charset="-122"/>
              </a:rPr>
              <a:t>羽毛球、乒乓球里的双打</a:t>
            </a:r>
            <a:endParaRPr lang="en-US" altLang="zh-CN" dirty="0" smtClean="0"/>
          </a:p>
          <a:p>
            <a:r>
              <a:rPr lang="zh-CN" altLang="en-US" dirty="0" smtClean="0"/>
              <a:t>大合唱，男老师与女老师（可看成两个模块）分别有负责的部分，都不可缺少。</a:t>
            </a:r>
            <a:endParaRPr lang="zh-CN" altLang="en-US" dirty="0"/>
          </a:p>
        </p:txBody>
      </p:sp>
      <p:sp>
        <p:nvSpPr>
          <p:cNvPr id="4" name="灯片编号占位符 3"/>
          <p:cNvSpPr>
            <a:spLocks noGrp="1"/>
          </p:cNvSpPr>
          <p:nvPr>
            <p:ph type="sldNum" sz="quarter" idx="10"/>
          </p:nvPr>
        </p:nvSpPr>
        <p:spPr/>
        <p:txBody>
          <a:bodyPr/>
          <a:lstStyle/>
          <a:p>
            <a:pPr>
              <a:defRPr/>
            </a:pPr>
            <a:fld id="{2974C52B-AF78-48B0-B914-986BD4C7C1D1}" type="slidenum">
              <a:rPr lang="zh-CN" altLang="en-US" smtClean="0"/>
            </a:fld>
            <a:endParaRPr lang="zh-CN" alt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r>
              <a:rPr lang="zh-CN" altLang="en-US" dirty="0" smtClean="0"/>
              <a:t>数据流图</a:t>
            </a:r>
            <a:endParaRPr lang="zh-CN" altLang="en-US" dirty="0"/>
          </a:p>
        </p:txBody>
      </p:sp>
      <p:sp>
        <p:nvSpPr>
          <p:cNvPr id="4" name="灯片编号占位符 3"/>
          <p:cNvSpPr>
            <a:spLocks noGrp="1"/>
          </p:cNvSpPr>
          <p:nvPr>
            <p:ph type="sldNum" sz="quarter" idx="10"/>
          </p:nvPr>
        </p:nvSpPr>
        <p:spPr/>
        <p:txBody>
          <a:bodyPr/>
          <a:lstStyle/>
          <a:p>
            <a:pPr>
              <a:defRPr/>
            </a:pPr>
            <a:fld id="{2974C52B-AF78-48B0-B914-986BD4C7C1D1}" type="slidenum">
              <a:rPr lang="zh-CN" altLang="en-US" smtClean="0"/>
            </a:fld>
            <a:endParaRPr lang="zh-CN" alt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r>
              <a:rPr lang="zh-CN" altLang="en-US" dirty="0" smtClean="0"/>
              <a:t>内聚、耦合</a:t>
            </a:r>
            <a:endParaRPr lang="en-US" altLang="zh-CN" dirty="0" smtClean="0"/>
          </a:p>
          <a:p>
            <a:r>
              <a:rPr lang="zh-CN" altLang="en-US" dirty="0" smtClean="0"/>
              <a:t>强内聚、弱耦合</a:t>
            </a:r>
            <a:endParaRPr lang="zh-CN" altLang="en-US" dirty="0"/>
          </a:p>
        </p:txBody>
      </p:sp>
      <p:sp>
        <p:nvSpPr>
          <p:cNvPr id="4" name="灯片编号占位符 3"/>
          <p:cNvSpPr>
            <a:spLocks noGrp="1"/>
          </p:cNvSpPr>
          <p:nvPr>
            <p:ph type="sldNum" sz="quarter" idx="10"/>
          </p:nvPr>
        </p:nvSpPr>
        <p:spPr/>
        <p:txBody>
          <a:bodyPr/>
          <a:lstStyle/>
          <a:p>
            <a:pPr>
              <a:defRPr/>
            </a:pPr>
            <a:fld id="{2974C52B-AF78-48B0-B914-986BD4C7C1D1}" type="slidenum">
              <a:rPr lang="zh-CN" altLang="en-US" smtClean="0"/>
            </a:fld>
            <a:endParaRPr lang="zh-CN" alt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2974C52B-AF78-48B0-B914-986BD4C7C1D1}" type="slidenum">
              <a:rPr lang="zh-CN" altLang="en-US" smtClean="0"/>
            </a:fld>
            <a:endParaRPr lang="zh-CN" alt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p:sp>
      <p:sp>
        <p:nvSpPr>
          <p:cNvPr id="93187" name="备注占位符 2"/>
          <p:cNvSpPr>
            <a:spLocks noGrp="1"/>
          </p:cNvSpPr>
          <p:nvPr>
            <p:ph type="body" idx="1"/>
          </p:nvPr>
        </p:nvSpPr>
        <p:spPr bwMode="auto">
          <a:xfrm>
            <a:off x="685800" y="4343400"/>
            <a:ext cx="54864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smtClean="0">
                <a:latin typeface="Arial" panose="020B0604020202020204" pitchFamily="34" charset="0"/>
                <a:ea typeface="宋体" panose="02010600030101010101" pitchFamily="2" charset="-122"/>
              </a:rPr>
              <a:t>深度：</a:t>
            </a:r>
            <a:r>
              <a:rPr lang="en-US" altLang="zh-CN" dirty="0" smtClean="0">
                <a:latin typeface="Arial" panose="020B0604020202020204" pitchFamily="34" charset="0"/>
                <a:ea typeface="宋体" panose="02010600030101010101" pitchFamily="2" charset="-122"/>
              </a:rPr>
              <a:t>4</a:t>
            </a:r>
            <a:endParaRPr lang="en-US" altLang="zh-CN" dirty="0" smtClean="0">
              <a:latin typeface="Arial" panose="020B0604020202020204" pitchFamily="34" charset="0"/>
              <a:ea typeface="宋体" panose="02010600030101010101" pitchFamily="2" charset="-122"/>
            </a:endParaRPr>
          </a:p>
          <a:p>
            <a:r>
              <a:rPr lang="zh-CN" altLang="en-US" dirty="0" smtClean="0">
                <a:latin typeface="Arial" panose="020B0604020202020204" pitchFamily="34" charset="0"/>
                <a:ea typeface="宋体" panose="02010600030101010101" pitchFamily="2" charset="-122"/>
              </a:rPr>
              <a:t>宽度：</a:t>
            </a:r>
            <a:r>
              <a:rPr lang="en-US" altLang="zh-CN" dirty="0" smtClean="0">
                <a:latin typeface="Arial" panose="020B0604020202020204" pitchFamily="34" charset="0"/>
                <a:ea typeface="宋体" panose="02010600030101010101" pitchFamily="2" charset="-122"/>
              </a:rPr>
              <a:t>6</a:t>
            </a:r>
            <a:endParaRPr lang="en-US" altLang="zh-CN" dirty="0" smtClean="0">
              <a:latin typeface="Arial" panose="020B0604020202020204" pitchFamily="34" charset="0"/>
              <a:ea typeface="宋体" panose="02010600030101010101" pitchFamily="2" charset="-122"/>
            </a:endParaRPr>
          </a:p>
          <a:p>
            <a:r>
              <a:rPr lang="zh-CN" altLang="en-US" dirty="0" smtClean="0">
                <a:latin typeface="Arial" panose="020B0604020202020204" pitchFamily="34" charset="0"/>
                <a:ea typeface="宋体" panose="02010600030101010101" pitchFamily="2" charset="-122"/>
              </a:rPr>
              <a:t>扇出：</a:t>
            </a:r>
            <a:r>
              <a:rPr lang="en-US" altLang="zh-CN" dirty="0" smtClean="0">
                <a:latin typeface="Arial" panose="020B0604020202020204" pitchFamily="34" charset="0"/>
                <a:ea typeface="宋体" panose="02010600030101010101" pitchFamily="2" charset="-122"/>
              </a:rPr>
              <a:t>3</a:t>
            </a:r>
            <a:endParaRPr lang="en-US" altLang="zh-CN" dirty="0" smtClean="0">
              <a:latin typeface="Arial" panose="020B0604020202020204" pitchFamily="34" charset="0"/>
              <a:ea typeface="宋体" panose="02010600030101010101" pitchFamily="2" charset="-122"/>
            </a:endParaRPr>
          </a:p>
          <a:p>
            <a:r>
              <a:rPr lang="zh-CN" altLang="en-US" dirty="0" smtClean="0">
                <a:latin typeface="Arial" panose="020B0604020202020204" pitchFamily="34" charset="0"/>
                <a:ea typeface="宋体" panose="02010600030101010101" pitchFamily="2" charset="-122"/>
              </a:rPr>
              <a:t>输入：</a:t>
            </a:r>
            <a:r>
              <a:rPr lang="en-US" altLang="zh-CN" dirty="0" smtClean="0">
                <a:latin typeface="Arial" panose="020B0604020202020204" pitchFamily="34" charset="0"/>
                <a:ea typeface="宋体" panose="02010600030101010101" pitchFamily="2" charset="-122"/>
              </a:rPr>
              <a:t>2</a:t>
            </a:r>
            <a:endParaRPr lang="en-US" altLang="zh-CN" dirty="0" smtClean="0">
              <a:latin typeface="Arial" panose="020B0604020202020204" pitchFamily="34" charset="0"/>
              <a:ea typeface="宋体" panose="02010600030101010101" pitchFamily="2" charset="-122"/>
            </a:endParaRPr>
          </a:p>
        </p:txBody>
      </p:sp>
      <p:sp>
        <p:nvSpPr>
          <p:cNvPr id="9318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54C4F328-3E2B-4807-B9CB-FB398448FA8A}" type="slidenum">
              <a:rPr lang="zh-CN" altLang="en-US" smtClean="0"/>
            </a:fld>
            <a:endParaRPr lang="zh-CN" altLang="en-US" sz="1200"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sz="quarter"/>
          </p:nvPr>
        </p:nvSpPr>
        <p:spPr>
          <a:xfrm>
            <a:off x="662016" y="3931500"/>
            <a:ext cx="5296132" cy="3216682"/>
          </a:xfrm>
          <a:prstGeom prst="rect">
            <a:avLst/>
          </a:prstGeom>
        </p:spPr>
        <p:txBody>
          <a:bodyPr/>
          <a:lstStyle/>
          <a:p>
            <a:r>
              <a:rPr lang="zh-CN" altLang="en-US" dirty="0" smtClean="0">
                <a:sym typeface="+mn-ea"/>
              </a:rPr>
              <a:t>好的软件结构通常 </a:t>
            </a:r>
            <a:r>
              <a:rPr lang="zh-CN" altLang="en-US" dirty="0" smtClean="0">
                <a:solidFill>
                  <a:srgbClr val="0000FF"/>
                </a:solidFill>
                <a:sym typeface="+mn-ea"/>
              </a:rPr>
              <a:t>顶层扇出较大，中层扇出较小，底层</a:t>
            </a:r>
            <a:r>
              <a:rPr lang="zh-CN" altLang="en-US" dirty="0" smtClean="0">
                <a:solidFill>
                  <a:srgbClr val="FF0000"/>
                </a:solidFill>
                <a:sym typeface="+mn-ea"/>
              </a:rPr>
              <a:t>扇入</a:t>
            </a:r>
            <a:r>
              <a:rPr lang="zh-CN" altLang="en-US" dirty="0" smtClean="0">
                <a:solidFill>
                  <a:srgbClr val="0000FF"/>
                </a:solidFill>
                <a:sym typeface="+mn-ea"/>
              </a:rPr>
              <a:t>较大</a:t>
            </a:r>
            <a:r>
              <a:rPr lang="zh-CN" altLang="en-US" dirty="0" smtClean="0">
                <a:sym typeface="+mn-ea"/>
              </a:rPr>
              <a:t>。</a:t>
            </a:r>
            <a:endParaRPr lang="zh-CN" altLang="en-US"/>
          </a:p>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2974C52B-AF78-48B0-B914-986BD4C7C1D1}" type="slidenum">
              <a:rPr lang="zh-CN" altLang="en-US" smtClean="0"/>
            </a:fld>
            <a:endParaRPr lang="zh-CN" alt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2974C52B-AF78-48B0-B914-986BD4C7C1D1}" type="slidenum">
              <a:rPr lang="zh-CN" altLang="en-US" smtClean="0"/>
            </a:fld>
            <a:endParaRPr lang="zh-CN" alt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smtClean="0"/>
              <a:t>单击此处编辑母版副标题样式</a:t>
            </a:r>
            <a:endParaRPr lang="zh-CN" altLang="en-US" noProof="1"/>
          </a:p>
        </p:txBody>
      </p:sp>
      <p:sp>
        <p:nvSpPr>
          <p:cNvPr id="4" name="日期占位符 3"/>
          <p:cNvSpPr>
            <a:spLocks noGrp="1"/>
          </p:cNvSpPr>
          <p:nvPr>
            <p:ph type="dt" sz="half" idx="10"/>
          </p:nvPr>
        </p:nvSpPr>
        <p:spPr/>
        <p:txBody>
          <a:bodyPr/>
          <a:lstStyle>
            <a:lvl1pPr>
              <a:defRPr/>
            </a:lvl1pPr>
          </a:lstStyle>
          <a:p>
            <a:pPr>
              <a:defRPr/>
            </a:pPr>
            <a:fld id="{F0E46D60-D0CB-4F7B-B235-AA9551FD485E}" type="datetime11">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pPr>
              <a:defRPr/>
            </a:pPr>
          </a:p>
        </p:txBody>
      </p:sp>
      <p:sp>
        <p:nvSpPr>
          <p:cNvPr id="6" name="灯片编号占位符 5"/>
          <p:cNvSpPr>
            <a:spLocks noGrp="1"/>
          </p:cNvSpPr>
          <p:nvPr>
            <p:ph type="sldNum" sz="quarter" idx="12"/>
          </p:nvPr>
        </p:nvSpPr>
        <p:spPr/>
        <p:txBody>
          <a:bodyPr/>
          <a:lstStyle>
            <a:lvl1pPr>
              <a:defRPr/>
            </a:lvl1pPr>
          </a:lstStyle>
          <a:p>
            <a:pPr>
              <a:defRPr/>
            </a:pPr>
            <a:fld id="{37D9B88A-8241-4746-B56B-B4A7F3E702B9}" type="slidenum">
              <a:rPr lang="zh-CN" altLang="en-US"/>
            </a:fld>
            <a:endParaRPr lang="zh-CN" altLang="en-US"/>
          </a:p>
        </p:txBody>
      </p:sp>
    </p:spTree>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lvl1pPr>
              <a:defRPr/>
            </a:lvl1pPr>
          </a:lstStyle>
          <a:p>
            <a:pPr>
              <a:defRPr/>
            </a:pPr>
            <a:fld id="{3A8BC6BA-AF10-49C9-98D9-A16852FCDFBC}" type="datetime11">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pPr>
              <a:defRPr/>
            </a:pPr>
          </a:p>
        </p:txBody>
      </p:sp>
      <p:sp>
        <p:nvSpPr>
          <p:cNvPr id="6" name="灯片编号占位符 5"/>
          <p:cNvSpPr>
            <a:spLocks noGrp="1"/>
          </p:cNvSpPr>
          <p:nvPr>
            <p:ph type="sldNum" sz="quarter" idx="12"/>
          </p:nvPr>
        </p:nvSpPr>
        <p:spPr/>
        <p:txBody>
          <a:bodyPr/>
          <a:lstStyle>
            <a:lvl1pPr>
              <a:defRPr/>
            </a:lvl1pPr>
          </a:lstStyle>
          <a:p>
            <a:pPr>
              <a:defRPr/>
            </a:pPr>
            <a:fld id="{B52A34D6-6B14-4C5A-A8EB-982FC2EEEDDF}" type="slidenum">
              <a:rPr lang="zh-CN" altLang="en-US"/>
            </a:fld>
            <a:endParaRPr lang="zh-CN" altLang="en-US"/>
          </a:p>
        </p:txBody>
      </p:sp>
    </p:spTree>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smtClean="0"/>
              <a:t>单击此处编辑母版文本样式</a:t>
            </a:r>
            <a:endParaRPr lang="zh-CN" altLang="en-US" noProof="1" smtClean="0"/>
          </a:p>
        </p:txBody>
      </p:sp>
      <p:sp>
        <p:nvSpPr>
          <p:cNvPr id="4" name="日期占位符 3"/>
          <p:cNvSpPr>
            <a:spLocks noGrp="1"/>
          </p:cNvSpPr>
          <p:nvPr>
            <p:ph type="dt" sz="half" idx="10"/>
          </p:nvPr>
        </p:nvSpPr>
        <p:spPr/>
        <p:txBody>
          <a:bodyPr/>
          <a:lstStyle>
            <a:lvl1pPr>
              <a:defRPr/>
            </a:lvl1pPr>
          </a:lstStyle>
          <a:p>
            <a:pPr>
              <a:defRPr/>
            </a:pPr>
            <a:fld id="{AEE2A566-78D8-4245-AD15-9D3DC9EB5E11}" type="datetime11">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pPr>
              <a:defRPr/>
            </a:pPr>
          </a:p>
        </p:txBody>
      </p:sp>
      <p:sp>
        <p:nvSpPr>
          <p:cNvPr id="6" name="灯片编号占位符 5"/>
          <p:cNvSpPr>
            <a:spLocks noGrp="1"/>
          </p:cNvSpPr>
          <p:nvPr>
            <p:ph type="sldNum" sz="quarter" idx="12"/>
          </p:nvPr>
        </p:nvSpPr>
        <p:spPr/>
        <p:txBody>
          <a:bodyPr/>
          <a:lstStyle>
            <a:lvl1pPr>
              <a:defRPr/>
            </a:lvl1pPr>
          </a:lstStyle>
          <a:p>
            <a:pPr>
              <a:defRPr/>
            </a:pPr>
            <a:fld id="{9D5B07A1-4ABB-4CF6-A4DE-DBCE336C96D2}" type="slidenum">
              <a:rPr lang="zh-CN" altLang="en-US"/>
            </a:fld>
            <a:endParaRPr lang="zh-CN" altLang="en-US"/>
          </a:p>
        </p:txBody>
      </p:sp>
    </p:spTree>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838200" y="1825625"/>
            <a:ext cx="5181600" cy="4351338"/>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6172200" y="1825625"/>
            <a:ext cx="5181600" cy="4351338"/>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日期占位符 3"/>
          <p:cNvSpPr>
            <a:spLocks noGrp="1"/>
          </p:cNvSpPr>
          <p:nvPr>
            <p:ph type="dt" sz="half" idx="10"/>
          </p:nvPr>
        </p:nvSpPr>
        <p:spPr/>
        <p:txBody>
          <a:bodyPr/>
          <a:lstStyle>
            <a:lvl1pPr>
              <a:defRPr/>
            </a:lvl1pPr>
          </a:lstStyle>
          <a:p>
            <a:pPr>
              <a:defRPr/>
            </a:pPr>
            <a:fld id="{539BA081-87C5-4207-A83E-B788D991BE1F}" type="datetime11">
              <a:rPr lang="zh-CN" altLang="en-US" smtClean="0"/>
            </a:fld>
            <a:endParaRPr lang="zh-CN" altLang="en-US"/>
          </a:p>
        </p:txBody>
      </p:sp>
      <p:sp>
        <p:nvSpPr>
          <p:cNvPr id="6" name="页脚占位符 4"/>
          <p:cNvSpPr>
            <a:spLocks noGrp="1"/>
          </p:cNvSpPr>
          <p:nvPr>
            <p:ph type="ftr" sz="quarter" idx="11"/>
          </p:nvPr>
        </p:nvSpPr>
        <p:spPr/>
        <p:txBody>
          <a:bodyPr/>
          <a:lstStyle>
            <a:lvl1pPr>
              <a:defRPr/>
            </a:lvl1pPr>
          </a:lstStyle>
          <a:p>
            <a:pPr>
              <a:defRPr/>
            </a:pPr>
          </a:p>
        </p:txBody>
      </p:sp>
      <p:sp>
        <p:nvSpPr>
          <p:cNvPr id="7" name="灯片编号占位符 5"/>
          <p:cNvSpPr>
            <a:spLocks noGrp="1"/>
          </p:cNvSpPr>
          <p:nvPr>
            <p:ph type="sldNum" sz="quarter" idx="12"/>
          </p:nvPr>
        </p:nvSpPr>
        <p:spPr/>
        <p:txBody>
          <a:bodyPr/>
          <a:lstStyle>
            <a:lvl1pPr>
              <a:defRPr/>
            </a:lvl1pPr>
          </a:lstStyle>
          <a:p>
            <a:pPr>
              <a:defRPr/>
            </a:pPr>
            <a:fld id="{CBEDE62E-D774-43B3-9519-88BC2552E870}" type="slidenum">
              <a:rPr lang="zh-CN" altLang="en-US"/>
            </a:fld>
            <a:endParaRPr lang="zh-CN" altLang="en-US"/>
          </a:p>
        </p:txBody>
      </p:sp>
    </p:spTree>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1186774" y="1778438"/>
            <a:ext cx="4873574"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1186774" y="2665379"/>
            <a:ext cx="4873574" cy="3524284"/>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6256938" y="1778438"/>
            <a:ext cx="4897576"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6256938" y="2665379"/>
            <a:ext cx="4897576" cy="3524284"/>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日期占位符 3"/>
          <p:cNvSpPr>
            <a:spLocks noGrp="1"/>
          </p:cNvSpPr>
          <p:nvPr>
            <p:ph type="dt" sz="half" idx="10"/>
          </p:nvPr>
        </p:nvSpPr>
        <p:spPr/>
        <p:txBody>
          <a:bodyPr/>
          <a:lstStyle>
            <a:lvl1pPr>
              <a:defRPr/>
            </a:lvl1pPr>
          </a:lstStyle>
          <a:p>
            <a:pPr>
              <a:defRPr/>
            </a:pPr>
            <a:fld id="{CC8070D3-2F05-4320-89AD-BF51107A22D8}" type="datetime11">
              <a:rPr lang="zh-CN" altLang="en-US" smtClean="0"/>
            </a:fld>
            <a:endParaRPr lang="zh-CN" altLang="en-US"/>
          </a:p>
        </p:txBody>
      </p:sp>
      <p:sp>
        <p:nvSpPr>
          <p:cNvPr id="8" name="页脚占位符 4"/>
          <p:cNvSpPr>
            <a:spLocks noGrp="1"/>
          </p:cNvSpPr>
          <p:nvPr>
            <p:ph type="ftr" sz="quarter" idx="11"/>
          </p:nvPr>
        </p:nvSpPr>
        <p:spPr/>
        <p:txBody>
          <a:bodyPr/>
          <a:lstStyle>
            <a:lvl1pPr>
              <a:defRPr/>
            </a:lvl1pPr>
          </a:lstStyle>
          <a:p>
            <a:pPr>
              <a:defRPr/>
            </a:pPr>
          </a:p>
        </p:txBody>
      </p:sp>
      <p:sp>
        <p:nvSpPr>
          <p:cNvPr id="9" name="灯片编号占位符 5"/>
          <p:cNvSpPr>
            <a:spLocks noGrp="1"/>
          </p:cNvSpPr>
          <p:nvPr>
            <p:ph type="sldNum" sz="quarter" idx="12"/>
          </p:nvPr>
        </p:nvSpPr>
        <p:spPr/>
        <p:txBody>
          <a:bodyPr/>
          <a:lstStyle>
            <a:lvl1pPr>
              <a:defRPr/>
            </a:lvl1pPr>
          </a:lstStyle>
          <a:p>
            <a:pPr>
              <a:defRPr/>
            </a:pPr>
            <a:fld id="{F802D8EC-8007-4733-89BB-57702294C438}" type="slidenum">
              <a:rPr lang="zh-CN" altLang="en-US"/>
            </a:fld>
            <a:endParaRPr lang="zh-CN" altLang="en-US"/>
          </a:p>
        </p:txBody>
      </p:sp>
    </p:spTree>
  </p:cSld>
  <p:clrMapOvr>
    <a:masterClrMapping/>
  </p:clrMapOvr>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日期占位符 3"/>
          <p:cNvSpPr>
            <a:spLocks noGrp="1"/>
          </p:cNvSpPr>
          <p:nvPr>
            <p:ph type="dt" sz="half" idx="10"/>
          </p:nvPr>
        </p:nvSpPr>
        <p:spPr/>
        <p:txBody>
          <a:bodyPr/>
          <a:lstStyle>
            <a:lvl1pPr>
              <a:defRPr/>
            </a:lvl1pPr>
          </a:lstStyle>
          <a:p>
            <a:pPr>
              <a:defRPr/>
            </a:pPr>
            <a:fld id="{EC625B62-1683-4988-90A0-6772DA9AE9D2}" type="datetime11">
              <a:rPr lang="zh-CN" altLang="en-US" smtClean="0"/>
            </a:fld>
            <a:endParaRPr lang="zh-CN" altLang="en-US"/>
          </a:p>
        </p:txBody>
      </p:sp>
      <p:sp>
        <p:nvSpPr>
          <p:cNvPr id="4" name="页脚占位符 4"/>
          <p:cNvSpPr>
            <a:spLocks noGrp="1"/>
          </p:cNvSpPr>
          <p:nvPr>
            <p:ph type="ftr" sz="quarter" idx="11"/>
          </p:nvPr>
        </p:nvSpPr>
        <p:spPr/>
        <p:txBody>
          <a:bodyPr/>
          <a:lstStyle>
            <a:lvl1pPr>
              <a:defRPr/>
            </a:lvl1pPr>
          </a:lstStyle>
          <a:p>
            <a:pPr>
              <a:defRPr/>
            </a:pPr>
          </a:p>
        </p:txBody>
      </p:sp>
      <p:sp>
        <p:nvSpPr>
          <p:cNvPr id="5" name="灯片编号占位符 5"/>
          <p:cNvSpPr>
            <a:spLocks noGrp="1"/>
          </p:cNvSpPr>
          <p:nvPr>
            <p:ph type="sldNum" sz="quarter" idx="12"/>
          </p:nvPr>
        </p:nvSpPr>
        <p:spPr/>
        <p:txBody>
          <a:bodyPr/>
          <a:lstStyle>
            <a:lvl1pPr>
              <a:defRPr/>
            </a:lvl1pPr>
          </a:lstStyle>
          <a:p>
            <a:pPr>
              <a:defRPr/>
            </a:pPr>
            <a:fld id="{0FA61CB1-CBEF-486A-8AE1-A5521D07AC14}" type="slidenum">
              <a:rPr lang="zh-CN" altLang="en-US"/>
            </a:fld>
            <a:endParaRPr lang="zh-CN" altLang="en-US"/>
          </a:p>
        </p:txBody>
      </p:sp>
    </p:spTree>
  </p:cSld>
  <p:clrMapOvr>
    <a:masterClrMapping/>
  </p:clrMapOvr>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99C98586-C9EF-4F22-8FE8-3013AAE5DF70}" type="datetime11">
              <a:rPr lang="zh-CN" altLang="en-US" smtClean="0"/>
            </a:fld>
            <a:endParaRPr lang="zh-CN" altLang="en-US"/>
          </a:p>
        </p:txBody>
      </p:sp>
      <p:sp>
        <p:nvSpPr>
          <p:cNvPr id="3" name="页脚占位符 4"/>
          <p:cNvSpPr>
            <a:spLocks noGrp="1"/>
          </p:cNvSpPr>
          <p:nvPr>
            <p:ph type="ftr" sz="quarter" idx="11"/>
          </p:nvPr>
        </p:nvSpPr>
        <p:spPr/>
        <p:txBody>
          <a:bodyPr/>
          <a:lstStyle>
            <a:lvl1pPr>
              <a:defRPr/>
            </a:lvl1pPr>
          </a:lstStyle>
          <a:p>
            <a:pPr>
              <a:defRPr/>
            </a:pPr>
          </a:p>
        </p:txBody>
      </p:sp>
      <p:sp>
        <p:nvSpPr>
          <p:cNvPr id="4" name="灯片编号占位符 5"/>
          <p:cNvSpPr>
            <a:spLocks noGrp="1"/>
          </p:cNvSpPr>
          <p:nvPr>
            <p:ph type="sldNum" sz="quarter" idx="12"/>
          </p:nvPr>
        </p:nvSpPr>
        <p:spPr/>
        <p:txBody>
          <a:bodyPr/>
          <a:lstStyle>
            <a:lvl1pPr>
              <a:defRPr/>
            </a:lvl1pPr>
          </a:lstStyle>
          <a:p>
            <a:pPr>
              <a:defRPr/>
            </a:pPr>
            <a:fld id="{BE2D95CB-769A-468A-B4DA-B3A288340144}" type="slidenum">
              <a:rPr lang="zh-CN" altLang="en-US"/>
            </a:fld>
            <a:endParaRPr lang="zh-CN" altLang="en-US"/>
          </a:p>
        </p:txBody>
      </p:sp>
    </p:spTree>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smtClean="0"/>
              <a:t>单击此处编辑母版文本样式</a:t>
            </a:r>
            <a:endParaRPr lang="zh-CN" altLang="en-US" noProof="1" smtClean="0"/>
          </a:p>
        </p:txBody>
      </p:sp>
      <p:sp>
        <p:nvSpPr>
          <p:cNvPr id="5" name="日期占位符 3"/>
          <p:cNvSpPr>
            <a:spLocks noGrp="1"/>
          </p:cNvSpPr>
          <p:nvPr>
            <p:ph type="dt" sz="half" idx="10"/>
          </p:nvPr>
        </p:nvSpPr>
        <p:spPr/>
        <p:txBody>
          <a:bodyPr/>
          <a:lstStyle>
            <a:lvl1pPr>
              <a:defRPr/>
            </a:lvl1pPr>
          </a:lstStyle>
          <a:p>
            <a:pPr>
              <a:defRPr/>
            </a:pPr>
            <a:fld id="{7A6530B5-56E0-4B78-AB6A-22F7FB41DCAC}" type="datetime11">
              <a:rPr lang="zh-CN" altLang="en-US" smtClean="0"/>
            </a:fld>
            <a:endParaRPr lang="zh-CN" altLang="en-US"/>
          </a:p>
        </p:txBody>
      </p:sp>
      <p:sp>
        <p:nvSpPr>
          <p:cNvPr id="6" name="页脚占位符 4"/>
          <p:cNvSpPr>
            <a:spLocks noGrp="1"/>
          </p:cNvSpPr>
          <p:nvPr>
            <p:ph type="ftr" sz="quarter" idx="11"/>
          </p:nvPr>
        </p:nvSpPr>
        <p:spPr/>
        <p:txBody>
          <a:bodyPr/>
          <a:lstStyle>
            <a:lvl1pPr>
              <a:defRPr/>
            </a:lvl1pPr>
          </a:lstStyle>
          <a:p>
            <a:pPr>
              <a:defRPr/>
            </a:pPr>
          </a:p>
        </p:txBody>
      </p:sp>
      <p:sp>
        <p:nvSpPr>
          <p:cNvPr id="7" name="灯片编号占位符 5"/>
          <p:cNvSpPr>
            <a:spLocks noGrp="1"/>
          </p:cNvSpPr>
          <p:nvPr>
            <p:ph type="sldNum" sz="quarter" idx="12"/>
          </p:nvPr>
        </p:nvSpPr>
        <p:spPr/>
        <p:txBody>
          <a:bodyPr/>
          <a:lstStyle>
            <a:lvl1pPr>
              <a:defRPr/>
            </a:lvl1pPr>
          </a:lstStyle>
          <a:p>
            <a:pPr>
              <a:defRPr/>
            </a:pPr>
            <a:fld id="{C6791443-1003-4C83-B28D-7AD5E3298F30}" type="slidenum">
              <a:rPr lang="zh-CN" altLang="en-US"/>
            </a:fld>
            <a:endParaRPr lang="zh-CN" altLang="en-US"/>
          </a:p>
        </p:txBody>
      </p:sp>
    </p:spTree>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1">
              <a:sym typeface="Calibri" panose="020F0502020204030204" pitchFamily="34" charset="0"/>
            </a:endParaRPr>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
        <p:nvSpPr>
          <p:cNvPr id="5" name="日期占位符 3"/>
          <p:cNvSpPr>
            <a:spLocks noGrp="1"/>
          </p:cNvSpPr>
          <p:nvPr>
            <p:ph type="dt" sz="half" idx="10"/>
          </p:nvPr>
        </p:nvSpPr>
        <p:spPr/>
        <p:txBody>
          <a:bodyPr/>
          <a:lstStyle>
            <a:lvl1pPr>
              <a:defRPr/>
            </a:lvl1pPr>
          </a:lstStyle>
          <a:p>
            <a:pPr>
              <a:defRPr/>
            </a:pPr>
            <a:fld id="{FF9F74E0-5DD1-4CD7-8D3B-489968EBF904}" type="datetime11">
              <a:rPr lang="zh-CN" altLang="en-US" smtClean="0"/>
            </a:fld>
            <a:endParaRPr lang="zh-CN" altLang="en-US"/>
          </a:p>
        </p:txBody>
      </p:sp>
      <p:sp>
        <p:nvSpPr>
          <p:cNvPr id="6" name="页脚占位符 4"/>
          <p:cNvSpPr>
            <a:spLocks noGrp="1"/>
          </p:cNvSpPr>
          <p:nvPr>
            <p:ph type="ftr" sz="quarter" idx="11"/>
          </p:nvPr>
        </p:nvSpPr>
        <p:spPr/>
        <p:txBody>
          <a:bodyPr/>
          <a:lstStyle>
            <a:lvl1pPr>
              <a:defRPr/>
            </a:lvl1pPr>
          </a:lstStyle>
          <a:p>
            <a:pPr>
              <a:defRPr/>
            </a:pPr>
          </a:p>
        </p:txBody>
      </p:sp>
      <p:sp>
        <p:nvSpPr>
          <p:cNvPr id="7" name="灯片编号占位符 5"/>
          <p:cNvSpPr>
            <a:spLocks noGrp="1"/>
          </p:cNvSpPr>
          <p:nvPr>
            <p:ph type="sldNum" sz="quarter" idx="12"/>
          </p:nvPr>
        </p:nvSpPr>
        <p:spPr/>
        <p:txBody>
          <a:bodyPr/>
          <a:lstStyle>
            <a:lvl1pPr>
              <a:defRPr/>
            </a:lvl1pPr>
          </a:lstStyle>
          <a:p>
            <a:pPr>
              <a:defRPr/>
            </a:pPr>
            <a:fld id="{B275137B-64A7-448B-B5E9-67F2E2DDCFD5}" type="slidenum">
              <a:rPr lang="zh-CN" altLang="en-US"/>
            </a:fld>
            <a:endParaRPr lang="zh-CN" altLang="en-US"/>
          </a:p>
        </p:txBody>
      </p:sp>
    </p:spTree>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lvl1pPr>
              <a:defRPr/>
            </a:lvl1pPr>
          </a:lstStyle>
          <a:p>
            <a:pPr>
              <a:defRPr/>
            </a:pPr>
            <a:fld id="{969F0786-D391-419E-A854-5CE1838E9165}" type="datetime11">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pPr>
              <a:defRPr/>
            </a:pPr>
          </a:p>
        </p:txBody>
      </p:sp>
      <p:sp>
        <p:nvSpPr>
          <p:cNvPr id="6" name="灯片编号占位符 5"/>
          <p:cNvSpPr>
            <a:spLocks noGrp="1"/>
          </p:cNvSpPr>
          <p:nvPr>
            <p:ph type="sldNum" sz="quarter" idx="12"/>
          </p:nvPr>
        </p:nvSpPr>
        <p:spPr/>
        <p:txBody>
          <a:bodyPr/>
          <a:lstStyle>
            <a:lvl1pPr>
              <a:defRPr/>
            </a:lvl1pPr>
          </a:lstStyle>
          <a:p>
            <a:pPr>
              <a:defRPr/>
            </a:pPr>
            <a:fld id="{5ED2F7EE-45D4-493F-8945-B16FA2DAF341}" type="slidenum">
              <a:rPr lang="zh-CN" altLang="en-US"/>
            </a:fld>
            <a:endParaRPr lang="zh-CN" altLang="en-US"/>
          </a:p>
        </p:txBody>
      </p:sp>
    </p:spTree>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lvl1pPr>
              <a:defRPr/>
            </a:lvl1pPr>
          </a:lstStyle>
          <a:p>
            <a:pPr>
              <a:defRPr/>
            </a:pPr>
            <a:fld id="{867C0634-612C-41CC-8273-16AD254F2C32}" type="datetime11">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pPr>
              <a:defRPr/>
            </a:pPr>
          </a:p>
        </p:txBody>
      </p:sp>
      <p:sp>
        <p:nvSpPr>
          <p:cNvPr id="6" name="灯片编号占位符 5"/>
          <p:cNvSpPr>
            <a:spLocks noGrp="1"/>
          </p:cNvSpPr>
          <p:nvPr>
            <p:ph type="sldNum" sz="quarter" idx="12"/>
          </p:nvPr>
        </p:nvSpPr>
        <p:spPr/>
        <p:txBody>
          <a:bodyPr/>
          <a:lstStyle>
            <a:lvl1pPr>
              <a:defRPr/>
            </a:lvl1pPr>
          </a:lstStyle>
          <a:p>
            <a:pPr>
              <a:defRPr/>
            </a:pPr>
            <a:fld id="{D9B88F3B-8E8E-4A23-B994-11BB227F65CB}" type="slidenum">
              <a:rPr lang="zh-CN" altLang="en-US"/>
            </a:fld>
            <a:endParaRPr lang="zh-CN" altLang="en-US"/>
          </a:p>
        </p:txBody>
      </p:sp>
    </p:spTree>
  </p:cSld>
  <p:clrMapOvr>
    <a:masterClrMapping/>
  </p:clrMapOvr>
  <p:hf hdr="0" ftr="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smtClean="0">
                <a:sym typeface="Calibri Light" panose="020F0302020204030204" pitchFamily="34" charset="0"/>
              </a:rPr>
              <a:t>单击此处编辑母版标题样式</a:t>
            </a:r>
            <a:endParaRPr lang="zh-CN" altLang="en-US" smtClean="0">
              <a:sym typeface="Calibri Light" panose="020F0302020204030204" pitchFamily="34" charset="0"/>
            </a:endParaRPr>
          </a:p>
        </p:txBody>
      </p:sp>
      <p:sp>
        <p:nvSpPr>
          <p:cNvPr id="1027" name="文本占位符 2"/>
          <p:cNvSpPr>
            <a:spLocks noGrp="1" noChangeArrowheads="1"/>
          </p:cNvSpPr>
          <p:nvPr>
            <p:ph type="body" idx="9"/>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smtClean="0">
                <a:sym typeface="Calibri" panose="020F0502020204030204" pitchFamily="34" charset="0"/>
              </a:rPr>
              <a:t>单击此处编辑母版文本样式</a:t>
            </a:r>
            <a:endParaRPr lang="zh-CN" altLang="en-US" smtClean="0">
              <a:sym typeface="Calibri" panose="020F0502020204030204" pitchFamily="34" charset="0"/>
            </a:endParaRPr>
          </a:p>
          <a:p>
            <a:pPr lvl="1"/>
            <a:r>
              <a:rPr lang="zh-CN" altLang="en-US" smtClean="0">
                <a:sym typeface="Calibri" panose="020F0502020204030204" pitchFamily="34" charset="0"/>
              </a:rPr>
              <a:t>第二级</a:t>
            </a:r>
            <a:endParaRPr lang="zh-CN" altLang="en-US" smtClean="0">
              <a:sym typeface="Calibri" panose="020F0502020204030204" pitchFamily="34" charset="0"/>
            </a:endParaRPr>
          </a:p>
          <a:p>
            <a:pPr lvl="2"/>
            <a:r>
              <a:rPr lang="zh-CN" altLang="en-US" smtClean="0">
                <a:sym typeface="Calibri" panose="020F0502020204030204" pitchFamily="34" charset="0"/>
              </a:rPr>
              <a:t>第三级</a:t>
            </a:r>
            <a:endParaRPr lang="zh-CN" altLang="en-US" smtClean="0">
              <a:sym typeface="Calibri" panose="020F0502020204030204" pitchFamily="34" charset="0"/>
            </a:endParaRPr>
          </a:p>
          <a:p>
            <a:pPr lvl="3"/>
            <a:r>
              <a:rPr lang="zh-CN" altLang="en-US" smtClean="0">
                <a:sym typeface="Calibri" panose="020F0502020204030204" pitchFamily="34" charset="0"/>
              </a:rPr>
              <a:t>第四级</a:t>
            </a:r>
            <a:endParaRPr lang="zh-CN" altLang="en-US" smtClean="0">
              <a:sym typeface="Calibri" panose="020F0502020204030204" pitchFamily="34" charset="0"/>
            </a:endParaRPr>
          </a:p>
          <a:p>
            <a:pPr lvl="4"/>
            <a:r>
              <a:rPr lang="zh-CN" altLang="en-US" smtClean="0">
                <a:sym typeface="Calibri" panose="020F0502020204030204" pitchFamily="34" charset="0"/>
              </a:rPr>
              <a:t>第五级</a:t>
            </a:r>
            <a:endParaRPr lang="zh-CN" altLang="en-US" smtClean="0">
              <a:sym typeface="Calibri" panose="020F0502020204030204" pitchFamily="34" charset="0"/>
            </a:endParaRPr>
          </a:p>
        </p:txBody>
      </p:sp>
      <p:sp>
        <p:nvSpPr>
          <p:cNvPr id="1028" name="日期占位符 3"/>
          <p:cNvSpPr>
            <a:spLocks noGrp="1"/>
          </p:cNvSpPr>
          <p:nvPr>
            <p:ph type="dt" sz="half" idx="2"/>
          </p:nvPr>
        </p:nvSpPr>
        <p:spPr>
          <a:xfrm>
            <a:off x="838200" y="6356350"/>
            <a:ext cx="2743200" cy="365125"/>
          </a:xfrm>
          <a:prstGeom prst="rect">
            <a:avLst/>
          </a:prstGeom>
          <a:noFill/>
          <a:ln w="9525">
            <a:noFill/>
          </a:ln>
        </p:spPr>
        <p:txBody>
          <a:bodyPr vert="horz" wrap="square" lIns="91440" tIns="45720" rIns="91440" bIns="45720" numCol="1" anchor="ctr" anchorCtr="0" compatLnSpc="1"/>
          <a:lstStyle>
            <a:lvl1pPr>
              <a:buFont typeface="Arial" panose="020B0604020202020204" pitchFamily="34" charset="0"/>
              <a:buNone/>
              <a:defRPr sz="1200" smtClean="0">
                <a:solidFill>
                  <a:srgbClr val="898989"/>
                </a:solidFill>
                <a:latin typeface="Arial" panose="020B0604020202020204" pitchFamily="34" charset="0"/>
                <a:ea typeface="+mn-ea"/>
                <a:cs typeface="Arial" panose="020B0604020202020204" pitchFamily="34" charset="0"/>
              </a:defRPr>
            </a:lvl1pPr>
          </a:lstStyle>
          <a:p>
            <a:pPr>
              <a:defRPr/>
            </a:pPr>
            <a:fld id="{317E18CC-E37C-466A-9F17-31F5506663C7}" type="datetime11">
              <a:rPr lang="zh-CN" altLang="en-US" smtClean="0"/>
            </a:fld>
            <a:endParaRPr lang="zh-CN" altLang="en-US"/>
          </a:p>
        </p:txBody>
      </p:sp>
      <p:sp>
        <p:nvSpPr>
          <p:cNvPr id="1029" name="页脚占位符 4"/>
          <p:cNvSpPr>
            <a:spLocks noGrp="1"/>
          </p:cNvSpPr>
          <p:nvPr>
            <p:ph type="ftr" sz="quarter" idx="3"/>
          </p:nvPr>
        </p:nvSpPr>
        <p:spPr>
          <a:xfrm>
            <a:off x="4038600" y="6356350"/>
            <a:ext cx="4114800" cy="365125"/>
          </a:xfrm>
          <a:prstGeom prst="rect">
            <a:avLst/>
          </a:prstGeom>
          <a:noFill/>
          <a:ln w="9525">
            <a:noFill/>
          </a:ln>
        </p:spPr>
        <p:txBody>
          <a:bodyPr vert="horz" anchor="ctr"/>
          <a:lstStyle>
            <a:lvl1pPr algn="ctr">
              <a:buFont typeface="Arial" panose="020B0604020202020204" pitchFamily="34" charset="0"/>
              <a:buNone/>
              <a:defRPr sz="1200">
                <a:solidFill>
                  <a:srgbClr val="898989"/>
                </a:solidFill>
                <a:latin typeface="Arial" panose="020B0604020202020204" pitchFamily="34" charset="0"/>
                <a:ea typeface="宋体" panose="02010600030101010101" pitchFamily="2" charset="-122"/>
                <a:cs typeface="Arial" panose="020B0604020202020204" pitchFamily="34" charset="0"/>
              </a:defRPr>
            </a:lvl1pPr>
          </a:lstStyle>
          <a:p>
            <a:pPr>
              <a:defRPr/>
            </a:pPr>
          </a:p>
        </p:txBody>
      </p:sp>
      <p:sp>
        <p:nvSpPr>
          <p:cNvPr id="1030" name="灯片编号占位符 5"/>
          <p:cNvSpPr>
            <a:spLocks noGrp="1"/>
          </p:cNvSpPr>
          <p:nvPr>
            <p:ph type="sldNum" sz="quarter" idx="4"/>
          </p:nvPr>
        </p:nvSpPr>
        <p:spPr>
          <a:xfrm>
            <a:off x="8610600" y="6356350"/>
            <a:ext cx="2743200" cy="365125"/>
          </a:xfrm>
          <a:prstGeom prst="rect">
            <a:avLst/>
          </a:prstGeom>
          <a:noFill/>
          <a:ln w="9525">
            <a:noFill/>
          </a:ln>
        </p:spPr>
        <p:txBody>
          <a:bodyPr vert="horz" wrap="square" lIns="91440" tIns="45720" rIns="91440" bIns="45720" numCol="1" anchor="ctr" anchorCtr="0" compatLnSpc="1"/>
          <a:lstStyle>
            <a:lvl1pPr algn="r">
              <a:buFont typeface="Arial" panose="020B0604020202020204" pitchFamily="34" charset="0"/>
              <a:buNone/>
              <a:defRPr sz="1200">
                <a:solidFill>
                  <a:srgbClr val="898989"/>
                </a:solidFill>
                <a:latin typeface="Arial" panose="020B0604020202020204" pitchFamily="34" charset="0"/>
                <a:ea typeface="宋体" panose="02010600030101010101" pitchFamily="2" charset="-122"/>
              </a:defRPr>
            </a:lvl1pPr>
          </a:lstStyle>
          <a:p>
            <a:pPr>
              <a:defRPr/>
            </a:pPr>
            <a:fld id="{19D3AEAD-28B0-4ED5-9087-732EDE22450D}"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marL="914400" indent="-914400" algn="l" rtl="0" eaLnBrk="0" fontAlgn="base" hangingPunct="0">
        <a:lnSpc>
          <a:spcPct val="90000"/>
        </a:lnSpc>
        <a:spcBef>
          <a:spcPct val="0"/>
        </a:spcBef>
        <a:spcAft>
          <a:spcPct val="0"/>
        </a:spcAft>
        <a:buFont typeface="Arial" panose="020B0604020202020204" pitchFamily="34" charset="0"/>
        <a:defRPr sz="4400" kern="1200">
          <a:solidFill>
            <a:schemeClr val="tx1"/>
          </a:solidFill>
          <a:latin typeface="+mj-lt"/>
          <a:ea typeface="+mj-ea"/>
          <a:cs typeface="+mj-cs"/>
          <a:sym typeface="Calibri Light" panose="020F0302020204030204" pitchFamily="34" charset="0"/>
        </a:defRPr>
      </a:lvl1pPr>
      <a:lvl2pPr marL="914400" indent="-914400" algn="l" rtl="0" eaLnBrk="0" fontAlgn="base" hangingPunct="0">
        <a:lnSpc>
          <a:spcPct val="90000"/>
        </a:lnSpc>
        <a:spcBef>
          <a:spcPct val="0"/>
        </a:spcBef>
        <a:spcAft>
          <a:spcPct val="0"/>
        </a:spcAft>
        <a:buFont typeface="Arial" panose="020B0604020202020204" pitchFamily="34" charset="0"/>
        <a:defRPr sz="44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2pPr>
      <a:lvl3pPr marL="914400" indent="-914400" algn="l" rtl="0" eaLnBrk="0" fontAlgn="base" hangingPunct="0">
        <a:lnSpc>
          <a:spcPct val="90000"/>
        </a:lnSpc>
        <a:spcBef>
          <a:spcPct val="0"/>
        </a:spcBef>
        <a:spcAft>
          <a:spcPct val="0"/>
        </a:spcAft>
        <a:buFont typeface="Arial" panose="020B0604020202020204" pitchFamily="34" charset="0"/>
        <a:defRPr sz="44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3pPr>
      <a:lvl4pPr marL="914400" indent="-914400" algn="l" rtl="0" eaLnBrk="0" fontAlgn="base" hangingPunct="0">
        <a:lnSpc>
          <a:spcPct val="90000"/>
        </a:lnSpc>
        <a:spcBef>
          <a:spcPct val="0"/>
        </a:spcBef>
        <a:spcAft>
          <a:spcPct val="0"/>
        </a:spcAft>
        <a:buFont typeface="Arial" panose="020B0604020202020204" pitchFamily="34" charset="0"/>
        <a:defRPr sz="44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4pPr>
      <a:lvl5pPr marL="914400" indent="-914400" algn="l" rtl="0" eaLnBrk="0" fontAlgn="base" hangingPunct="0">
        <a:lnSpc>
          <a:spcPct val="90000"/>
        </a:lnSpc>
        <a:spcBef>
          <a:spcPct val="0"/>
        </a:spcBef>
        <a:spcAft>
          <a:spcPct val="0"/>
        </a:spcAft>
        <a:buFont typeface="Arial" panose="020B0604020202020204" pitchFamily="34" charset="0"/>
        <a:defRPr sz="44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5pPr>
      <a:lvl6pPr marL="1371600" indent="-914400" algn="l" rtl="0" fontAlgn="base">
        <a:lnSpc>
          <a:spcPct val="90000"/>
        </a:lnSpc>
        <a:spcBef>
          <a:spcPct val="0"/>
        </a:spcBef>
        <a:spcAft>
          <a:spcPct val="0"/>
        </a:spcAft>
        <a:buFont typeface="Arial" panose="020B0604020202020204" pitchFamily="34" charset="0"/>
        <a:defRPr sz="44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6pPr>
      <a:lvl7pPr marL="1828800" indent="-914400" algn="l" rtl="0" fontAlgn="base">
        <a:lnSpc>
          <a:spcPct val="90000"/>
        </a:lnSpc>
        <a:spcBef>
          <a:spcPct val="0"/>
        </a:spcBef>
        <a:spcAft>
          <a:spcPct val="0"/>
        </a:spcAft>
        <a:buFont typeface="Arial" panose="020B0604020202020204" pitchFamily="34" charset="0"/>
        <a:defRPr sz="44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7pPr>
      <a:lvl8pPr marL="2286000" indent="-914400" algn="l" rtl="0" fontAlgn="base">
        <a:lnSpc>
          <a:spcPct val="90000"/>
        </a:lnSpc>
        <a:spcBef>
          <a:spcPct val="0"/>
        </a:spcBef>
        <a:spcAft>
          <a:spcPct val="0"/>
        </a:spcAft>
        <a:buFont typeface="Arial" panose="020B0604020202020204" pitchFamily="34" charset="0"/>
        <a:defRPr sz="44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8pPr>
      <a:lvl9pPr marL="2743200" indent="-914400" algn="l" rtl="0" fontAlgn="base">
        <a:lnSpc>
          <a:spcPct val="90000"/>
        </a:lnSpc>
        <a:spcBef>
          <a:spcPct val="0"/>
        </a:spcBef>
        <a:spcAft>
          <a:spcPct val="0"/>
        </a:spcAft>
        <a:buFont typeface="Arial" panose="020B0604020202020204" pitchFamily="34" charset="0"/>
        <a:defRPr sz="44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1pPr>
      <a:lvl2pPr marL="685800" lvl="1"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2pPr>
      <a:lvl3pPr marL="1143000" lvl="2"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3pPr>
      <a:lvl4pPr marL="1600200" lvl="3"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lvl="4"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vl6pPr marL="2514600" lvl="5" indent="-228600" algn="l" defTabSz="914400" eaLnBrk="1" fontAlgn="base"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sym typeface="Calibri" panose="020F0502020204030204" pitchFamily="34" charset="0"/>
        </a:defRPr>
      </a:lvl6pPr>
      <a:lvl7pPr marL="2971800" lvl="6" indent="-228600" algn="l" defTabSz="914400" eaLnBrk="1" fontAlgn="base"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sym typeface="Calibri" panose="020F0502020204030204" pitchFamily="34" charset="0"/>
        </a:defRPr>
      </a:lvl7pPr>
      <a:lvl8pPr marL="3429000" lvl="7" indent="-228600" algn="l" defTabSz="914400" eaLnBrk="1" fontAlgn="base"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sym typeface="Calibri" panose="020F0502020204030204" pitchFamily="34" charset="0"/>
        </a:defRPr>
      </a:lvl8pPr>
      <a:lvl9pPr marL="3886200" lvl="8" indent="-228600" algn="l" defTabSz="914400" eaLnBrk="1" fontAlgn="base"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sym typeface="Calibri" panose="020F0502020204030204" pitchFamily="34" charset="0"/>
        </a:defRPr>
      </a:lvl9pPr>
    </p:bodyStyle>
    <p:otherStyle>
      <a:lvl1pPr marL="0" lvl="0"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png"/><Relationship Id="rId2" Type="http://schemas.openxmlformats.org/officeDocument/2006/relationships/customXml" Target="../ink/ink1.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1.xml"/><Relationship Id="rId4" Type="http://schemas.openxmlformats.org/officeDocument/2006/relationships/image" Target="../media/image5.png"/><Relationship Id="rId3" Type="http://schemas.openxmlformats.org/officeDocument/2006/relationships/customXml" Target="../ink/ink2.xml"/><Relationship Id="rId2" Type="http://schemas.openxmlformats.org/officeDocument/2006/relationships/image" Target="../media/image4.png"/><Relationship Id="rId1" Type="http://schemas.openxmlformats.org/officeDocument/2006/relationships/oleObject" Target="../embeddings/oleObject1.bin"/></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1.png"/><Relationship Id="rId2" Type="http://schemas.openxmlformats.org/officeDocument/2006/relationships/customXml" Target="../ink/ink3.xml"/><Relationship Id="rId1" Type="http://schemas.openxmlformats.org/officeDocument/2006/relationships/image" Target="../media/image8.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39.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xml"/><Relationship Id="rId3" Type="http://schemas.openxmlformats.org/officeDocument/2006/relationships/image" Target="../media/image15.png"/><Relationship Id="rId2" Type="http://schemas.openxmlformats.org/officeDocument/2006/relationships/customXml" Target="../ink/ink4.xml"/><Relationship Id="rId1" Type="http://schemas.openxmlformats.org/officeDocument/2006/relationships/image" Target="../media/image14.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8.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0.png"/><Relationship Id="rId2" Type="http://schemas.openxmlformats.org/officeDocument/2006/relationships/customXml" Target="../ink/ink5.xml"/><Relationship Id="rId1" Type="http://schemas.openxmlformats.org/officeDocument/2006/relationships/tags" Target="../tags/tag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1.png"/><Relationship Id="rId1" Type="http://schemas.openxmlformats.org/officeDocument/2006/relationships/customXml" Target="../ink/ink6.xml"/></Relationships>
</file>

<file path=ppt/slides/_rels/slide5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2.png"/><Relationship Id="rId2" Type="http://schemas.openxmlformats.org/officeDocument/2006/relationships/customXml" Target="../ink/ink7.xml"/><Relationship Id="rId1" Type="http://schemas.openxmlformats.org/officeDocument/2006/relationships/image" Target="../media/image1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23.png"/></Relationships>
</file>

<file path=ppt/slides/_rels/slide57.xml.rels><?xml version="1.0" encoding="UTF-8" standalone="yes"?>
<Relationships xmlns="http://schemas.openxmlformats.org/package/2006/relationships"><Relationship Id="rId9" Type="http://schemas.openxmlformats.org/officeDocument/2006/relationships/image" Target="../media/image28.png"/><Relationship Id="rId8" Type="http://schemas.openxmlformats.org/officeDocument/2006/relationships/customXml" Target="../ink/ink11.xml"/><Relationship Id="rId7" Type="http://schemas.openxmlformats.org/officeDocument/2006/relationships/image" Target="../media/image27.png"/><Relationship Id="rId6" Type="http://schemas.openxmlformats.org/officeDocument/2006/relationships/customXml" Target="../ink/ink10.xml"/><Relationship Id="rId5" Type="http://schemas.openxmlformats.org/officeDocument/2006/relationships/image" Target="../media/image26.png"/><Relationship Id="rId4" Type="http://schemas.openxmlformats.org/officeDocument/2006/relationships/customXml" Target="../ink/ink9.xml"/><Relationship Id="rId3" Type="http://schemas.openxmlformats.org/officeDocument/2006/relationships/image" Target="../media/image25.png"/><Relationship Id="rId2" Type="http://schemas.openxmlformats.org/officeDocument/2006/relationships/customXml" Target="../ink/ink8.xml"/><Relationship Id="rId10" Type="http://schemas.openxmlformats.org/officeDocument/2006/relationships/slideLayout" Target="../slideLayouts/slideLayout1.xml"/><Relationship Id="rId1" Type="http://schemas.openxmlformats.org/officeDocument/2006/relationships/image" Target="../media/image24.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2.png"/></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4.png"/><Relationship Id="rId1" Type="http://schemas.openxmlformats.org/officeDocument/2006/relationships/image" Target="../media/image33.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6.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7.png"/></Relationships>
</file>

<file path=ppt/slides/_rels/slide75.xml.rels><?xml version="1.0" encoding="UTF-8" standalone="yes"?>
<Relationships xmlns="http://schemas.openxmlformats.org/package/2006/relationships"><Relationship Id="rId9" Type="http://schemas.openxmlformats.org/officeDocument/2006/relationships/image" Target="../media/image42.png"/><Relationship Id="rId8" Type="http://schemas.openxmlformats.org/officeDocument/2006/relationships/customXml" Target="../ink/ink15.xml"/><Relationship Id="rId7" Type="http://schemas.openxmlformats.org/officeDocument/2006/relationships/image" Target="../media/image41.png"/><Relationship Id="rId6" Type="http://schemas.openxmlformats.org/officeDocument/2006/relationships/customXml" Target="../ink/ink14.xml"/><Relationship Id="rId5" Type="http://schemas.openxmlformats.org/officeDocument/2006/relationships/image" Target="../media/image40.png"/><Relationship Id="rId4" Type="http://schemas.openxmlformats.org/officeDocument/2006/relationships/customXml" Target="../ink/ink13.xml"/><Relationship Id="rId3" Type="http://schemas.openxmlformats.org/officeDocument/2006/relationships/image" Target="../media/image39.png"/><Relationship Id="rId22" Type="http://schemas.openxmlformats.org/officeDocument/2006/relationships/slideLayout" Target="../slideLayouts/slideLayout1.xml"/><Relationship Id="rId21" Type="http://schemas.openxmlformats.org/officeDocument/2006/relationships/image" Target="../media/image48.png"/><Relationship Id="rId20" Type="http://schemas.openxmlformats.org/officeDocument/2006/relationships/customXml" Target="../ink/ink21.xml"/><Relationship Id="rId2" Type="http://schemas.openxmlformats.org/officeDocument/2006/relationships/customXml" Target="../ink/ink12.xml"/><Relationship Id="rId19" Type="http://schemas.openxmlformats.org/officeDocument/2006/relationships/image" Target="../media/image47.png"/><Relationship Id="rId18" Type="http://schemas.openxmlformats.org/officeDocument/2006/relationships/customXml" Target="../ink/ink20.xml"/><Relationship Id="rId17" Type="http://schemas.openxmlformats.org/officeDocument/2006/relationships/image" Target="../media/image46.png"/><Relationship Id="rId16" Type="http://schemas.openxmlformats.org/officeDocument/2006/relationships/customXml" Target="../ink/ink19.xml"/><Relationship Id="rId15" Type="http://schemas.openxmlformats.org/officeDocument/2006/relationships/image" Target="../media/image45.png"/><Relationship Id="rId14" Type="http://schemas.openxmlformats.org/officeDocument/2006/relationships/customXml" Target="../ink/ink18.xml"/><Relationship Id="rId13" Type="http://schemas.openxmlformats.org/officeDocument/2006/relationships/image" Target="../media/image44.png"/><Relationship Id="rId12" Type="http://schemas.openxmlformats.org/officeDocument/2006/relationships/customXml" Target="../ink/ink17.xml"/><Relationship Id="rId11" Type="http://schemas.openxmlformats.org/officeDocument/2006/relationships/image" Target="../media/image43.png"/><Relationship Id="rId10" Type="http://schemas.openxmlformats.org/officeDocument/2006/relationships/customXml" Target="../ink/ink16.xml"/><Relationship Id="rId1" Type="http://schemas.openxmlformats.org/officeDocument/2006/relationships/image" Target="../media/image38.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9.png"/></Relationships>
</file>

<file path=ppt/slides/_rels/slide7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51.png"/><Relationship Id="rId2" Type="http://schemas.openxmlformats.org/officeDocument/2006/relationships/customXml" Target="../ink/ink22.xml"/><Relationship Id="rId1" Type="http://schemas.openxmlformats.org/officeDocument/2006/relationships/image" Target="../media/image50.png"/></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2.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3.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7.png"/></Relationships>
</file>

<file path=ppt/slides/_rels/slide82.xml.rels><?xml version="1.0" encoding="UTF-8" standalone="yes"?>
<Relationships xmlns="http://schemas.openxmlformats.org/package/2006/relationships"><Relationship Id="rId9" Type="http://schemas.openxmlformats.org/officeDocument/2006/relationships/image" Target="../media/image57.png"/><Relationship Id="rId8" Type="http://schemas.openxmlformats.org/officeDocument/2006/relationships/customXml" Target="../ink/ink26.xml"/><Relationship Id="rId7" Type="http://schemas.openxmlformats.org/officeDocument/2006/relationships/image" Target="../media/image56.png"/><Relationship Id="rId6" Type="http://schemas.openxmlformats.org/officeDocument/2006/relationships/customXml" Target="../ink/ink25.xml"/><Relationship Id="rId5" Type="http://schemas.openxmlformats.org/officeDocument/2006/relationships/image" Target="../media/image55.png"/><Relationship Id="rId4" Type="http://schemas.openxmlformats.org/officeDocument/2006/relationships/customXml" Target="../ink/ink24.xml"/><Relationship Id="rId3" Type="http://schemas.openxmlformats.org/officeDocument/2006/relationships/image" Target="../media/image54.png"/><Relationship Id="rId2" Type="http://schemas.openxmlformats.org/officeDocument/2006/relationships/customXml" Target="../ink/ink23.xml"/><Relationship Id="rId16" Type="http://schemas.openxmlformats.org/officeDocument/2006/relationships/slideLayout" Target="../slideLayouts/slideLayout2.xml"/><Relationship Id="rId15" Type="http://schemas.openxmlformats.org/officeDocument/2006/relationships/image" Target="../media/image60.png"/><Relationship Id="rId14" Type="http://schemas.openxmlformats.org/officeDocument/2006/relationships/customXml" Target="../ink/ink29.xml"/><Relationship Id="rId13" Type="http://schemas.openxmlformats.org/officeDocument/2006/relationships/image" Target="../media/image59.png"/><Relationship Id="rId12" Type="http://schemas.openxmlformats.org/officeDocument/2006/relationships/customXml" Target="../ink/ink28.xml"/><Relationship Id="rId11" Type="http://schemas.openxmlformats.org/officeDocument/2006/relationships/image" Target="../media/image58.png"/><Relationship Id="rId10" Type="http://schemas.openxmlformats.org/officeDocument/2006/relationships/customXml" Target="../ink/ink27.xml"/><Relationship Id="rId1" Type="http://schemas.openxmlformats.org/officeDocument/2006/relationships/image" Target="../media/image53.png"/></Relationships>
</file>

<file path=ppt/slides/_rels/slide83.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64.png"/><Relationship Id="rId6" Type="http://schemas.openxmlformats.org/officeDocument/2006/relationships/customXml" Target="../ink/ink32.xml"/><Relationship Id="rId5" Type="http://schemas.openxmlformats.org/officeDocument/2006/relationships/image" Target="../media/image63.png"/><Relationship Id="rId4" Type="http://schemas.openxmlformats.org/officeDocument/2006/relationships/customXml" Target="../ink/ink31.xml"/><Relationship Id="rId3" Type="http://schemas.openxmlformats.org/officeDocument/2006/relationships/image" Target="../media/image62.png"/><Relationship Id="rId2" Type="http://schemas.openxmlformats.org/officeDocument/2006/relationships/customXml" Target="../ink/ink30.xml"/><Relationship Id="rId1" Type="http://schemas.openxmlformats.org/officeDocument/2006/relationships/image" Target="../media/image61.png"/></Relationships>
</file>

<file path=ppt/slides/_rels/slide84.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68.png"/><Relationship Id="rId6" Type="http://schemas.openxmlformats.org/officeDocument/2006/relationships/customXml" Target="../ink/ink35.xml"/><Relationship Id="rId5" Type="http://schemas.openxmlformats.org/officeDocument/2006/relationships/image" Target="../media/image67.png"/><Relationship Id="rId4" Type="http://schemas.openxmlformats.org/officeDocument/2006/relationships/customXml" Target="../ink/ink34.xml"/><Relationship Id="rId3" Type="http://schemas.openxmlformats.org/officeDocument/2006/relationships/image" Target="../media/image66.png"/><Relationship Id="rId2" Type="http://schemas.openxmlformats.org/officeDocument/2006/relationships/customXml" Target="../ink/ink33.xml"/><Relationship Id="rId1" Type="http://schemas.openxmlformats.org/officeDocument/2006/relationships/image" Target="../media/image65.png"/></Relationships>
</file>

<file path=ppt/slides/_rels/slide85.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xml"/><Relationship Id="rId3" Type="http://schemas.openxmlformats.org/officeDocument/2006/relationships/image" Target="../media/image70.png"/><Relationship Id="rId2" Type="http://schemas.openxmlformats.org/officeDocument/2006/relationships/customXml" Target="../ink/ink36.xml"/><Relationship Id="rId1" Type="http://schemas.openxmlformats.org/officeDocument/2006/relationships/image" Target="../media/image69.png"/></Relationships>
</file>

<file path=ppt/slides/_rels/slide8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customXml" Target="../ink/ink38.xml"/><Relationship Id="rId2" Type="http://schemas.openxmlformats.org/officeDocument/2006/relationships/image" Target="../media/image71.png"/><Relationship Id="rId1" Type="http://schemas.openxmlformats.org/officeDocument/2006/relationships/customXml" Target="../ink/ink3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9" Type="http://schemas.openxmlformats.org/officeDocument/2006/relationships/image" Target="../media/image76.png"/><Relationship Id="rId8" Type="http://schemas.openxmlformats.org/officeDocument/2006/relationships/customXml" Target="../ink/ink42.xml"/><Relationship Id="rId7" Type="http://schemas.openxmlformats.org/officeDocument/2006/relationships/image" Target="../media/image75.png"/><Relationship Id="rId6" Type="http://schemas.openxmlformats.org/officeDocument/2006/relationships/customXml" Target="../ink/ink41.xml"/><Relationship Id="rId5" Type="http://schemas.openxmlformats.org/officeDocument/2006/relationships/image" Target="../media/image74.png"/><Relationship Id="rId4" Type="http://schemas.openxmlformats.org/officeDocument/2006/relationships/customXml" Target="../ink/ink40.xml"/><Relationship Id="rId37" Type="http://schemas.openxmlformats.org/officeDocument/2006/relationships/notesSlide" Target="../notesSlides/notesSlide13.xml"/><Relationship Id="rId36" Type="http://schemas.openxmlformats.org/officeDocument/2006/relationships/slideLayout" Target="../slideLayouts/slideLayout1.xml"/><Relationship Id="rId35" Type="http://schemas.openxmlformats.org/officeDocument/2006/relationships/image" Target="../media/image89.png"/><Relationship Id="rId34" Type="http://schemas.openxmlformats.org/officeDocument/2006/relationships/customXml" Target="../ink/ink55.xml"/><Relationship Id="rId33" Type="http://schemas.openxmlformats.org/officeDocument/2006/relationships/image" Target="../media/image88.png"/><Relationship Id="rId32" Type="http://schemas.openxmlformats.org/officeDocument/2006/relationships/customXml" Target="../ink/ink54.xml"/><Relationship Id="rId31" Type="http://schemas.openxmlformats.org/officeDocument/2006/relationships/image" Target="../media/image87.png"/><Relationship Id="rId30" Type="http://schemas.openxmlformats.org/officeDocument/2006/relationships/customXml" Target="../ink/ink53.xml"/><Relationship Id="rId3" Type="http://schemas.openxmlformats.org/officeDocument/2006/relationships/image" Target="../media/image73.png"/><Relationship Id="rId29" Type="http://schemas.openxmlformats.org/officeDocument/2006/relationships/image" Target="../media/image86.png"/><Relationship Id="rId28" Type="http://schemas.openxmlformats.org/officeDocument/2006/relationships/customXml" Target="../ink/ink52.xml"/><Relationship Id="rId27" Type="http://schemas.openxmlformats.org/officeDocument/2006/relationships/image" Target="../media/image85.png"/><Relationship Id="rId26" Type="http://schemas.openxmlformats.org/officeDocument/2006/relationships/customXml" Target="../ink/ink51.xml"/><Relationship Id="rId25" Type="http://schemas.openxmlformats.org/officeDocument/2006/relationships/image" Target="../media/image84.png"/><Relationship Id="rId24" Type="http://schemas.openxmlformats.org/officeDocument/2006/relationships/customXml" Target="../ink/ink50.xml"/><Relationship Id="rId23" Type="http://schemas.openxmlformats.org/officeDocument/2006/relationships/image" Target="../media/image83.png"/><Relationship Id="rId22" Type="http://schemas.openxmlformats.org/officeDocument/2006/relationships/customXml" Target="../ink/ink49.xml"/><Relationship Id="rId21" Type="http://schemas.openxmlformats.org/officeDocument/2006/relationships/image" Target="../media/image82.png"/><Relationship Id="rId20" Type="http://schemas.openxmlformats.org/officeDocument/2006/relationships/customXml" Target="../ink/ink48.xml"/><Relationship Id="rId2" Type="http://schemas.openxmlformats.org/officeDocument/2006/relationships/customXml" Target="../ink/ink39.xml"/><Relationship Id="rId19" Type="http://schemas.openxmlformats.org/officeDocument/2006/relationships/image" Target="../media/image81.png"/><Relationship Id="rId18" Type="http://schemas.openxmlformats.org/officeDocument/2006/relationships/customXml" Target="../ink/ink47.xml"/><Relationship Id="rId17" Type="http://schemas.openxmlformats.org/officeDocument/2006/relationships/image" Target="../media/image80.png"/><Relationship Id="rId16" Type="http://schemas.openxmlformats.org/officeDocument/2006/relationships/customXml" Target="../ink/ink46.xml"/><Relationship Id="rId15" Type="http://schemas.openxmlformats.org/officeDocument/2006/relationships/image" Target="../media/image79.png"/><Relationship Id="rId14" Type="http://schemas.openxmlformats.org/officeDocument/2006/relationships/customXml" Target="../ink/ink45.xml"/><Relationship Id="rId13" Type="http://schemas.openxmlformats.org/officeDocument/2006/relationships/image" Target="../media/image78.png"/><Relationship Id="rId12" Type="http://schemas.openxmlformats.org/officeDocument/2006/relationships/customXml" Target="../ink/ink44.xml"/><Relationship Id="rId11" Type="http://schemas.openxmlformats.org/officeDocument/2006/relationships/image" Target="../media/image77.png"/><Relationship Id="rId10" Type="http://schemas.openxmlformats.org/officeDocument/2006/relationships/customXml" Target="../ink/ink43.xml"/><Relationship Id="rId1" Type="http://schemas.openxmlformats.org/officeDocument/2006/relationships/image" Target="../media/image7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91.png"/><Relationship Id="rId3" Type="http://schemas.openxmlformats.org/officeDocument/2006/relationships/customXml" Target="../ink/ink57.xml"/><Relationship Id="rId2" Type="http://schemas.openxmlformats.org/officeDocument/2006/relationships/image" Target="../media/image90.png"/><Relationship Id="rId1" Type="http://schemas.openxmlformats.org/officeDocument/2006/relationships/customXml" Target="../ink/ink5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9" Type="http://schemas.openxmlformats.org/officeDocument/2006/relationships/customXml" Target="../ink/ink62.xml"/><Relationship Id="rId8" Type="http://schemas.openxmlformats.org/officeDocument/2006/relationships/image" Target="../media/image95.png"/><Relationship Id="rId7" Type="http://schemas.openxmlformats.org/officeDocument/2006/relationships/customXml" Target="../ink/ink61.xml"/><Relationship Id="rId6" Type="http://schemas.openxmlformats.org/officeDocument/2006/relationships/image" Target="../media/image94.png"/><Relationship Id="rId5" Type="http://schemas.openxmlformats.org/officeDocument/2006/relationships/customXml" Target="../ink/ink60.xml"/><Relationship Id="rId4" Type="http://schemas.openxmlformats.org/officeDocument/2006/relationships/image" Target="../media/image93.png"/><Relationship Id="rId3" Type="http://schemas.openxmlformats.org/officeDocument/2006/relationships/customXml" Target="../ink/ink59.xml"/><Relationship Id="rId2" Type="http://schemas.openxmlformats.org/officeDocument/2006/relationships/image" Target="../media/image92.png"/><Relationship Id="rId13" Type="http://schemas.openxmlformats.org/officeDocument/2006/relationships/slideLayout" Target="../slideLayouts/slideLayout2.xml"/><Relationship Id="rId12" Type="http://schemas.openxmlformats.org/officeDocument/2006/relationships/image" Target="../media/image97.png"/><Relationship Id="rId11" Type="http://schemas.openxmlformats.org/officeDocument/2006/relationships/customXml" Target="../ink/ink63.xml"/><Relationship Id="rId10" Type="http://schemas.openxmlformats.org/officeDocument/2006/relationships/image" Target="../media/image96.png"/><Relationship Id="rId1" Type="http://schemas.openxmlformats.org/officeDocument/2006/relationships/customXml" Target="../ink/ink5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标题 1"/>
          <p:cNvSpPr>
            <a:spLocks noGrp="1" noChangeArrowheads="1"/>
          </p:cNvSpPr>
          <p:nvPr>
            <p:ph type="ctrTitle"/>
          </p:nvPr>
        </p:nvSpPr>
        <p:spPr>
          <a:xfrm>
            <a:off x="838200" y="365125"/>
            <a:ext cx="10515600" cy="1325563"/>
          </a:xfrm>
        </p:spPr>
        <p:txBody>
          <a:bodyPr anchor="ctr"/>
          <a:lstStyle/>
          <a:p>
            <a:pPr marL="0" indent="0" algn="l" eaLnBrk="1" hangingPunct="1"/>
            <a:r>
              <a:rPr lang="en-US" altLang="zh-CN" sz="4400" smtClean="0">
                <a:latin typeface="Times New Roman" panose="02020603050405020304" pitchFamily="18" charset="0"/>
                <a:sym typeface="Times New Roman" panose="02020603050405020304" pitchFamily="18" charset="0"/>
              </a:rPr>
              <a:t>Revisiting what we have learned</a:t>
            </a:r>
            <a:endParaRPr lang="zh-CN" altLang="en-US" sz="4400" smtClean="0">
              <a:latin typeface="Times New Roman" panose="02020603050405020304" pitchFamily="18" charset="0"/>
              <a:sym typeface="Times New Roman" panose="02020603050405020304" pitchFamily="18" charset="0"/>
            </a:endParaRPr>
          </a:p>
        </p:txBody>
      </p:sp>
      <p:sp>
        <p:nvSpPr>
          <p:cNvPr id="2051" name="内容占位符 2"/>
          <p:cNvSpPr>
            <a:spLocks noGrp="1" noChangeArrowheads="1"/>
          </p:cNvSpPr>
          <p:nvPr>
            <p:ph type="subTitle" idx="1"/>
          </p:nvPr>
        </p:nvSpPr>
        <p:spPr>
          <a:xfrm>
            <a:off x="808038" y="1776413"/>
            <a:ext cx="10515600" cy="4400550"/>
          </a:xfrm>
        </p:spPr>
        <p:txBody>
          <a:bodyPr/>
          <a:lstStyle/>
          <a:p>
            <a:pPr marL="228600" indent="-228600" algn="l" eaLnBrk="1" hangingPunct="1"/>
            <a:r>
              <a:rPr lang="en-US" altLang="zh-CN" sz="2800" smtClean="0">
                <a:latin typeface="Times New Roman" panose="02020603050405020304" pitchFamily="18" charset="0"/>
                <a:sym typeface="Times New Roman" panose="02020603050405020304" pitchFamily="18" charset="0"/>
              </a:rPr>
              <a:t>Q1: </a:t>
            </a:r>
            <a:r>
              <a:rPr lang="zh-CN" altLang="en-US" sz="2800" smtClean="0"/>
              <a:t>请列出目前为止学过的几种图，并对每种图作简单描述。</a:t>
            </a:r>
            <a:endParaRPr lang="en-US" altLang="zh-CN" sz="2800" smtClean="0"/>
          </a:p>
          <a:p>
            <a:pPr marL="228600" indent="-228600" algn="l" eaLnBrk="1" hangingPunct="1">
              <a:buFont typeface="Arial" panose="020B0604020202020204" pitchFamily="34" charset="0"/>
              <a:buChar char="•"/>
            </a:pPr>
            <a:endParaRPr lang="zh-CN" altLang="en-US" sz="280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1"/>
          <p:cNvSpPr>
            <a:spLocks noGrp="1"/>
          </p:cNvSpPr>
          <p:nvPr>
            <p:ph type="title"/>
          </p:nvPr>
        </p:nvSpPr>
        <p:spPr/>
        <p:txBody>
          <a:bodyPr/>
          <a:lstStyle/>
          <a:p>
            <a:r>
              <a:rPr lang="zh-CN" altLang="en-US" dirty="0" smtClean="0">
                <a:solidFill>
                  <a:srgbClr val="FF0000"/>
                </a:solidFill>
              </a:rPr>
              <a:t>第</a:t>
            </a:r>
            <a:r>
              <a:rPr lang="en-US" altLang="zh-CN" dirty="0" smtClean="0">
                <a:solidFill>
                  <a:srgbClr val="FF0000"/>
                </a:solidFill>
              </a:rPr>
              <a:t>2</a:t>
            </a:r>
            <a:r>
              <a:rPr lang="zh-CN" altLang="en-US" dirty="0" smtClean="0">
                <a:solidFill>
                  <a:srgbClr val="FF0000"/>
                </a:solidFill>
              </a:rPr>
              <a:t>、</a:t>
            </a:r>
            <a:r>
              <a:rPr lang="en-US" altLang="zh-CN" dirty="0" smtClean="0">
                <a:solidFill>
                  <a:srgbClr val="FF0000"/>
                </a:solidFill>
              </a:rPr>
              <a:t>3</a:t>
            </a:r>
            <a:r>
              <a:rPr lang="zh-CN" altLang="en-US" dirty="0" smtClean="0">
                <a:solidFill>
                  <a:srgbClr val="FF0000"/>
                </a:solidFill>
              </a:rPr>
              <a:t>章学习的图形工具</a:t>
            </a:r>
            <a:endParaRPr lang="zh-CN" altLang="en-US" dirty="0" smtClean="0">
              <a:solidFill>
                <a:srgbClr val="FF0000"/>
              </a:solidFill>
            </a:endParaRPr>
          </a:p>
        </p:txBody>
      </p:sp>
      <p:sp>
        <p:nvSpPr>
          <p:cNvPr id="3" name="内容占位符 2"/>
          <p:cNvSpPr>
            <a:spLocks noGrp="1"/>
          </p:cNvSpPr>
          <p:nvPr>
            <p:ph idx="1"/>
          </p:nvPr>
        </p:nvSpPr>
        <p:spPr/>
        <p:txBody>
          <a:bodyPr/>
          <a:lstStyle/>
          <a:p>
            <a:pPr marL="514350" indent="-514350">
              <a:buFont typeface="+mj-lt"/>
              <a:buAutoNum type="alphaLcParenR"/>
              <a:defRPr/>
            </a:pPr>
            <a:r>
              <a:rPr lang="zh-CN" altLang="en-US" noProof="1" smtClean="0">
                <a:solidFill>
                  <a:srgbClr val="000000"/>
                </a:solidFill>
              </a:rPr>
              <a:t>系统流程图 （系统的物理实现）</a:t>
            </a:r>
            <a:endParaRPr lang="en-US" altLang="zh-CN" noProof="1" smtClean="0">
              <a:solidFill>
                <a:srgbClr val="000000"/>
              </a:solidFill>
            </a:endParaRPr>
          </a:p>
          <a:p>
            <a:pPr marL="514350" indent="-514350">
              <a:buFont typeface="+mj-lt"/>
              <a:buAutoNum type="alphaLcParenR"/>
              <a:defRPr/>
            </a:pPr>
            <a:r>
              <a:rPr lang="zh-CN" altLang="en-US" noProof="1" smtClean="0">
                <a:solidFill>
                  <a:srgbClr val="000000"/>
                </a:solidFill>
              </a:rPr>
              <a:t>数据流图 （系统的逻辑模型）</a:t>
            </a:r>
            <a:endParaRPr lang="en-US" altLang="zh-CN" noProof="1" smtClean="0">
              <a:solidFill>
                <a:srgbClr val="000000"/>
              </a:solidFill>
            </a:endParaRPr>
          </a:p>
          <a:p>
            <a:pPr marL="514350" indent="-514350">
              <a:buFont typeface="+mj-lt"/>
              <a:buAutoNum type="alphaLcParenR"/>
              <a:defRPr/>
            </a:pPr>
            <a:r>
              <a:rPr lang="zh-CN" altLang="en-US" noProof="1" smtClean="0">
                <a:solidFill>
                  <a:srgbClr val="000000"/>
                </a:solidFill>
              </a:rPr>
              <a:t>实体</a:t>
            </a:r>
            <a:r>
              <a:rPr lang="zh-CN" altLang="zh-CN" noProof="1">
                <a:solidFill>
                  <a:srgbClr val="000000"/>
                </a:solidFill>
              </a:rPr>
              <a:t>-</a:t>
            </a:r>
            <a:r>
              <a:rPr lang="zh-CN" altLang="en-US" noProof="1">
                <a:solidFill>
                  <a:srgbClr val="000000"/>
                </a:solidFill>
              </a:rPr>
              <a:t>联系</a:t>
            </a:r>
            <a:r>
              <a:rPr lang="zh-CN" altLang="en-US" noProof="1" smtClean="0">
                <a:solidFill>
                  <a:srgbClr val="000000"/>
                </a:solidFill>
              </a:rPr>
              <a:t>图 （表示数据对象或实体之间的联系）</a:t>
            </a:r>
            <a:endParaRPr lang="en-US" altLang="zh-CN" noProof="1" smtClean="0">
              <a:solidFill>
                <a:srgbClr val="000000"/>
              </a:solidFill>
            </a:endParaRPr>
          </a:p>
          <a:p>
            <a:pPr marL="514350" indent="-514350">
              <a:buFont typeface="+mj-lt"/>
              <a:buAutoNum type="alphaLcParenR"/>
              <a:defRPr/>
            </a:pPr>
            <a:r>
              <a:rPr lang="zh-CN" altLang="en-US" noProof="1" smtClean="0">
                <a:solidFill>
                  <a:srgbClr val="000000"/>
                </a:solidFill>
              </a:rPr>
              <a:t>状态</a:t>
            </a:r>
            <a:r>
              <a:rPr lang="zh-CN" altLang="en-US" noProof="1">
                <a:solidFill>
                  <a:srgbClr val="000000"/>
                </a:solidFill>
              </a:rPr>
              <a:t>转换</a:t>
            </a:r>
            <a:r>
              <a:rPr lang="zh-CN" altLang="en-US" noProof="1" smtClean="0">
                <a:solidFill>
                  <a:srgbClr val="000000"/>
                </a:solidFill>
              </a:rPr>
              <a:t>图 （系统中存在的状态以及状态间如何转换）</a:t>
            </a:r>
            <a:endParaRPr lang="en-US" altLang="zh-CN" noProof="1" smtClean="0">
              <a:solidFill>
                <a:srgbClr val="000000"/>
              </a:solidFill>
            </a:endParaRPr>
          </a:p>
          <a:p>
            <a:pPr marL="514350" indent="-514350">
              <a:buFont typeface="+mj-lt"/>
              <a:buAutoNum type="alphaLcParenR"/>
              <a:defRPr/>
            </a:pPr>
            <a:r>
              <a:rPr lang="zh-CN" altLang="en-US" noProof="1" smtClean="0">
                <a:solidFill>
                  <a:srgbClr val="000000"/>
                </a:solidFill>
              </a:rPr>
              <a:t>层次方框图 （树形结构，分层，由上而下：总体到具体）</a:t>
            </a:r>
            <a:endParaRPr lang="en-US" altLang="zh-CN" noProof="1" smtClean="0">
              <a:solidFill>
                <a:srgbClr val="000000"/>
              </a:solidFill>
            </a:endParaRPr>
          </a:p>
          <a:p>
            <a:pPr marL="514350" indent="-514350">
              <a:buFont typeface="+mj-lt"/>
              <a:buAutoNum type="alphaLcParenR"/>
              <a:defRPr/>
            </a:pPr>
            <a:r>
              <a:rPr lang="en-US" altLang="zh-CN" noProof="1" smtClean="0">
                <a:solidFill>
                  <a:srgbClr val="000000"/>
                </a:solidFill>
              </a:rPr>
              <a:t>Warnier</a:t>
            </a:r>
            <a:r>
              <a:rPr lang="zh-CN" altLang="en-US" noProof="1" smtClean="0">
                <a:solidFill>
                  <a:srgbClr val="000000"/>
                </a:solidFill>
              </a:rPr>
              <a:t>图 （树形结构，同级或同类信息放在一个花括号里）</a:t>
            </a:r>
            <a:endParaRPr lang="en-US" altLang="zh-CN" noProof="1" smtClean="0">
              <a:solidFill>
                <a:srgbClr val="000000"/>
              </a:solidFill>
            </a:endParaRPr>
          </a:p>
          <a:p>
            <a:pPr marL="514350" indent="-514350">
              <a:buFont typeface="+mj-lt"/>
              <a:buAutoNum type="alphaLcParenR"/>
              <a:defRPr/>
            </a:pPr>
            <a:r>
              <a:rPr lang="en-US" altLang="zh-CN" noProof="1" smtClean="0">
                <a:solidFill>
                  <a:srgbClr val="000000"/>
                </a:solidFill>
              </a:rPr>
              <a:t>IPO</a:t>
            </a:r>
            <a:r>
              <a:rPr lang="zh-CN" altLang="en-US" noProof="1" smtClean="0">
                <a:solidFill>
                  <a:srgbClr val="000000"/>
                </a:solidFill>
              </a:rPr>
              <a:t>图 （输入 </a:t>
            </a:r>
            <a:r>
              <a:rPr lang="en-US" altLang="zh-CN" noProof="1" smtClean="0">
                <a:solidFill>
                  <a:srgbClr val="000000"/>
                </a:solidFill>
              </a:rPr>
              <a:t>- </a:t>
            </a:r>
            <a:r>
              <a:rPr lang="zh-CN" altLang="en-US" noProof="1" smtClean="0">
                <a:solidFill>
                  <a:srgbClr val="000000"/>
                </a:solidFill>
              </a:rPr>
              <a:t>处理 </a:t>
            </a:r>
            <a:r>
              <a:rPr lang="en-US" altLang="zh-CN" noProof="1" smtClean="0">
                <a:solidFill>
                  <a:srgbClr val="000000"/>
                </a:solidFill>
              </a:rPr>
              <a:t>- </a:t>
            </a:r>
            <a:r>
              <a:rPr lang="zh-CN" altLang="en-US" noProof="1" smtClean="0">
                <a:solidFill>
                  <a:srgbClr val="000000"/>
                </a:solidFill>
              </a:rPr>
              <a:t>输出）</a:t>
            </a:r>
            <a:endParaRPr lang="zh-CN" altLang="en-US" noProof="1">
              <a:solidFill>
                <a:srgbClr val="000000"/>
              </a:solidFill>
            </a:endParaRPr>
          </a:p>
          <a:p>
            <a:pPr marL="0" indent="0">
              <a:buFont typeface="Arial" panose="020B0604020202020204" pitchFamily="34" charset="0"/>
              <a:buNone/>
              <a:defRPr/>
            </a:pPr>
            <a:endParaRPr lang="zh-CN" altLang="en-US" dirty="0"/>
          </a:p>
        </p:txBody>
      </p:sp>
      <p:sp>
        <p:nvSpPr>
          <p:cNvPr id="2" name="日期占位符 1"/>
          <p:cNvSpPr>
            <a:spLocks noGrp="1"/>
          </p:cNvSpPr>
          <p:nvPr>
            <p:ph type="dt" sz="quarter" idx="10"/>
          </p:nvPr>
        </p:nvSpPr>
        <p:spPr/>
        <p:txBody>
          <a:bodyPr/>
          <a:lstStyle/>
          <a:p>
            <a:pPr>
              <a:defRPr/>
            </a:pPr>
            <a:fld id="{A7E2B6C9-DD9E-4408-A8B2-8C902BE6685D}" type="datetime11">
              <a:rPr lang="zh-CN" altLang="en-US" smtClean="0"/>
            </a:fld>
            <a:endParaRPr lang="zh-CN" altLang="en-US"/>
          </a:p>
        </p:txBody>
      </p:sp>
      <p:sp>
        <p:nvSpPr>
          <p:cNvPr id="3077"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90000"/>
              </a:lnSpc>
              <a:spcBef>
                <a:spcPts val="1000"/>
              </a:spcBef>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fld id="{5B826A7B-1F3B-4342-AF95-0C175BFF22FB}" type="slidenum">
              <a:rPr lang="zh-CN" altLang="en-US" sz="1200" smtClean="0">
                <a:solidFill>
                  <a:srgbClr val="898989"/>
                </a:solidFill>
                <a:latin typeface="Arial" panose="020B0604020202020204" pitchFamily="34" charset="0"/>
              </a:rPr>
            </a:fld>
            <a:endParaRPr lang="zh-CN" altLang="en-US" sz="1200" smtClean="0">
              <a:solidFill>
                <a:srgbClr val="898989"/>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title"/>
          </p:nvPr>
        </p:nvSpPr>
        <p:spPr/>
        <p:txBody>
          <a:bodyPr/>
          <a:lstStyle/>
          <a:p>
            <a:r>
              <a:rPr lang="en-US" altLang="zh-CN" smtClean="0">
                <a:latin typeface="Times New Roman" panose="02020603050405020304" pitchFamily="18" charset="0"/>
                <a:sym typeface="Times New Roman" panose="02020603050405020304" pitchFamily="18" charset="0"/>
              </a:rPr>
              <a:t>Q2: </a:t>
            </a:r>
            <a:r>
              <a:rPr lang="zh-CN" altLang="en-US" smtClean="0"/>
              <a:t>从哪些方面验证软件需求的正确性？</a:t>
            </a:r>
            <a:endParaRPr lang="zh-CN" altLang="en-US" smtClean="0"/>
          </a:p>
        </p:txBody>
      </p:sp>
      <p:sp>
        <p:nvSpPr>
          <p:cNvPr id="5123" name="内容占位符 2"/>
          <p:cNvSpPr>
            <a:spLocks noGrp="1"/>
          </p:cNvSpPr>
          <p:nvPr>
            <p:ph idx="1"/>
          </p:nvPr>
        </p:nvSpPr>
        <p:spPr/>
        <p:txBody>
          <a:bodyPr/>
          <a:lstStyle/>
          <a:p>
            <a:pPr marL="514350" indent="-514350">
              <a:buFont typeface="宋体" panose="02010600030101010101" pitchFamily="2" charset="-122"/>
              <a:buAutoNum type="circleNumDbPlain"/>
            </a:pPr>
            <a:r>
              <a:rPr lang="zh-CN" altLang="en-US" noProof="1" smtClean="0">
                <a:solidFill>
                  <a:srgbClr val="000000"/>
                </a:solidFill>
              </a:rPr>
              <a:t>一致性：</a:t>
            </a:r>
            <a:r>
              <a:rPr lang="en-US" altLang="zh-CN" noProof="1" smtClean="0">
                <a:solidFill>
                  <a:srgbClr val="000000"/>
                </a:solidFill>
                <a:highlight>
                  <a:srgbClr val="FFFF00"/>
                </a:highlight>
              </a:rPr>
              <a:t>consistent</a:t>
            </a:r>
            <a:r>
              <a:rPr lang="en-US" altLang="zh-CN" noProof="1" smtClean="0">
                <a:solidFill>
                  <a:srgbClr val="000000"/>
                </a:solidFill>
              </a:rPr>
              <a:t> requirements</a:t>
            </a:r>
            <a:endParaRPr lang="en-US" altLang="zh-CN" noProof="1" smtClean="0">
              <a:solidFill>
                <a:srgbClr val="000000"/>
              </a:solidFill>
            </a:endParaRPr>
          </a:p>
          <a:p>
            <a:pPr marL="514350" indent="-514350">
              <a:buFont typeface="宋体" panose="02010600030101010101" pitchFamily="2" charset="-122"/>
              <a:buAutoNum type="circleNumDbPlain"/>
            </a:pPr>
            <a:r>
              <a:rPr lang="zh-CN" altLang="en-US" noProof="1" smtClean="0">
                <a:solidFill>
                  <a:srgbClr val="000000"/>
                </a:solidFill>
              </a:rPr>
              <a:t>完整性：</a:t>
            </a:r>
            <a:r>
              <a:rPr lang="en-US" altLang="zh-CN" noProof="1" smtClean="0">
                <a:solidFill>
                  <a:srgbClr val="000000"/>
                </a:solidFill>
                <a:highlight>
                  <a:srgbClr val="FFFF00"/>
                </a:highlight>
              </a:rPr>
              <a:t>covering all</a:t>
            </a:r>
            <a:r>
              <a:rPr lang="en-US" altLang="zh-CN" noProof="1" smtClean="0">
                <a:solidFill>
                  <a:srgbClr val="000000"/>
                </a:solidFill>
              </a:rPr>
              <a:t> the requirements raised by users</a:t>
            </a:r>
            <a:endParaRPr lang="en-US" altLang="zh-CN" noProof="1" smtClean="0">
              <a:solidFill>
                <a:srgbClr val="000000"/>
              </a:solidFill>
            </a:endParaRPr>
          </a:p>
          <a:p>
            <a:pPr marL="514350" indent="-514350">
              <a:buFont typeface="宋体" panose="02010600030101010101" pitchFamily="2" charset="-122"/>
              <a:buAutoNum type="circleNumDbPlain"/>
            </a:pPr>
            <a:r>
              <a:rPr lang="zh-CN" altLang="en-US" noProof="1" smtClean="0">
                <a:solidFill>
                  <a:srgbClr val="000000"/>
                </a:solidFill>
              </a:rPr>
              <a:t>现实性：</a:t>
            </a:r>
            <a:r>
              <a:rPr lang="en-US" altLang="zh-CN" noProof="1" smtClean="0">
                <a:solidFill>
                  <a:srgbClr val="000000"/>
                </a:solidFill>
                <a:highlight>
                  <a:srgbClr val="FFFF00"/>
                </a:highlight>
              </a:rPr>
              <a:t>achievable</a:t>
            </a:r>
            <a:endParaRPr lang="en-US" altLang="zh-CN" noProof="1" smtClean="0">
              <a:solidFill>
                <a:srgbClr val="000000"/>
              </a:solidFill>
            </a:endParaRPr>
          </a:p>
          <a:p>
            <a:pPr marL="514350" indent="-514350">
              <a:buFont typeface="宋体" panose="02010600030101010101" pitchFamily="2" charset="-122"/>
              <a:buAutoNum type="circleNumDbPlain"/>
            </a:pPr>
            <a:r>
              <a:rPr lang="zh-CN" altLang="en-US" noProof="1" smtClean="0">
                <a:solidFill>
                  <a:srgbClr val="000000"/>
                </a:solidFill>
              </a:rPr>
              <a:t>有效性：</a:t>
            </a:r>
            <a:r>
              <a:rPr lang="en-US" altLang="zh-CN" noProof="1" smtClean="0">
                <a:solidFill>
                  <a:srgbClr val="000000"/>
                </a:solidFill>
                <a:highlight>
                  <a:srgbClr val="FFFF00"/>
                </a:highlight>
              </a:rPr>
              <a:t>effective or workable</a:t>
            </a:r>
            <a:r>
              <a:rPr lang="en-US" altLang="zh-CN" noProof="1" smtClean="0">
                <a:solidFill>
                  <a:srgbClr val="000000"/>
                </a:solidFill>
              </a:rPr>
              <a:t>, able to solve problems raised by users</a:t>
            </a:r>
            <a:endParaRPr lang="en-US" altLang="zh-CN" noProof="1" smtClean="0">
              <a:solidFill>
                <a:srgbClr val="000000"/>
              </a:solidFill>
            </a:endParaRPr>
          </a:p>
        </p:txBody>
      </p:sp>
      <p:sp>
        <p:nvSpPr>
          <p:cNvPr id="2" name="日期占位符 1"/>
          <p:cNvSpPr>
            <a:spLocks noGrp="1"/>
          </p:cNvSpPr>
          <p:nvPr>
            <p:ph type="dt" sz="quarter" idx="10"/>
          </p:nvPr>
        </p:nvSpPr>
        <p:spPr/>
        <p:txBody>
          <a:bodyPr/>
          <a:lstStyle/>
          <a:p>
            <a:pPr>
              <a:defRPr/>
            </a:pPr>
            <a:fld id="{A337BB01-3DC9-4FFD-B421-1DBAA7FE225A}" type="datetime11">
              <a:rPr lang="zh-CN" altLang="en-US" smtClean="0"/>
            </a:fld>
            <a:endParaRPr lang="zh-CN" altLang="en-US"/>
          </a:p>
        </p:txBody>
      </p:sp>
      <p:sp>
        <p:nvSpPr>
          <p:cNvPr id="4101" name="灯片编号占位符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90000"/>
              </a:lnSpc>
              <a:spcBef>
                <a:spcPts val="1000"/>
              </a:spcBef>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fld id="{118974DA-DBD3-4085-9FF1-45908A01C253}" type="slidenum">
              <a:rPr lang="zh-CN" altLang="en-US" sz="1200" smtClean="0">
                <a:solidFill>
                  <a:srgbClr val="898989"/>
                </a:solidFill>
                <a:latin typeface="Arial" panose="020B0604020202020204" pitchFamily="34" charset="0"/>
              </a:rPr>
            </a:fld>
            <a:endParaRPr lang="zh-CN" altLang="en-US" sz="1200" smtClean="0">
              <a:solidFill>
                <a:srgbClr val="898989"/>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 calcmode="lin" valueType="num">
                                      <p:cBhvr additive="base">
                                        <p:cTn id="7" dur="500" fill="hold"/>
                                        <p:tgtEl>
                                          <p:spTgt spid="51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2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123">
                                            <p:txEl>
                                              <p:pRg st="1" end="1"/>
                                            </p:txEl>
                                          </p:spTgt>
                                        </p:tgtEl>
                                        <p:attrNameLst>
                                          <p:attrName>style.visibility</p:attrName>
                                        </p:attrNameLst>
                                      </p:cBhvr>
                                      <p:to>
                                        <p:strVal val="visible"/>
                                      </p:to>
                                    </p:set>
                                    <p:anim calcmode="lin" valueType="num">
                                      <p:cBhvr additive="base">
                                        <p:cTn id="11" dur="500" fill="hold"/>
                                        <p:tgtEl>
                                          <p:spTgt spid="512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12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123">
                                            <p:txEl>
                                              <p:pRg st="2" end="2"/>
                                            </p:txEl>
                                          </p:spTgt>
                                        </p:tgtEl>
                                        <p:attrNameLst>
                                          <p:attrName>style.visibility</p:attrName>
                                        </p:attrNameLst>
                                      </p:cBhvr>
                                      <p:to>
                                        <p:strVal val="visible"/>
                                      </p:to>
                                    </p:set>
                                    <p:anim calcmode="lin" valueType="num">
                                      <p:cBhvr additive="base">
                                        <p:cTn id="15" dur="500" fill="hold"/>
                                        <p:tgtEl>
                                          <p:spTgt spid="512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12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123">
                                            <p:txEl>
                                              <p:pRg st="3" end="3"/>
                                            </p:txEl>
                                          </p:spTgt>
                                        </p:tgtEl>
                                        <p:attrNameLst>
                                          <p:attrName>style.visibility</p:attrName>
                                        </p:attrNameLst>
                                      </p:cBhvr>
                                      <p:to>
                                        <p:strVal val="visible"/>
                                      </p:to>
                                    </p:set>
                                    <p:anim calcmode="lin" valueType="num">
                                      <p:cBhvr additive="base">
                                        <p:cTn id="19" dur="500" fill="hold"/>
                                        <p:tgtEl>
                                          <p:spTgt spid="512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12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noChangeArrowheads="1"/>
          </p:cNvSpPr>
          <p:nvPr>
            <p:ph type="ctrTitle"/>
          </p:nvPr>
        </p:nvSpPr>
        <p:spPr/>
        <p:txBody>
          <a:bodyPr/>
          <a:lstStyle/>
          <a:p>
            <a:pPr marL="0" indent="0" eaLnBrk="1" hangingPunct="1"/>
            <a:r>
              <a:rPr lang="zh-CN" altLang="en-US" smtClean="0">
                <a:latin typeface="微软雅黑" panose="020B0503020204020204" charset="-122"/>
                <a:ea typeface="微软雅黑" panose="020B0503020204020204" charset="-122"/>
                <a:cs typeface="微软雅黑" panose="020B0503020204020204" charset="-122"/>
              </a:rPr>
              <a:t>第</a:t>
            </a:r>
            <a:r>
              <a:rPr lang="en-US" altLang="zh-CN" smtClean="0">
                <a:latin typeface="微软雅黑" panose="020B0503020204020204" charset="-122"/>
                <a:ea typeface="微软雅黑" panose="020B0503020204020204" charset="-122"/>
                <a:cs typeface="微软雅黑" panose="020B0503020204020204" charset="-122"/>
              </a:rPr>
              <a:t>5</a:t>
            </a:r>
            <a:r>
              <a:rPr lang="zh-CN" altLang="en-US" smtClean="0">
                <a:latin typeface="微软雅黑" panose="020B0503020204020204" charset="-122"/>
                <a:ea typeface="微软雅黑" panose="020B0503020204020204" charset="-122"/>
                <a:cs typeface="微软雅黑" panose="020B0503020204020204" charset="-122"/>
              </a:rPr>
              <a:t>章 总体设计</a:t>
            </a:r>
            <a:endParaRPr lang="zh-CN" altLang="en-US" smtClean="0">
              <a:latin typeface="微软雅黑" panose="020B0503020204020204" charset="-122"/>
              <a:ea typeface="微软雅黑" panose="020B0503020204020204" charset="-122"/>
              <a:cs typeface="微软雅黑" panose="020B0503020204020204" charset="-122"/>
            </a:endParaRPr>
          </a:p>
        </p:txBody>
      </p:sp>
      <p:sp>
        <p:nvSpPr>
          <p:cNvPr id="5123" name="副标题 2"/>
          <p:cNvSpPr>
            <a:spLocks noGrp="1" noChangeArrowheads="1"/>
          </p:cNvSpPr>
          <p:nvPr>
            <p:ph type="subTitle" idx="1"/>
          </p:nvPr>
        </p:nvSpPr>
        <p:spPr/>
        <p:txBody>
          <a:bodyPr/>
          <a:lstStyle/>
          <a:p>
            <a:pPr eaLnBrk="1" hangingPunct="1"/>
            <a:r>
              <a:rPr lang="zh-CN" altLang="en-US" smtClean="0"/>
              <a:t>吕国华</a:t>
            </a:r>
            <a:endParaRPr lang="en-US" altLang="zh-CN" smtClean="0"/>
          </a:p>
          <a:p>
            <a:pPr eaLnBrk="1" hangingPunct="1"/>
            <a:r>
              <a:rPr lang="zh-CN" altLang="en-US" smtClean="0"/>
              <a:t>齐鲁工业大学（山东省科学院）计算机科学与技术学部</a:t>
            </a:r>
            <a:endParaRPr lang="en-US" altLang="zh-CN" smtClean="0"/>
          </a:p>
          <a:p>
            <a:pPr eaLnBrk="1" hangingPunct="1"/>
            <a:r>
              <a:rPr lang="en-US" altLang="zh-CN" smtClean="0"/>
              <a:t>Email: guohualv@qlu.edu.cn</a:t>
            </a:r>
            <a:endParaRPr lang="en-US" altLang="zh-CN" smtClean="0"/>
          </a:p>
          <a:p>
            <a:pPr eaLnBrk="1" hangingPunct="1"/>
            <a:endParaRPr lang="en-US" altLang="zh-CN" smtClean="0"/>
          </a:p>
          <a:p>
            <a:pPr eaLnBrk="1" hangingPunct="1"/>
            <a:endParaRPr lang="en-US" altLang="zh-CN"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内容占位符 2"/>
          <p:cNvSpPr>
            <a:spLocks noGrp="1" noChangeArrowheads="1"/>
          </p:cNvSpPr>
          <p:nvPr>
            <p:ph type="subTitle" idx="1"/>
          </p:nvPr>
        </p:nvSpPr>
        <p:spPr>
          <a:xfrm>
            <a:off x="3660775" y="2135188"/>
            <a:ext cx="3592513" cy="1927225"/>
          </a:xfrm>
        </p:spPr>
        <p:txBody>
          <a:bodyPr/>
          <a:lstStyle/>
          <a:p>
            <a:pPr marL="228600" indent="-228600" algn="l" eaLnBrk="1" hangingPunct="1">
              <a:lnSpc>
                <a:spcPct val="70000"/>
              </a:lnSpc>
            </a:pPr>
            <a:r>
              <a:rPr lang="zh-CN" altLang="en-US" smtClean="0"/>
              <a:t>分析阶段（</a:t>
            </a:r>
            <a:r>
              <a:rPr lang="en-US" altLang="zh-CN" smtClean="0"/>
              <a:t>What to do?</a:t>
            </a:r>
            <a:r>
              <a:rPr lang="zh-CN" altLang="en-US" smtClean="0"/>
              <a:t>）</a:t>
            </a:r>
            <a:endParaRPr lang="en-US" altLang="zh-CN" smtClean="0"/>
          </a:p>
          <a:p>
            <a:pPr marL="228600" indent="-228600" algn="l" eaLnBrk="1" hangingPunct="1">
              <a:lnSpc>
                <a:spcPct val="70000"/>
              </a:lnSpc>
            </a:pPr>
            <a:endParaRPr lang="zh-CN" altLang="en-US" smtClean="0"/>
          </a:p>
          <a:p>
            <a:pPr marL="228600" indent="-228600" algn="l" eaLnBrk="1" hangingPunct="1">
              <a:lnSpc>
                <a:spcPct val="70000"/>
              </a:lnSpc>
            </a:pPr>
            <a:endParaRPr lang="zh-CN" altLang="en-US" smtClean="0"/>
          </a:p>
          <a:p>
            <a:pPr marL="228600" indent="-228600" algn="l" eaLnBrk="1" hangingPunct="1">
              <a:lnSpc>
                <a:spcPct val="70000"/>
              </a:lnSpc>
            </a:pPr>
            <a:r>
              <a:rPr lang="zh-CN" altLang="en-US" smtClean="0"/>
              <a:t>           </a:t>
            </a:r>
            <a:endParaRPr lang="en-US" altLang="zh-CN" smtClean="0"/>
          </a:p>
          <a:p>
            <a:pPr marL="228600" indent="-228600" algn="l" eaLnBrk="1" hangingPunct="1">
              <a:lnSpc>
                <a:spcPct val="70000"/>
              </a:lnSpc>
            </a:pPr>
            <a:r>
              <a:rPr lang="zh-CN" altLang="en-US" smtClean="0"/>
              <a:t>设计阶段（</a:t>
            </a:r>
            <a:r>
              <a:rPr lang="en-US" altLang="zh-CN" smtClean="0"/>
              <a:t>How to do?</a:t>
            </a:r>
            <a:r>
              <a:rPr lang="zh-CN" altLang="en-US" smtClean="0"/>
              <a:t>）</a:t>
            </a:r>
            <a:endParaRPr lang="zh-CN" altLang="en-US" smtClean="0"/>
          </a:p>
        </p:txBody>
      </p:sp>
      <p:sp>
        <p:nvSpPr>
          <p:cNvPr id="6147" name="右箭头 3"/>
          <p:cNvSpPr>
            <a:spLocks noChangeArrowheads="1"/>
          </p:cNvSpPr>
          <p:nvPr/>
        </p:nvSpPr>
        <p:spPr bwMode="auto">
          <a:xfrm rot="5400000">
            <a:off x="4876006" y="2899570"/>
            <a:ext cx="758825" cy="214312"/>
          </a:xfrm>
          <a:prstGeom prst="rightArrow">
            <a:avLst>
              <a:gd name="adj1" fmla="val 50000"/>
              <a:gd name="adj2" fmla="val 49800"/>
            </a:avLst>
          </a:prstGeom>
          <a:solidFill>
            <a:schemeClr val="accent1"/>
          </a:solidFill>
          <a:ln w="12700">
            <a:solidFill>
              <a:srgbClr val="42719B"/>
            </a:solidFill>
            <a:miter lim="800000"/>
          </a:ln>
        </p:spPr>
        <p:txBody>
          <a:bodyPr anchor="ctr"/>
          <a:lstStyle>
            <a:lvl1pPr eaLnBrk="0" hangingPunct="0">
              <a:lnSpc>
                <a:spcPct val="90000"/>
              </a:lnSpc>
              <a:spcBef>
                <a:spcPts val="1000"/>
              </a:spcBef>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en-US" sz="1800">
              <a:solidFill>
                <a:srgbClr val="FFFFFF"/>
              </a:solidFill>
              <a:latin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170">
                                            <p:txEl>
                                              <p:pRg st="4" end="4"/>
                                            </p:txEl>
                                          </p:spTgt>
                                        </p:tgtEl>
                                        <p:attrNameLst>
                                          <p:attrName>style.visibility</p:attrName>
                                        </p:attrNameLst>
                                      </p:cBhvr>
                                      <p:to>
                                        <p:strVal val="visible"/>
                                      </p:to>
                                    </p:set>
                                    <p:animEffect filter="blinds(horizontal)">
                                      <p:cBhvr>
                                        <p:cTn id="7" dur="500"/>
                                        <p:tgtEl>
                                          <p:spTgt spid="717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smtClean="0"/>
              <a:t>软件设计的任务</a:t>
            </a:r>
            <a:endParaRPr lang="zh-CN" altLang="en-US" sz="4400" smtClean="0"/>
          </a:p>
        </p:txBody>
      </p:sp>
      <p:sp>
        <p:nvSpPr>
          <p:cNvPr id="7171" name="内容占位符 2"/>
          <p:cNvSpPr>
            <a:spLocks noGrp="1" noChangeArrowheads="1"/>
          </p:cNvSpPr>
          <p:nvPr>
            <p:ph type="subTitle" idx="1"/>
          </p:nvPr>
        </p:nvSpPr>
        <p:spPr>
          <a:xfrm>
            <a:off x="506413" y="1714500"/>
            <a:ext cx="10898187" cy="4351338"/>
          </a:xfrm>
        </p:spPr>
        <p:txBody>
          <a:bodyPr/>
          <a:lstStyle/>
          <a:p>
            <a:pPr algn="l" eaLnBrk="1" hangingPunct="1"/>
            <a:r>
              <a:rPr lang="zh-CN" altLang="en-US" sz="2800" dirty="0" smtClean="0"/>
              <a:t>以“</a:t>
            </a:r>
            <a:r>
              <a:rPr lang="zh-CN" altLang="en-US" sz="2800" dirty="0" smtClean="0">
                <a:solidFill>
                  <a:srgbClr val="0000FF"/>
                </a:solidFill>
              </a:rPr>
              <a:t>需求规格说明书</a:t>
            </a:r>
            <a:r>
              <a:rPr lang="zh-CN" altLang="en-US" sz="2800" dirty="0" smtClean="0"/>
              <a:t>”（需求分析的成果） 为依据，着手</a:t>
            </a:r>
            <a:r>
              <a:rPr lang="zh-CN" altLang="en-US" sz="6000" dirty="0" smtClean="0">
                <a:solidFill>
                  <a:srgbClr val="0000FF"/>
                </a:solidFill>
              </a:rPr>
              <a:t>实现</a:t>
            </a:r>
            <a:r>
              <a:rPr lang="zh-CN" altLang="en-US" sz="2800" dirty="0" smtClean="0">
                <a:solidFill>
                  <a:srgbClr val="0000FF"/>
                </a:solidFill>
              </a:rPr>
              <a:t>软件的需求</a:t>
            </a:r>
            <a:r>
              <a:rPr lang="zh-CN" altLang="en-US" sz="2800" dirty="0" smtClean="0"/>
              <a:t>，并将设计的结果反映在“</a:t>
            </a:r>
            <a:r>
              <a:rPr lang="zh-CN" altLang="en-US" sz="4000" dirty="0" smtClean="0">
                <a:solidFill>
                  <a:srgbClr val="0000FF"/>
                </a:solidFill>
              </a:rPr>
              <a:t>设计规格说明书</a:t>
            </a:r>
            <a:r>
              <a:rPr lang="zh-CN" altLang="en-US" sz="2800" dirty="0" smtClean="0"/>
              <a:t>”中。</a:t>
            </a:r>
            <a:endParaRPr lang="zh-CN" altLang="en-US" sz="2800" dirty="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smtClean="0"/>
              <a:t>总体（概要）设计</a:t>
            </a:r>
            <a:endParaRPr lang="zh-CN" altLang="en-US" sz="4400" smtClean="0"/>
          </a:p>
        </p:txBody>
      </p:sp>
      <p:sp>
        <p:nvSpPr>
          <p:cNvPr id="8195" name="内容占位符 2"/>
          <p:cNvSpPr>
            <a:spLocks noGrp="1" noChangeArrowheads="1"/>
          </p:cNvSpPr>
          <p:nvPr>
            <p:ph type="subTitle" idx="1"/>
          </p:nvPr>
        </p:nvSpPr>
        <p:spPr>
          <a:xfrm>
            <a:off x="838200" y="1825625"/>
            <a:ext cx="10869613" cy="4351338"/>
          </a:xfrm>
        </p:spPr>
        <p:txBody>
          <a:bodyPr/>
          <a:lstStyle/>
          <a:p>
            <a:pPr marL="228600" indent="-228600" algn="l" eaLnBrk="1" hangingPunct="1">
              <a:buFont typeface="Wingdings" panose="05000000000000000000" pitchFamily="2" charset="2"/>
              <a:buChar char="ü"/>
            </a:pPr>
            <a:r>
              <a:rPr lang="zh-CN" altLang="en-US" sz="2800" dirty="0" smtClean="0"/>
              <a:t>根据</a:t>
            </a:r>
            <a:r>
              <a:rPr lang="zh-CN" altLang="en-US" sz="2800" u="sng" dirty="0" smtClean="0">
                <a:solidFill>
                  <a:srgbClr val="0000FF"/>
                </a:solidFill>
              </a:rPr>
              <a:t>软件需求</a:t>
            </a:r>
            <a:r>
              <a:rPr lang="zh-CN" altLang="en-US" sz="2800" dirty="0" smtClean="0"/>
              <a:t>，设计出</a:t>
            </a:r>
            <a:r>
              <a:rPr lang="zh-CN" altLang="en-US" sz="2800" u="sng" dirty="0" smtClean="0">
                <a:solidFill>
                  <a:srgbClr val="0000FF"/>
                </a:solidFill>
              </a:rPr>
              <a:t>软件结构</a:t>
            </a:r>
            <a:r>
              <a:rPr lang="zh-CN" altLang="en-US" sz="2800" dirty="0" smtClean="0"/>
              <a:t>，即确定程序的组成模块及模块之间的相互关系。</a:t>
            </a:r>
            <a:endParaRPr lang="en-US" altLang="zh-CN" sz="2800" dirty="0" smtClean="0"/>
          </a:p>
          <a:p>
            <a:pPr marL="228600" indent="-228600" algn="l" eaLnBrk="1" hangingPunct="1">
              <a:buFont typeface="Wingdings" panose="05000000000000000000" pitchFamily="2" charset="2"/>
              <a:buChar char="ü"/>
            </a:pPr>
            <a:endParaRPr lang="zh-CN" altLang="en-US" sz="2800" dirty="0" smtClean="0"/>
          </a:p>
          <a:p>
            <a:pPr marL="228600" indent="-228600" algn="l" eaLnBrk="1" hangingPunct="1">
              <a:buFont typeface="Wingdings" panose="05000000000000000000" pitchFamily="2" charset="2"/>
              <a:buChar char="ü"/>
            </a:pPr>
            <a:r>
              <a:rPr lang="zh-CN" altLang="en-US" sz="2800" dirty="0" smtClean="0"/>
              <a:t>回答“概括地说，系统应该如何实现？”</a:t>
            </a:r>
            <a:endParaRPr lang="en-US" altLang="zh-CN" sz="2800" dirty="0" smtClean="0"/>
          </a:p>
          <a:p>
            <a:pPr marL="228600" indent="-228600" algn="l" eaLnBrk="1" hangingPunct="1">
              <a:buFont typeface="Wingdings" panose="05000000000000000000" pitchFamily="2" charset="2"/>
              <a:buChar char="ü"/>
            </a:pPr>
            <a:endParaRPr lang="zh-CN" altLang="en-US" sz="2800" dirty="0" smtClean="0"/>
          </a:p>
          <a:p>
            <a:pPr marL="228600" indent="-228600" algn="l" eaLnBrk="1" hangingPunct="1">
              <a:buFont typeface="Wingdings" panose="05000000000000000000" pitchFamily="2" charset="2"/>
              <a:buChar char="ü"/>
            </a:pPr>
            <a:r>
              <a:rPr lang="zh-CN" altLang="en-US" sz="2800" dirty="0" smtClean="0"/>
              <a:t>重要性：站在</a:t>
            </a:r>
            <a:r>
              <a:rPr lang="zh-CN" altLang="en-US" sz="2800" dirty="0" smtClean="0">
                <a:solidFill>
                  <a:srgbClr val="0000FF"/>
                </a:solidFill>
              </a:rPr>
              <a:t>全局高度</a:t>
            </a:r>
            <a:r>
              <a:rPr lang="zh-CN" altLang="en-US" sz="2800" dirty="0" smtClean="0"/>
              <a:t>，从</a:t>
            </a:r>
            <a:r>
              <a:rPr lang="zh-CN" altLang="en-US" sz="2800" dirty="0" smtClean="0">
                <a:solidFill>
                  <a:srgbClr val="0000FF"/>
                </a:solidFill>
              </a:rPr>
              <a:t>较抽象的层次上</a:t>
            </a:r>
            <a:r>
              <a:rPr lang="zh-CN" altLang="en-US" sz="2800" dirty="0" smtClean="0"/>
              <a:t>分析对比多种可能的系统实现方案和软件结构，从中</a:t>
            </a:r>
            <a:r>
              <a:rPr lang="zh-CN" altLang="en-US" sz="2800" dirty="0" smtClean="0">
                <a:solidFill>
                  <a:srgbClr val="0000FF"/>
                </a:solidFill>
              </a:rPr>
              <a:t>选出最佳方案和最合理的软件结构</a:t>
            </a:r>
            <a:r>
              <a:rPr lang="zh-CN" altLang="en-US" sz="2800" dirty="0" smtClean="0"/>
              <a:t>，从而用</a:t>
            </a:r>
            <a:r>
              <a:rPr lang="zh-CN" altLang="en-US" sz="2800" dirty="0" smtClean="0">
                <a:highlight>
                  <a:srgbClr val="FFFF00"/>
                </a:highlight>
              </a:rPr>
              <a:t>较低成本</a:t>
            </a:r>
            <a:r>
              <a:rPr lang="zh-CN" altLang="en-US" sz="2800" dirty="0" smtClean="0"/>
              <a:t>开发出</a:t>
            </a:r>
            <a:r>
              <a:rPr lang="zh-CN" altLang="en-US" sz="2800" dirty="0" smtClean="0">
                <a:highlight>
                  <a:srgbClr val="FFFF00"/>
                </a:highlight>
              </a:rPr>
              <a:t>较高质量</a:t>
            </a:r>
            <a:r>
              <a:rPr lang="zh-CN" altLang="en-US" sz="2800" dirty="0" smtClean="0"/>
              <a:t>的软件系统。</a:t>
            </a:r>
            <a:endParaRPr lang="en-US" altLang="zh-CN" sz="2800" dirty="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noChangeArrowheads="1"/>
          </p:cNvSpPr>
          <p:nvPr>
            <p:ph type="ctrTitle"/>
          </p:nvPr>
        </p:nvSpPr>
        <p:spPr>
          <a:xfrm>
            <a:off x="838200" y="365125"/>
            <a:ext cx="10515600" cy="1325563"/>
          </a:xfrm>
        </p:spPr>
        <p:txBody>
          <a:bodyPr anchor="ctr"/>
          <a:lstStyle/>
          <a:p>
            <a:pPr marL="0" indent="0" algn="l" eaLnBrk="1" hangingPunct="1"/>
            <a:r>
              <a:rPr lang="en-US" altLang="zh-CN" sz="4400" smtClean="0"/>
              <a:t>Outline</a:t>
            </a:r>
            <a:endParaRPr lang="zh-CN" altLang="en-US" sz="4400" smtClean="0"/>
          </a:p>
        </p:txBody>
      </p:sp>
      <p:sp>
        <p:nvSpPr>
          <p:cNvPr id="9219" name="内容占位符 2"/>
          <p:cNvSpPr>
            <a:spLocks noGrp="1" noChangeArrowheads="1"/>
          </p:cNvSpPr>
          <p:nvPr>
            <p:ph type="subTitle" idx="1"/>
          </p:nvPr>
        </p:nvSpPr>
        <p:spPr>
          <a:xfrm>
            <a:off x="838200" y="1825625"/>
            <a:ext cx="10515600" cy="4351338"/>
          </a:xfrm>
        </p:spPr>
        <p:txBody>
          <a:bodyPr/>
          <a:lstStyle/>
          <a:p>
            <a:pPr marL="228600" indent="-228600" algn="l" eaLnBrk="1" hangingPunct="1">
              <a:buFont typeface="Arial" panose="020B0604020202020204" pitchFamily="34" charset="0"/>
              <a:buChar char="•"/>
            </a:pPr>
            <a:r>
              <a:rPr lang="zh-CN" altLang="en-US" sz="2800" smtClean="0"/>
              <a:t>设计过程</a:t>
            </a:r>
            <a:endParaRPr lang="en-US" altLang="zh-CN" sz="2800" smtClean="0"/>
          </a:p>
          <a:p>
            <a:pPr marL="228600" indent="-228600" algn="l" eaLnBrk="1" hangingPunct="1">
              <a:buFont typeface="Arial" panose="020B0604020202020204" pitchFamily="34" charset="0"/>
              <a:buChar char="•"/>
            </a:pPr>
            <a:r>
              <a:rPr lang="zh-CN" altLang="en-US" sz="2800" smtClean="0"/>
              <a:t>设计原理</a:t>
            </a:r>
            <a:endParaRPr lang="en-US" altLang="zh-CN" sz="2800" smtClean="0"/>
          </a:p>
          <a:p>
            <a:pPr marL="228600" indent="-228600" algn="l" eaLnBrk="1" hangingPunct="1">
              <a:buFont typeface="Arial" panose="020B0604020202020204" pitchFamily="34" charset="0"/>
              <a:buChar char="•"/>
            </a:pPr>
            <a:r>
              <a:rPr lang="zh-CN" altLang="en-US" sz="2800" smtClean="0"/>
              <a:t>启发规则</a:t>
            </a:r>
            <a:endParaRPr lang="en-US" altLang="zh-CN" sz="2800" smtClean="0"/>
          </a:p>
          <a:p>
            <a:pPr marL="228600" indent="-228600" algn="l" eaLnBrk="1" hangingPunct="1">
              <a:buFont typeface="Arial" panose="020B0604020202020204" pitchFamily="34" charset="0"/>
              <a:buChar char="•"/>
            </a:pPr>
            <a:r>
              <a:rPr lang="zh-CN" altLang="en-US" sz="2800" smtClean="0"/>
              <a:t>描绘软件结构的图形工具</a:t>
            </a:r>
            <a:endParaRPr lang="en-US" altLang="zh-CN" sz="2800" smtClean="0"/>
          </a:p>
          <a:p>
            <a:pPr marL="228600" indent="-228600" algn="l" eaLnBrk="1" hangingPunct="1">
              <a:buFont typeface="Arial" panose="020B0604020202020204" pitchFamily="34" charset="0"/>
              <a:buChar char="•"/>
            </a:pPr>
            <a:r>
              <a:rPr lang="zh-CN" altLang="en-US" sz="2800" smtClean="0"/>
              <a:t>面向数据流的设计方法</a:t>
            </a:r>
            <a:endParaRPr lang="zh-CN" altLang="en-US" sz="280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noChangeArrowheads="1"/>
          </p:cNvSpPr>
          <p:nvPr>
            <p:ph type="ctrTitle"/>
          </p:nvPr>
        </p:nvSpPr>
        <p:spPr>
          <a:xfrm>
            <a:off x="838200" y="365125"/>
            <a:ext cx="10515600" cy="1325563"/>
          </a:xfrm>
        </p:spPr>
        <p:txBody>
          <a:bodyPr anchor="ctr"/>
          <a:lstStyle/>
          <a:p>
            <a:pPr marL="0" indent="0" algn="l" eaLnBrk="1" hangingPunct="1"/>
            <a:r>
              <a:rPr lang="en-US" altLang="zh-CN" sz="4400" smtClean="0"/>
              <a:t>5.1 </a:t>
            </a:r>
            <a:r>
              <a:rPr lang="zh-CN" altLang="en-US" sz="4400" smtClean="0"/>
              <a:t>设计过程</a:t>
            </a:r>
            <a:r>
              <a:rPr lang="en-US" altLang="zh-CN" sz="4400" smtClean="0"/>
              <a:t> </a:t>
            </a:r>
            <a:endParaRPr lang="zh-CN" altLang="en-US" sz="4400" smtClean="0"/>
          </a:p>
        </p:txBody>
      </p:sp>
      <p:sp>
        <p:nvSpPr>
          <p:cNvPr id="10243" name="内容占位符 2"/>
          <p:cNvSpPr>
            <a:spLocks noGrp="1" noChangeArrowheads="1"/>
          </p:cNvSpPr>
          <p:nvPr>
            <p:ph type="subTitle" idx="1"/>
          </p:nvPr>
        </p:nvSpPr>
        <p:spPr>
          <a:xfrm>
            <a:off x="838200" y="1825625"/>
            <a:ext cx="10515600" cy="4351338"/>
          </a:xfrm>
        </p:spPr>
        <p:txBody>
          <a:bodyPr/>
          <a:lstStyle/>
          <a:p>
            <a:pPr marL="228600" indent="-228600" algn="l" eaLnBrk="1" hangingPunct="1"/>
            <a:r>
              <a:rPr lang="zh-CN" altLang="en-US" sz="2800" smtClean="0"/>
              <a:t>总体设计过程通常由两个主要阶段组成：</a:t>
            </a:r>
            <a:endParaRPr lang="en-US" altLang="zh-CN" sz="2800" smtClean="0"/>
          </a:p>
          <a:p>
            <a:pPr marL="228600" indent="-228600" algn="l" eaLnBrk="1" hangingPunct="1"/>
            <a:endParaRPr lang="zh-CN" altLang="en-US" sz="2800" smtClean="0"/>
          </a:p>
          <a:p>
            <a:pPr marL="228600" indent="-228600" algn="l" eaLnBrk="1" hangingPunct="1">
              <a:buFont typeface="Arial" panose="020B0604020202020204" pitchFamily="34" charset="0"/>
              <a:buChar char="•"/>
            </a:pPr>
            <a:r>
              <a:rPr lang="zh-CN" altLang="en-US" sz="2800" smtClean="0">
                <a:solidFill>
                  <a:srgbClr val="0000FF"/>
                </a:solidFill>
              </a:rPr>
              <a:t>系统设计</a:t>
            </a:r>
            <a:r>
              <a:rPr lang="zh-CN" altLang="en-US" sz="2800" smtClean="0"/>
              <a:t>阶段：确定</a:t>
            </a:r>
            <a:r>
              <a:rPr lang="zh-CN" altLang="en-US" sz="2800" u="sng" smtClean="0"/>
              <a:t>系统的实现方案</a:t>
            </a:r>
            <a:r>
              <a:rPr lang="zh-CN" altLang="en-US" sz="2800" smtClean="0"/>
              <a:t>；</a:t>
            </a:r>
            <a:endParaRPr lang="en-US" altLang="zh-CN" sz="2800" smtClean="0"/>
          </a:p>
          <a:p>
            <a:pPr marL="228600" indent="-228600" algn="l" eaLnBrk="1" hangingPunct="1">
              <a:buFont typeface="Arial" panose="020B0604020202020204" pitchFamily="34" charset="0"/>
              <a:buChar char="•"/>
            </a:pPr>
            <a:r>
              <a:rPr lang="zh-CN" altLang="en-US" sz="2800" smtClean="0">
                <a:solidFill>
                  <a:srgbClr val="0000FF"/>
                </a:solidFill>
              </a:rPr>
              <a:t>结构设计</a:t>
            </a:r>
            <a:r>
              <a:rPr lang="zh-CN" altLang="en-US" sz="2800" smtClean="0"/>
              <a:t>阶段：确定</a:t>
            </a:r>
            <a:r>
              <a:rPr lang="zh-CN" altLang="en-US" sz="2800" u="sng" smtClean="0"/>
              <a:t>软件结构</a:t>
            </a:r>
            <a:r>
              <a:rPr lang="zh-CN" altLang="en-US" sz="2800" smtClean="0"/>
              <a:t>。</a:t>
            </a:r>
            <a:endParaRPr lang="zh-CN" altLang="en-US" sz="280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smtClean="0"/>
              <a:t>设计的步骤</a:t>
            </a:r>
            <a:endParaRPr lang="zh-CN" altLang="en-US" sz="4400" smtClean="0"/>
          </a:p>
        </p:txBody>
      </p:sp>
      <p:sp>
        <p:nvSpPr>
          <p:cNvPr id="11267" name="内容占位符 2"/>
          <p:cNvSpPr>
            <a:spLocks noGrp="1" noChangeArrowheads="1"/>
          </p:cNvSpPr>
          <p:nvPr>
            <p:ph type="subTitle" idx="1"/>
          </p:nvPr>
        </p:nvSpPr>
        <p:spPr>
          <a:xfrm>
            <a:off x="838200" y="1825625"/>
            <a:ext cx="10515600" cy="4351338"/>
          </a:xfrm>
        </p:spPr>
        <p:txBody>
          <a:bodyPr/>
          <a:lstStyle/>
          <a:p>
            <a:pPr marL="514350" indent="-514350" algn="l" eaLnBrk="1" hangingPunct="1">
              <a:buFont typeface="Calibri Light" panose="020F0302020204030204" pitchFamily="34" charset="0"/>
              <a:buAutoNum type="arabicPeriod"/>
            </a:pPr>
            <a:r>
              <a:rPr lang="zh-CN" altLang="en-US" sz="2800" smtClean="0"/>
              <a:t>设想供选择的方案 （</a:t>
            </a:r>
            <a:r>
              <a:rPr lang="zh-CN" altLang="en-US" sz="2800" smtClean="0">
                <a:highlight>
                  <a:srgbClr val="FFFF00"/>
                </a:highlight>
              </a:rPr>
              <a:t>数据流图是基础</a:t>
            </a:r>
            <a:r>
              <a:rPr lang="zh-CN" altLang="en-US" sz="2800" smtClean="0"/>
              <a:t>）</a:t>
            </a:r>
            <a:endParaRPr lang="en-US" altLang="zh-CN" sz="2800" smtClean="0"/>
          </a:p>
          <a:p>
            <a:pPr marL="514350" indent="-514350" algn="l" eaLnBrk="1" hangingPunct="1">
              <a:buFont typeface="Calibri Light" panose="020F0302020204030204" pitchFamily="34" charset="0"/>
              <a:buAutoNum type="arabicPeriod"/>
            </a:pPr>
            <a:r>
              <a:rPr lang="zh-CN" altLang="en-US" sz="2800" smtClean="0"/>
              <a:t>选择合理的方案</a:t>
            </a:r>
            <a:endParaRPr lang="en-US" altLang="zh-CN" sz="2800" smtClean="0"/>
          </a:p>
          <a:p>
            <a:pPr marL="514350" indent="-514350" algn="l" eaLnBrk="1" hangingPunct="1"/>
            <a:r>
              <a:rPr lang="zh-CN" altLang="en-US" sz="2800" smtClean="0"/>
              <a:t>      每个合理的方案要提供：</a:t>
            </a:r>
            <a:endParaRPr lang="en-US" altLang="zh-CN" sz="2800" smtClean="0"/>
          </a:p>
          <a:p>
            <a:pPr marL="971550" lvl="1" indent="-514350" algn="l" eaLnBrk="1" hangingPunct="1">
              <a:buFont typeface="Wingdings" panose="05000000000000000000" pitchFamily="2" charset="2"/>
              <a:buChar char="ü"/>
            </a:pPr>
            <a:r>
              <a:rPr lang="zh-CN" altLang="en-US" sz="2400" smtClean="0"/>
              <a:t>系统流程图</a:t>
            </a:r>
            <a:endParaRPr lang="en-US" altLang="zh-CN" sz="2400" smtClean="0"/>
          </a:p>
          <a:p>
            <a:pPr marL="971550" lvl="1" indent="-514350" algn="l" eaLnBrk="1" hangingPunct="1">
              <a:buFont typeface="Wingdings" panose="05000000000000000000" pitchFamily="2" charset="2"/>
              <a:buChar char="ü"/>
            </a:pPr>
            <a:r>
              <a:rPr lang="zh-CN" altLang="en-US" sz="2400" smtClean="0"/>
              <a:t>组成系统的物理元素清单</a:t>
            </a:r>
            <a:endParaRPr lang="en-US" altLang="zh-CN" sz="2400" smtClean="0"/>
          </a:p>
          <a:p>
            <a:pPr marL="971550" lvl="1" indent="-514350" algn="l" eaLnBrk="1" hangingPunct="1">
              <a:buFont typeface="Wingdings" panose="05000000000000000000" pitchFamily="2" charset="2"/>
              <a:buChar char="ü"/>
            </a:pPr>
            <a:r>
              <a:rPr lang="zh-CN" altLang="en-US" sz="2400" smtClean="0"/>
              <a:t>成本</a:t>
            </a:r>
            <a:r>
              <a:rPr lang="en-US" altLang="zh-CN" sz="2400" smtClean="0"/>
              <a:t>/</a:t>
            </a:r>
            <a:r>
              <a:rPr lang="zh-CN" altLang="en-US" sz="2400" smtClean="0"/>
              <a:t>效益分析</a:t>
            </a:r>
            <a:endParaRPr lang="en-US" altLang="zh-CN" sz="2400" smtClean="0"/>
          </a:p>
          <a:p>
            <a:pPr marL="971550" lvl="1" indent="-514350" algn="l" eaLnBrk="1" hangingPunct="1">
              <a:buFont typeface="Wingdings" panose="05000000000000000000" pitchFamily="2" charset="2"/>
              <a:buChar char="ü"/>
            </a:pPr>
            <a:r>
              <a:rPr lang="zh-CN" altLang="en-US" sz="2400" smtClean="0"/>
              <a:t>实现这个系统的进度计划</a:t>
            </a:r>
            <a:r>
              <a:rPr lang="en-US" altLang="zh-CN" sz="2400" smtClean="0"/>
              <a:t>     </a:t>
            </a:r>
            <a:endParaRPr lang="zh-CN" altLang="en-US" sz="2400" smtClean="0"/>
          </a:p>
          <a:p>
            <a:pPr marL="514350" indent="-514350" algn="l" eaLnBrk="1" hangingPunct="1"/>
            <a:r>
              <a:rPr lang="en-US" altLang="zh-CN" sz="2800" smtClean="0"/>
              <a:t>3.   </a:t>
            </a:r>
            <a:r>
              <a:rPr lang="zh-CN" altLang="en-US" sz="2800" smtClean="0"/>
              <a:t>推荐最佳方案（给用户、软件开发的相关部门）</a:t>
            </a:r>
            <a:endParaRPr lang="en-US" altLang="zh-CN" sz="2800" smtClean="0"/>
          </a:p>
          <a:p>
            <a:pPr marL="514350" indent="-514350" algn="l" eaLnBrk="1" hangingPunct="1">
              <a:buFont typeface="Calibri Light" panose="020F0302020204030204" pitchFamily="34" charset="0"/>
              <a:buAutoNum type="arabicPeriod"/>
            </a:pPr>
            <a:endParaRPr lang="zh-CN" altLang="en-US" sz="280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内容占位符 2"/>
          <p:cNvSpPr>
            <a:spLocks noGrp="1" noChangeArrowheads="1"/>
          </p:cNvSpPr>
          <p:nvPr>
            <p:ph type="subTitle" idx="1"/>
          </p:nvPr>
        </p:nvSpPr>
        <p:spPr>
          <a:xfrm>
            <a:off x="838200" y="504825"/>
            <a:ext cx="10515600" cy="5672138"/>
          </a:xfrm>
        </p:spPr>
        <p:txBody>
          <a:bodyPr/>
          <a:lstStyle/>
          <a:p>
            <a:pPr marL="228600" indent="-228600" algn="l" eaLnBrk="1" hangingPunct="1"/>
            <a:r>
              <a:rPr lang="en-US" altLang="zh-CN" sz="2800" dirty="0" smtClean="0"/>
              <a:t>4. </a:t>
            </a:r>
            <a:r>
              <a:rPr lang="zh-CN" altLang="en-US" sz="2800" dirty="0" smtClean="0"/>
              <a:t>功能分解 （通过细化数据流图；分解应恰当）</a:t>
            </a:r>
            <a:endParaRPr lang="en-US" altLang="zh-CN" sz="2800" dirty="0" smtClean="0"/>
          </a:p>
          <a:p>
            <a:pPr marL="228600" indent="-228600" algn="l" eaLnBrk="1" hangingPunct="1"/>
            <a:r>
              <a:rPr lang="en-US" altLang="zh-CN" sz="2800" dirty="0" smtClean="0"/>
              <a:t>5. </a:t>
            </a:r>
            <a:r>
              <a:rPr lang="zh-CN" altLang="en-US" sz="2800" dirty="0" smtClean="0"/>
              <a:t>设计软件结构 （通过软件结构系统地组织各模块）</a:t>
            </a:r>
            <a:endParaRPr lang="en-US" altLang="zh-CN" sz="2800" dirty="0" smtClean="0"/>
          </a:p>
          <a:p>
            <a:pPr marL="228600" indent="-228600" algn="l" eaLnBrk="1" hangingPunct="1"/>
            <a:r>
              <a:rPr lang="en-US" altLang="zh-CN" sz="2800" dirty="0" smtClean="0"/>
              <a:t>     </a:t>
            </a:r>
            <a:r>
              <a:rPr lang="zh-CN" altLang="en-US" sz="2800" dirty="0" smtClean="0"/>
              <a:t>软件结构常由</a:t>
            </a:r>
            <a:r>
              <a:rPr lang="zh-CN" altLang="en-US" sz="2800" dirty="0" smtClean="0">
                <a:solidFill>
                  <a:srgbClr val="FF0000"/>
                </a:solidFill>
              </a:rPr>
              <a:t>层次图或结构图（</a:t>
            </a:r>
            <a:r>
              <a:rPr lang="en-US" altLang="zh-CN" sz="2800" dirty="0" smtClean="0">
                <a:solidFill>
                  <a:srgbClr val="FF0000"/>
                </a:solidFill>
              </a:rPr>
              <a:t>Section 5.4</a:t>
            </a:r>
            <a:r>
              <a:rPr lang="zh-CN" altLang="en-US" sz="2800" dirty="0" smtClean="0">
                <a:solidFill>
                  <a:srgbClr val="FF0000"/>
                </a:solidFill>
              </a:rPr>
              <a:t>）</a:t>
            </a:r>
            <a:r>
              <a:rPr lang="zh-CN" altLang="en-US" sz="2800" dirty="0" smtClean="0"/>
              <a:t>来描绘。</a:t>
            </a:r>
            <a:endParaRPr lang="en-US" altLang="zh-CN" sz="2800" dirty="0" smtClean="0"/>
          </a:p>
          <a:p>
            <a:pPr marL="228600" indent="-228600" algn="l" eaLnBrk="1" hangingPunct="1"/>
            <a:r>
              <a:rPr lang="en-US" altLang="zh-CN" sz="2800" dirty="0" smtClean="0"/>
              <a:t>6. </a:t>
            </a:r>
            <a:r>
              <a:rPr lang="zh-CN" altLang="en-US" sz="2800" dirty="0" smtClean="0"/>
              <a:t>设计数据库</a:t>
            </a:r>
            <a:endParaRPr lang="en-US" altLang="zh-CN" sz="2800" dirty="0" smtClean="0"/>
          </a:p>
          <a:p>
            <a:pPr marL="228600" indent="-228600" algn="l" eaLnBrk="1" hangingPunct="1"/>
            <a:r>
              <a:rPr lang="en-US" altLang="zh-CN" sz="2800" dirty="0" smtClean="0"/>
              <a:t>7. </a:t>
            </a:r>
            <a:r>
              <a:rPr lang="zh-CN" altLang="en-US" sz="2800" dirty="0" smtClean="0"/>
              <a:t>制定测试计划</a:t>
            </a:r>
            <a:endParaRPr lang="en-US" altLang="zh-CN" sz="2800" dirty="0" smtClean="0"/>
          </a:p>
          <a:p>
            <a:pPr marL="228600" indent="-228600" algn="l" eaLnBrk="1" hangingPunct="1"/>
            <a:r>
              <a:rPr lang="en-US" altLang="zh-CN" sz="2800" dirty="0" smtClean="0"/>
              <a:t>8. </a:t>
            </a:r>
            <a:r>
              <a:rPr lang="zh-CN" altLang="en-US" sz="2800" dirty="0" smtClean="0"/>
              <a:t>书写文档</a:t>
            </a:r>
            <a:endParaRPr lang="en-US" altLang="zh-CN" sz="2800" dirty="0" smtClean="0"/>
          </a:p>
          <a:p>
            <a:pPr marL="971550" lvl="1" indent="-514350" algn="l" eaLnBrk="1" hangingPunct="1">
              <a:buFont typeface="Calibri Light" panose="020F0302020204030204" pitchFamily="34" charset="0"/>
              <a:buAutoNum type="alphaLcParenR"/>
            </a:pPr>
            <a:r>
              <a:rPr lang="zh-CN" altLang="en-US" sz="2400" dirty="0" smtClean="0"/>
              <a:t>系统说明 （通过各种图：系统流程图、数据流图、层次图</a:t>
            </a:r>
            <a:r>
              <a:rPr lang="en-US" altLang="zh-CN" sz="2400" dirty="0" smtClean="0"/>
              <a:t>…</a:t>
            </a:r>
            <a:r>
              <a:rPr lang="zh-CN" altLang="en-US" sz="2400" dirty="0" smtClean="0"/>
              <a:t>）</a:t>
            </a:r>
            <a:endParaRPr lang="en-US" altLang="zh-CN" sz="2400" dirty="0" smtClean="0"/>
          </a:p>
          <a:p>
            <a:pPr marL="971550" lvl="1" indent="-514350" algn="l" eaLnBrk="1" hangingPunct="1">
              <a:buFont typeface="Calibri Light" panose="020F0302020204030204" pitchFamily="34" charset="0"/>
              <a:buAutoNum type="alphaLcParenR"/>
            </a:pPr>
            <a:r>
              <a:rPr lang="zh-CN" altLang="en-US" sz="2400" dirty="0" smtClean="0"/>
              <a:t>用户手册（修改完善需求分析阶段产生的用户手册）</a:t>
            </a:r>
            <a:endParaRPr lang="en-US" altLang="zh-CN" sz="2400" dirty="0" smtClean="0"/>
          </a:p>
          <a:p>
            <a:pPr marL="971550" lvl="1" indent="-514350" algn="l" eaLnBrk="1" hangingPunct="1">
              <a:buFont typeface="Calibri Light" panose="020F0302020204030204" pitchFamily="34" charset="0"/>
              <a:buAutoNum type="alphaLcParenR"/>
            </a:pPr>
            <a:r>
              <a:rPr lang="zh-CN" altLang="en-US" sz="2400" dirty="0" smtClean="0"/>
              <a:t>测试计划</a:t>
            </a:r>
            <a:endParaRPr lang="en-US" altLang="zh-CN" sz="2400" dirty="0" smtClean="0"/>
          </a:p>
          <a:p>
            <a:pPr marL="971550" lvl="1" indent="-514350" algn="l" eaLnBrk="1" hangingPunct="1">
              <a:buFont typeface="Calibri Light" panose="020F0302020204030204" pitchFamily="34" charset="0"/>
              <a:buAutoNum type="alphaLcParenR"/>
            </a:pPr>
            <a:r>
              <a:rPr lang="zh-CN" altLang="en-US" sz="2400" dirty="0" smtClean="0"/>
              <a:t>详细的实现计划</a:t>
            </a:r>
            <a:endParaRPr lang="en-US" altLang="zh-CN" sz="2400" dirty="0" smtClean="0"/>
          </a:p>
          <a:p>
            <a:pPr marL="971550" lvl="1" indent="-514350" algn="l" eaLnBrk="1" hangingPunct="1">
              <a:buFont typeface="Calibri Light" panose="020F0302020204030204" pitchFamily="34" charset="0"/>
              <a:buAutoNum type="alphaLcParenR"/>
            </a:pPr>
            <a:r>
              <a:rPr lang="zh-CN" altLang="en-US" sz="2400" dirty="0" smtClean="0"/>
              <a:t>数据库设计结果</a:t>
            </a:r>
            <a:r>
              <a:rPr lang="en-US" altLang="zh-CN" sz="2400" dirty="0" smtClean="0"/>
              <a:t>    </a:t>
            </a:r>
            <a:endParaRPr lang="zh-CN" altLang="en-US" sz="2400" dirty="0" smtClean="0"/>
          </a:p>
          <a:p>
            <a:pPr marL="228600" indent="-228600" algn="l" eaLnBrk="1" hangingPunct="1"/>
            <a:r>
              <a:rPr lang="en-US" altLang="zh-CN" sz="2800" dirty="0" smtClean="0"/>
              <a:t>9. </a:t>
            </a:r>
            <a:r>
              <a:rPr lang="zh-CN" altLang="en-US" sz="2800" dirty="0" smtClean="0"/>
              <a:t>审查和复审 （对总体设计的结果进行严格的审查）</a:t>
            </a:r>
            <a:endParaRPr lang="en-US" altLang="zh-CN" sz="2800" dirty="0" smtClean="0"/>
          </a:p>
          <a:p>
            <a:pPr marL="228600" indent="-228600" algn="l" eaLnBrk="1" hangingPunct="1"/>
            <a:r>
              <a:rPr lang="en-US" altLang="zh-CN" sz="2800" dirty="0" smtClean="0"/>
              <a:t>    </a:t>
            </a:r>
            <a:endParaRPr lang="zh-CN" altLang="en-US" sz="2800" dirty="0" smtClean="0"/>
          </a:p>
          <a:p>
            <a:pPr marL="228600" indent="-228600" algn="l" eaLnBrk="1" hangingPunct="1"/>
            <a:endParaRPr lang="zh-CN" altLang="en-US" sz="2800" dirty="0" smtClean="0"/>
          </a:p>
          <a:p>
            <a:pPr marL="228600" indent="-228600" algn="l" eaLnBrk="1" hangingPunct="1"/>
            <a:endParaRPr lang="zh-CN" altLang="en-US" sz="2800" dirty="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Box 3"/>
          <p:cNvSpPr>
            <a:spLocks noChangeArrowheads="1"/>
          </p:cNvSpPr>
          <p:nvPr/>
        </p:nvSpPr>
        <p:spPr bwMode="auto">
          <a:xfrm>
            <a:off x="904875" y="527050"/>
            <a:ext cx="67976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1000"/>
              </a:spcBef>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zh-CN" altLang="en-US">
                <a:solidFill>
                  <a:srgbClr val="000000"/>
                </a:solidFill>
                <a:sym typeface="宋体" panose="02010600030101010101" pitchFamily="2" charset="-122"/>
              </a:rPr>
              <a:t>设计的步骤</a:t>
            </a:r>
            <a:endParaRPr lang="zh-CN" altLang="en-US">
              <a:solidFill>
                <a:srgbClr val="000000"/>
              </a:solidFill>
              <a:sym typeface="宋体" panose="02010600030101010101" pitchFamily="2" charset="-122"/>
            </a:endParaRPr>
          </a:p>
        </p:txBody>
      </p:sp>
      <p:pic>
        <p:nvPicPr>
          <p:cNvPr id="1331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22488" y="1836738"/>
            <a:ext cx="7170737" cy="433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r:id="rId2" p14:bwMode="auto">
            <p14:nvContentPartPr>
              <p14:cNvPr id="2" name="墨迹 1"/>
              <p14:cNvContentPartPr/>
              <p14:nvPr/>
            </p14:nvContentPartPr>
            <p14:xfrm>
              <a:off x="2705040" y="1117440"/>
              <a:ext cx="6413760" cy="4325040"/>
            </p14:xfrm>
          </p:contentPart>
        </mc:Choice>
        <mc:Fallback xmlns="">
          <p:pic>
            <p:nvPicPr>
              <p:cNvPr id="2" name="墨迹 1"/>
            </p:nvPicPr>
            <p:blipFill>
              <a:blip r:embed="rId3"/>
            </p:blipFill>
            <p:spPr>
              <a:xfrm>
                <a:off x="2705040" y="1117440"/>
                <a:ext cx="6413760" cy="432504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noChangeArrowheads="1"/>
          </p:cNvSpPr>
          <p:nvPr>
            <p:ph type="ctrTitle"/>
          </p:nvPr>
        </p:nvSpPr>
        <p:spPr>
          <a:xfrm>
            <a:off x="838200" y="365125"/>
            <a:ext cx="10515600" cy="1325563"/>
          </a:xfrm>
        </p:spPr>
        <p:txBody>
          <a:bodyPr anchor="ctr"/>
          <a:lstStyle/>
          <a:p>
            <a:pPr marL="0" indent="0" algn="l" eaLnBrk="1" hangingPunct="1"/>
            <a:r>
              <a:rPr lang="en-US" altLang="zh-CN" sz="4400" smtClean="0"/>
              <a:t>5.2 </a:t>
            </a:r>
            <a:r>
              <a:rPr lang="zh-CN" altLang="en-US" sz="4400" smtClean="0"/>
              <a:t>设计原理</a:t>
            </a:r>
            <a:endParaRPr lang="zh-CN" altLang="en-US" sz="4400" smtClean="0"/>
          </a:p>
        </p:txBody>
      </p:sp>
      <p:sp>
        <p:nvSpPr>
          <p:cNvPr id="14339" name="内容占位符 2"/>
          <p:cNvSpPr>
            <a:spLocks noGrp="1" noChangeArrowheads="1"/>
          </p:cNvSpPr>
          <p:nvPr>
            <p:ph type="subTitle" idx="1"/>
          </p:nvPr>
        </p:nvSpPr>
        <p:spPr>
          <a:xfrm>
            <a:off x="838200" y="1543050"/>
            <a:ext cx="10515600" cy="4633913"/>
          </a:xfrm>
        </p:spPr>
        <p:txBody>
          <a:bodyPr/>
          <a:lstStyle/>
          <a:p>
            <a:pPr marL="228600" indent="-228600" algn="l" eaLnBrk="1" hangingPunct="1"/>
            <a:r>
              <a:rPr lang="zh-CN" altLang="en-US" sz="2800" dirty="0" smtClean="0"/>
              <a:t>在软件设计过程中应遵循的基本原理：</a:t>
            </a:r>
            <a:endParaRPr lang="en-US" altLang="zh-CN" sz="2800" dirty="0" smtClean="0"/>
          </a:p>
          <a:p>
            <a:pPr marL="228600" indent="-228600" algn="l" eaLnBrk="1" hangingPunct="1">
              <a:buFont typeface="Wingdings" panose="05000000000000000000" pitchFamily="2" charset="2"/>
              <a:buChar char="ü"/>
            </a:pPr>
            <a:r>
              <a:rPr lang="zh-CN" altLang="en-US" sz="2800" dirty="0" smtClean="0"/>
              <a:t>模块化</a:t>
            </a:r>
            <a:endParaRPr lang="en-US" altLang="zh-CN" sz="2800" dirty="0" smtClean="0"/>
          </a:p>
          <a:p>
            <a:pPr marL="228600" indent="-228600" algn="l" eaLnBrk="1" hangingPunct="1">
              <a:buFont typeface="Wingdings" panose="05000000000000000000" pitchFamily="2" charset="2"/>
              <a:buChar char="ü"/>
            </a:pPr>
            <a:r>
              <a:rPr lang="zh-CN" altLang="en-US" sz="2800" dirty="0" smtClean="0"/>
              <a:t>抽象</a:t>
            </a:r>
            <a:endParaRPr lang="en-US" altLang="zh-CN" sz="2800" dirty="0" smtClean="0"/>
          </a:p>
          <a:p>
            <a:pPr marL="228600" indent="-228600" algn="l" eaLnBrk="1" hangingPunct="1">
              <a:buFont typeface="Wingdings" panose="05000000000000000000" pitchFamily="2" charset="2"/>
              <a:buChar char="ü"/>
            </a:pPr>
            <a:r>
              <a:rPr lang="zh-CN" altLang="en-US" sz="2800" dirty="0" smtClean="0"/>
              <a:t>逐步求精</a:t>
            </a:r>
            <a:endParaRPr lang="en-US" altLang="zh-CN" sz="2800" dirty="0" smtClean="0"/>
          </a:p>
          <a:p>
            <a:pPr marL="228600" indent="-228600" algn="l" eaLnBrk="1" hangingPunct="1">
              <a:buFont typeface="Wingdings" panose="05000000000000000000" pitchFamily="2" charset="2"/>
              <a:buChar char="ü"/>
            </a:pPr>
            <a:r>
              <a:rPr lang="zh-CN" altLang="en-US" sz="2800" dirty="0" smtClean="0"/>
              <a:t>信息隐蔽和局部化</a:t>
            </a:r>
            <a:endParaRPr lang="en-US" altLang="zh-CN" sz="2800" dirty="0" smtClean="0"/>
          </a:p>
          <a:p>
            <a:pPr marL="228600" indent="-228600" algn="l" eaLnBrk="1" hangingPunct="1">
              <a:buFont typeface="Wingdings" panose="05000000000000000000" pitchFamily="2" charset="2"/>
              <a:buChar char="ü"/>
            </a:pPr>
            <a:r>
              <a:rPr lang="zh-CN" altLang="en-US" sz="2800" dirty="0" smtClean="0"/>
              <a:t>模块独立</a:t>
            </a:r>
            <a:endParaRPr lang="zh-CN" altLang="en-US" sz="2800" dirty="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noChangeArrowheads="1"/>
          </p:cNvSpPr>
          <p:nvPr>
            <p:ph type="ctrTitle"/>
          </p:nvPr>
        </p:nvSpPr>
        <p:spPr>
          <a:xfrm>
            <a:off x="838200" y="365125"/>
            <a:ext cx="10515600" cy="1325563"/>
          </a:xfrm>
        </p:spPr>
        <p:txBody>
          <a:bodyPr anchor="ctr"/>
          <a:lstStyle/>
          <a:p>
            <a:pPr marL="0" indent="0" algn="l" eaLnBrk="1" hangingPunct="1"/>
            <a:r>
              <a:rPr lang="en-US" altLang="zh-CN" sz="4400" smtClean="0"/>
              <a:t>5.2.1 </a:t>
            </a:r>
            <a:r>
              <a:rPr lang="zh-CN" altLang="en-US" sz="4400" smtClean="0"/>
              <a:t>模块化 </a:t>
            </a:r>
            <a:r>
              <a:rPr lang="en-US" altLang="zh-CN" sz="4400" smtClean="0"/>
              <a:t>(modularization)</a:t>
            </a:r>
            <a:endParaRPr lang="zh-CN" altLang="en-US" sz="4400" smtClean="0"/>
          </a:p>
        </p:txBody>
      </p:sp>
      <p:sp>
        <p:nvSpPr>
          <p:cNvPr id="16387" name="内容占位符 2"/>
          <p:cNvSpPr>
            <a:spLocks noGrp="1" noChangeArrowheads="1"/>
          </p:cNvSpPr>
          <p:nvPr>
            <p:ph type="subTitle" idx="1"/>
          </p:nvPr>
        </p:nvSpPr>
        <p:spPr>
          <a:xfrm>
            <a:off x="838200" y="1597025"/>
            <a:ext cx="10515600" cy="3438525"/>
          </a:xfrm>
        </p:spPr>
        <p:txBody>
          <a:bodyPr/>
          <a:lstStyle/>
          <a:p>
            <a:pPr algn="l" eaLnBrk="1" hangingPunct="1">
              <a:lnSpc>
                <a:spcPct val="136000"/>
              </a:lnSpc>
              <a:buFont typeface="Arial" panose="020B0604020202020204" pitchFamily="34" charset="0"/>
              <a:buChar char="•"/>
            </a:pPr>
            <a:r>
              <a:rPr lang="zh-CN" altLang="en-US" sz="2000" dirty="0" smtClean="0">
                <a:solidFill>
                  <a:srgbClr val="0000FF"/>
                </a:solidFill>
                <a:latin typeface="宋体" panose="02010600030101010101" pitchFamily="2" charset="-122"/>
                <a:sym typeface="宋体" panose="02010600030101010101" pitchFamily="2" charset="-122"/>
              </a:rPr>
              <a:t>模块</a:t>
            </a:r>
            <a:r>
              <a:rPr lang="zh-CN" altLang="en-US" sz="2000" dirty="0" smtClean="0">
                <a:latin typeface="宋体" panose="02010600030101010101" pitchFamily="2" charset="-122"/>
                <a:sym typeface="宋体" panose="02010600030101010101" pitchFamily="2" charset="-122"/>
              </a:rPr>
              <a:t>是数据说明、可执行语句等</a:t>
            </a:r>
            <a:r>
              <a:rPr lang="zh-CN" altLang="en-US" sz="2000" dirty="0" smtClean="0">
                <a:solidFill>
                  <a:srgbClr val="0000FF"/>
                </a:solidFill>
                <a:latin typeface="宋体" panose="02010600030101010101" pitchFamily="2" charset="-122"/>
                <a:sym typeface="宋体" panose="02010600030101010101" pitchFamily="2" charset="-122"/>
              </a:rPr>
              <a:t>程序对象</a:t>
            </a:r>
            <a:r>
              <a:rPr lang="zh-CN" altLang="en-US" sz="2000" dirty="0" smtClean="0">
                <a:latin typeface="宋体" panose="02010600030101010101" pitchFamily="2" charset="-122"/>
                <a:sym typeface="宋体" panose="02010600030101010101" pitchFamily="2" charset="-122"/>
              </a:rPr>
              <a:t>的集合，单独命名而且可通过名字来访问，例如，</a:t>
            </a:r>
            <a:r>
              <a:rPr lang="zh-CN" altLang="en-US" sz="2000" dirty="0" smtClean="0">
                <a:solidFill>
                  <a:srgbClr val="0000FF"/>
                </a:solidFill>
                <a:latin typeface="宋体" panose="02010600030101010101" pitchFamily="2" charset="-122"/>
                <a:sym typeface="宋体" panose="02010600030101010101" pitchFamily="2" charset="-122"/>
              </a:rPr>
              <a:t>过程、函数、子程序、宏等都可作为模块</a:t>
            </a:r>
            <a:r>
              <a:rPr lang="zh-CN" altLang="en-US" sz="2000" dirty="0" smtClean="0">
                <a:latin typeface="宋体" panose="02010600030101010101" pitchFamily="2" charset="-122"/>
                <a:sym typeface="宋体" panose="02010600030101010101" pitchFamily="2" charset="-122"/>
              </a:rPr>
              <a:t>。</a:t>
            </a:r>
            <a:endParaRPr lang="zh-CN" altLang="en-US" sz="2000" dirty="0" smtClean="0">
              <a:latin typeface="宋体" panose="02010600030101010101" pitchFamily="2" charset="-122"/>
              <a:sym typeface="宋体" panose="02010600030101010101" pitchFamily="2" charset="-122"/>
            </a:endParaRPr>
          </a:p>
          <a:p>
            <a:pPr algn="l" eaLnBrk="1" hangingPunct="1">
              <a:lnSpc>
                <a:spcPct val="136000"/>
              </a:lnSpc>
            </a:pPr>
            <a:endParaRPr lang="zh-CN" altLang="en-US" sz="2000" dirty="0" smtClean="0">
              <a:latin typeface="宋体" panose="02010600030101010101" pitchFamily="2" charset="-122"/>
              <a:sym typeface="宋体" panose="02010600030101010101" pitchFamily="2" charset="-122"/>
            </a:endParaRPr>
          </a:p>
          <a:p>
            <a:pPr algn="l" eaLnBrk="1" hangingPunct="1">
              <a:lnSpc>
                <a:spcPct val="136000"/>
              </a:lnSpc>
              <a:buFont typeface="Arial" panose="020B0604020202020204" pitchFamily="34" charset="0"/>
              <a:buChar char="•"/>
            </a:pPr>
            <a:r>
              <a:rPr lang="zh-CN" altLang="en-US" sz="2000" dirty="0" smtClean="0">
                <a:solidFill>
                  <a:srgbClr val="0000FF"/>
                </a:solidFill>
                <a:latin typeface="宋体" panose="02010600030101010101" pitchFamily="2" charset="-122"/>
                <a:sym typeface="宋体" panose="02010600030101010101" pitchFamily="2" charset="-122"/>
              </a:rPr>
              <a:t>模块化</a:t>
            </a:r>
            <a:r>
              <a:rPr lang="zh-CN" altLang="en-US" sz="2000" dirty="0" smtClean="0">
                <a:latin typeface="宋体" panose="02010600030101010101" pitchFamily="2" charset="-122"/>
                <a:sym typeface="宋体" panose="02010600030101010101" pitchFamily="2" charset="-122"/>
              </a:rPr>
              <a:t>就是把系统</a:t>
            </a:r>
            <a:r>
              <a:rPr lang="en-US" altLang="zh-CN" sz="2000" dirty="0" smtClean="0">
                <a:latin typeface="宋体" panose="02010600030101010101" pitchFamily="2" charset="-122"/>
                <a:sym typeface="宋体" panose="02010600030101010101" pitchFamily="2" charset="-122"/>
              </a:rPr>
              <a:t>/</a:t>
            </a:r>
            <a:r>
              <a:rPr lang="zh-CN" altLang="en-US" sz="2000" dirty="0" smtClean="0">
                <a:latin typeface="宋体" panose="02010600030101010101" pitchFamily="2" charset="-122"/>
                <a:sym typeface="宋体" panose="02010600030101010101" pitchFamily="2" charset="-122"/>
              </a:rPr>
              <a:t>程序划分成</a:t>
            </a:r>
            <a:r>
              <a:rPr lang="zh-CN" altLang="en-US" sz="2000" dirty="0" smtClean="0">
                <a:solidFill>
                  <a:srgbClr val="0000FF"/>
                </a:solidFill>
                <a:latin typeface="宋体" panose="02010600030101010101" pitchFamily="2" charset="-122"/>
                <a:sym typeface="宋体" panose="02010600030101010101" pitchFamily="2" charset="-122"/>
              </a:rPr>
              <a:t>独立命名且可独立访问的模块</a:t>
            </a:r>
            <a:r>
              <a:rPr lang="zh-CN" altLang="en-US" sz="2000" dirty="0" smtClean="0">
                <a:latin typeface="宋体" panose="02010600030101010101" pitchFamily="2" charset="-122"/>
                <a:sym typeface="宋体" panose="02010600030101010101" pitchFamily="2" charset="-122"/>
              </a:rPr>
              <a:t>，每个模块完成一个</a:t>
            </a:r>
            <a:r>
              <a:rPr lang="zh-CN" altLang="en-US" sz="2000" dirty="0" smtClean="0">
                <a:solidFill>
                  <a:srgbClr val="0000FF"/>
                </a:solidFill>
                <a:latin typeface="宋体" panose="02010600030101010101" pitchFamily="2" charset="-122"/>
                <a:sym typeface="宋体" panose="02010600030101010101" pitchFamily="2" charset="-122"/>
              </a:rPr>
              <a:t>子功能</a:t>
            </a:r>
            <a:r>
              <a:rPr lang="zh-CN" altLang="en-US" sz="2000" dirty="0" smtClean="0">
                <a:latin typeface="宋体" panose="02010600030101010101" pitchFamily="2" charset="-122"/>
                <a:sym typeface="宋体" panose="02010600030101010101" pitchFamily="2" charset="-122"/>
              </a:rPr>
              <a:t>，把这些模块集中起来组成一个整体，可以</a:t>
            </a:r>
            <a:r>
              <a:rPr lang="zh-CN" altLang="en-US" sz="2000" dirty="0" smtClean="0">
                <a:solidFill>
                  <a:srgbClr val="0000FF"/>
                </a:solidFill>
                <a:latin typeface="宋体" panose="02010600030101010101" pitchFamily="2" charset="-122"/>
                <a:sym typeface="宋体" panose="02010600030101010101" pitchFamily="2" charset="-122"/>
              </a:rPr>
              <a:t>完成指定的功能</a:t>
            </a:r>
            <a:r>
              <a:rPr lang="zh-CN" altLang="en-US" sz="2000" dirty="0" smtClean="0">
                <a:latin typeface="宋体" panose="02010600030101010101" pitchFamily="2" charset="-122"/>
                <a:sym typeface="宋体" panose="02010600030101010101" pitchFamily="2" charset="-122"/>
              </a:rPr>
              <a:t>，满足用户的要求。</a:t>
            </a:r>
            <a:endParaRPr lang="en-US" altLang="zh-CN" sz="2000" dirty="0" smtClean="0">
              <a:latin typeface="宋体" panose="02010600030101010101" pitchFamily="2" charset="-122"/>
              <a:sym typeface="宋体" panose="02010600030101010101" pitchFamily="2" charset="-122"/>
            </a:endParaRPr>
          </a:p>
          <a:p>
            <a:pPr algn="l" eaLnBrk="1" hangingPunct="1"/>
            <a:r>
              <a:rPr lang="en-US" altLang="zh-CN" sz="2000" dirty="0" smtClean="0"/>
              <a:t>    </a:t>
            </a:r>
            <a:endParaRPr lang="zh-CN" altLang="en-US" sz="2000" dirty="0" smtClean="0"/>
          </a:p>
          <a:p>
            <a:pPr algn="l" eaLnBrk="1" hangingPunct="1">
              <a:buFont typeface="Arial" panose="020B0604020202020204" pitchFamily="34" charset="0"/>
              <a:buChar char="•"/>
            </a:pPr>
            <a:endParaRPr lang="zh-CN" altLang="en-US" sz="2800" dirty="0" smtClean="0"/>
          </a:p>
          <a:p>
            <a:pPr algn="l" eaLnBrk="1" hangingPunct="1">
              <a:buFont typeface="Arial" panose="020B0604020202020204" pitchFamily="34" charset="0"/>
              <a:buChar char="•"/>
            </a:pPr>
            <a:endParaRPr lang="zh-CN" altLang="en-US" sz="2800" dirty="0" smtClean="0"/>
          </a:p>
        </p:txBody>
      </p:sp>
      <p:sp>
        <p:nvSpPr>
          <p:cNvPr id="2" name="矩形 1"/>
          <p:cNvSpPr/>
          <p:nvPr/>
        </p:nvSpPr>
        <p:spPr>
          <a:xfrm>
            <a:off x="833120" y="1662430"/>
            <a:ext cx="10349230" cy="877570"/>
          </a:xfrm>
          <a:prstGeom prst="rect">
            <a:avLst/>
          </a:prstGeom>
          <a:noFill/>
          <a:ln w="28575" cmpd="sng">
            <a:solidFill>
              <a:srgbClr val="7030A0"/>
            </a:solidFill>
            <a:prstDash val="sysDot"/>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矩形 2"/>
          <p:cNvSpPr/>
          <p:nvPr/>
        </p:nvSpPr>
        <p:spPr>
          <a:xfrm>
            <a:off x="838200" y="3161665"/>
            <a:ext cx="10344785" cy="866140"/>
          </a:xfrm>
          <a:prstGeom prst="rect">
            <a:avLst/>
          </a:prstGeom>
          <a:noFill/>
          <a:ln w="28575" cmpd="sng">
            <a:solidFill>
              <a:srgbClr val="FF0000"/>
            </a:solidFill>
            <a:prstDash val="sysDot"/>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387">
                                            <p:txEl>
                                              <p:pRg st="2" end="2"/>
                                            </p:txEl>
                                          </p:spTgt>
                                        </p:tgtEl>
                                        <p:attrNameLst>
                                          <p:attrName>style.visibility</p:attrName>
                                        </p:attrNameLst>
                                      </p:cBhvr>
                                      <p:to>
                                        <p:strVal val="visible"/>
                                      </p:to>
                                    </p:set>
                                    <p:animEffect filter="blinds(horizontal)">
                                      <p:cBhvr>
                                        <p:cTn id="7" dur="500"/>
                                        <p:tgtEl>
                                          <p:spTgt spid="1638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smtClean="0"/>
              <a:t>模块化的根据（或为什么模块化</a:t>
            </a:r>
            <a:r>
              <a:rPr lang="en-US" altLang="zh-CN" sz="4400" smtClean="0"/>
              <a:t>?</a:t>
            </a:r>
            <a:r>
              <a:rPr lang="zh-CN" altLang="en-US" sz="4400" smtClean="0"/>
              <a:t>）</a:t>
            </a:r>
            <a:endParaRPr lang="zh-CN" altLang="en-US" sz="4400" smtClean="0"/>
          </a:p>
        </p:txBody>
      </p:sp>
      <p:sp>
        <p:nvSpPr>
          <p:cNvPr id="16387" name="Rectangle 3"/>
          <p:cNvSpPr>
            <a:spLocks noGrp="1" noChangeArrowheads="1"/>
          </p:cNvSpPr>
          <p:nvPr>
            <p:ph type="subTitle" idx="1"/>
          </p:nvPr>
        </p:nvSpPr>
        <p:spPr>
          <a:xfrm>
            <a:off x="838200" y="1501775"/>
            <a:ext cx="10515600" cy="5356225"/>
          </a:xfrm>
        </p:spPr>
        <p:txBody>
          <a:bodyPr/>
          <a:lstStyle/>
          <a:p>
            <a:pPr marL="342900" indent="-342900" algn="just" eaLnBrk="1" hangingPunct="1">
              <a:lnSpc>
                <a:spcPct val="130000"/>
              </a:lnSpc>
              <a:spcBef>
                <a:spcPct val="0"/>
              </a:spcBef>
              <a:buClr>
                <a:schemeClr val="hlink"/>
              </a:buClr>
              <a:buSzPct val="80000"/>
              <a:buFont typeface="Wingdings" panose="05000000000000000000" pitchFamily="2" charset="2"/>
              <a:buNone/>
            </a:pPr>
            <a:r>
              <a:rPr lang="zh-CN" altLang="en-US" sz="2800" dirty="0" smtClean="0"/>
              <a:t>设函数</a:t>
            </a:r>
            <a:r>
              <a:rPr lang="en-US" altLang="zh-CN" sz="2800" dirty="0" smtClean="0"/>
              <a:t>C(x)</a:t>
            </a:r>
            <a:r>
              <a:rPr lang="zh-CN" altLang="en-US" sz="2800" dirty="0" smtClean="0"/>
              <a:t>定义问题</a:t>
            </a:r>
            <a:r>
              <a:rPr lang="en-US" altLang="zh-CN" sz="2800" dirty="0" smtClean="0"/>
              <a:t>x</a:t>
            </a:r>
            <a:r>
              <a:rPr lang="zh-CN" altLang="en-US" sz="2800" dirty="0" smtClean="0"/>
              <a:t>的</a:t>
            </a:r>
            <a:r>
              <a:rPr lang="zh-CN" altLang="en-US" sz="2800" dirty="0" smtClean="0">
                <a:solidFill>
                  <a:srgbClr val="0000FF"/>
                </a:solidFill>
              </a:rPr>
              <a:t>复杂程度</a:t>
            </a:r>
            <a:r>
              <a:rPr lang="zh-CN" altLang="en-US" sz="2800" dirty="0" smtClean="0"/>
              <a:t>，函数</a:t>
            </a:r>
            <a:r>
              <a:rPr lang="en-US" altLang="zh-CN" sz="2800" dirty="0" smtClean="0"/>
              <a:t>E(x)</a:t>
            </a:r>
            <a:r>
              <a:rPr lang="zh-CN" altLang="en-US" sz="2800" dirty="0" smtClean="0"/>
              <a:t>定义解决问题</a:t>
            </a:r>
            <a:r>
              <a:rPr lang="en-US" altLang="zh-CN" sz="2800" dirty="0" smtClean="0"/>
              <a:t>x</a:t>
            </a:r>
            <a:r>
              <a:rPr lang="zh-CN" altLang="en-US" sz="2800" dirty="0" smtClean="0"/>
              <a:t>需要的</a:t>
            </a:r>
            <a:r>
              <a:rPr lang="zh-CN" altLang="en-US" sz="2800" dirty="0" smtClean="0">
                <a:solidFill>
                  <a:srgbClr val="0000FF"/>
                </a:solidFill>
              </a:rPr>
              <a:t>工作量（时间）</a:t>
            </a:r>
            <a:r>
              <a:rPr lang="zh-CN" altLang="en-US" sz="2800" dirty="0" smtClean="0"/>
              <a:t>。对于两个问题</a:t>
            </a:r>
            <a:r>
              <a:rPr lang="en-US" altLang="zh-CN" sz="2800" dirty="0" smtClean="0"/>
              <a:t>P1</a:t>
            </a:r>
            <a:r>
              <a:rPr lang="zh-CN" altLang="en-US" sz="2800" dirty="0" smtClean="0"/>
              <a:t>和</a:t>
            </a:r>
            <a:r>
              <a:rPr lang="en-US" altLang="zh-CN" sz="2800" dirty="0" smtClean="0"/>
              <a:t>P2，</a:t>
            </a:r>
            <a:r>
              <a:rPr lang="zh-CN" altLang="en-US" sz="2800" dirty="0" smtClean="0"/>
              <a:t>如果：</a:t>
            </a:r>
            <a:endParaRPr lang="zh-CN" altLang="en-US" sz="2800" dirty="0" smtClean="0"/>
          </a:p>
          <a:p>
            <a:pPr marL="342900" indent="-342900" algn="just" eaLnBrk="1" hangingPunct="1">
              <a:lnSpc>
                <a:spcPct val="130000"/>
              </a:lnSpc>
              <a:spcBef>
                <a:spcPct val="0"/>
              </a:spcBef>
              <a:buClr>
                <a:schemeClr val="hlink"/>
              </a:buClr>
              <a:buSzPct val="80000"/>
              <a:buFont typeface="Wingdings" panose="05000000000000000000" pitchFamily="2" charset="2"/>
              <a:buNone/>
            </a:pPr>
            <a:r>
              <a:rPr lang="zh-CN" altLang="en-US" sz="2800" dirty="0" smtClean="0"/>
              <a:t>                         </a:t>
            </a:r>
            <a:r>
              <a:rPr lang="en-US" altLang="zh-CN" sz="2800" dirty="0" smtClean="0"/>
              <a:t>C(P1)&gt;C(P2)</a:t>
            </a:r>
            <a:endParaRPr lang="zh-CN" altLang="en-US" sz="2800" dirty="0" smtClean="0"/>
          </a:p>
          <a:p>
            <a:pPr marL="342900" indent="-342900" algn="just" eaLnBrk="1" hangingPunct="1">
              <a:lnSpc>
                <a:spcPct val="130000"/>
              </a:lnSpc>
              <a:spcBef>
                <a:spcPct val="0"/>
              </a:spcBef>
              <a:buClr>
                <a:schemeClr val="hlink"/>
              </a:buClr>
              <a:buSzPct val="80000"/>
              <a:buFont typeface="Wingdings" panose="05000000000000000000" pitchFamily="2" charset="2"/>
              <a:buNone/>
            </a:pPr>
            <a:r>
              <a:rPr lang="en-US" altLang="zh-CN" sz="2800" dirty="0" smtClean="0"/>
              <a:t>         </a:t>
            </a:r>
            <a:r>
              <a:rPr lang="zh-CN" altLang="en-US" sz="2800" dirty="0" smtClean="0"/>
              <a:t>那么       </a:t>
            </a:r>
            <a:r>
              <a:rPr lang="en-US" altLang="zh-CN" sz="2800" dirty="0" smtClean="0"/>
              <a:t>E(P1)&gt;E(P2)</a:t>
            </a:r>
            <a:endParaRPr lang="zh-CN" altLang="en-US" sz="2800" dirty="0" smtClean="0"/>
          </a:p>
          <a:p>
            <a:pPr marL="342900" indent="-342900" algn="just" eaLnBrk="1" hangingPunct="1">
              <a:lnSpc>
                <a:spcPct val="130000"/>
              </a:lnSpc>
              <a:spcBef>
                <a:spcPct val="0"/>
              </a:spcBef>
              <a:buClr>
                <a:schemeClr val="hlink"/>
              </a:buClr>
              <a:buSzPct val="80000"/>
              <a:buFont typeface="Wingdings" panose="05000000000000000000" pitchFamily="2" charset="2"/>
              <a:buNone/>
            </a:pPr>
            <a:r>
              <a:rPr lang="zh-CN" altLang="en-US" sz="2800" dirty="0" smtClean="0"/>
              <a:t>  根据解决问题的经验，有一个规律是：</a:t>
            </a:r>
            <a:endParaRPr lang="zh-CN" altLang="en-US" sz="2800" dirty="0" smtClean="0"/>
          </a:p>
          <a:p>
            <a:pPr marL="342900" indent="-342900" algn="just" eaLnBrk="1" hangingPunct="1">
              <a:lnSpc>
                <a:spcPct val="130000"/>
              </a:lnSpc>
              <a:spcBef>
                <a:spcPct val="0"/>
              </a:spcBef>
              <a:buClr>
                <a:schemeClr val="hlink"/>
              </a:buClr>
              <a:buSzPct val="80000"/>
              <a:buFont typeface="Wingdings" panose="05000000000000000000" pitchFamily="2" charset="2"/>
              <a:buNone/>
            </a:pPr>
            <a:r>
              <a:rPr lang="zh-CN" altLang="en-US" sz="2800" dirty="0" smtClean="0"/>
              <a:t>                        </a:t>
            </a:r>
            <a:r>
              <a:rPr lang="en-US" altLang="zh-CN" sz="2800" dirty="0" smtClean="0"/>
              <a:t>C(P1+P2)&gt;C(P1)+C(P2)</a:t>
            </a:r>
            <a:endParaRPr lang="zh-CN" altLang="en-US" sz="2800" dirty="0" smtClean="0"/>
          </a:p>
          <a:p>
            <a:pPr marL="342900" indent="-342900" algn="just" eaLnBrk="1" hangingPunct="1">
              <a:lnSpc>
                <a:spcPct val="130000"/>
              </a:lnSpc>
              <a:spcBef>
                <a:spcPct val="0"/>
              </a:spcBef>
              <a:buClr>
                <a:schemeClr val="hlink"/>
              </a:buClr>
              <a:buSzPct val="80000"/>
              <a:buFont typeface="Wingdings" panose="05000000000000000000" pitchFamily="2" charset="2"/>
              <a:buNone/>
            </a:pPr>
            <a:r>
              <a:rPr lang="zh-CN" altLang="en-US" sz="2800" dirty="0" smtClean="0"/>
              <a:t>    于是有      </a:t>
            </a:r>
            <a:r>
              <a:rPr lang="en-US" altLang="zh-CN" sz="2800" dirty="0" smtClean="0">
                <a:solidFill>
                  <a:srgbClr val="FF0000"/>
                </a:solidFill>
              </a:rPr>
              <a:t>E(P1+P2)&gt;E(P1)+E(P2) </a:t>
            </a:r>
            <a:endParaRPr lang="en-US" altLang="zh-CN" sz="2800" dirty="0" smtClean="0">
              <a:solidFill>
                <a:srgbClr val="FF0000"/>
              </a:solidFill>
            </a:endParaRPr>
          </a:p>
          <a:p>
            <a:pPr marL="342900" indent="-342900" algn="just" eaLnBrk="1" hangingPunct="1">
              <a:lnSpc>
                <a:spcPct val="130000"/>
              </a:lnSpc>
              <a:spcBef>
                <a:spcPct val="0"/>
              </a:spcBef>
              <a:buClr>
                <a:schemeClr val="hlink"/>
              </a:buClr>
              <a:buSzPct val="80000"/>
              <a:buFont typeface="Wingdings" panose="05000000000000000000" pitchFamily="2" charset="2"/>
              <a:buNone/>
            </a:pPr>
            <a:r>
              <a:rPr lang="zh-CN" altLang="en-US" sz="2800" b="1" dirty="0" smtClean="0"/>
              <a:t>即：</a:t>
            </a:r>
            <a:r>
              <a:rPr lang="zh-CN" altLang="en-US" sz="2800" b="1" dirty="0" smtClean="0">
                <a:highlight>
                  <a:srgbClr val="FFFF00"/>
                </a:highlight>
              </a:rPr>
              <a:t>如果一个问题是两个问题组合而成，那么它的复杂程度与工作量大于分别考虑两个问题的复杂程度与工作量。</a:t>
            </a:r>
            <a:endParaRPr lang="zh-CN" altLang="en-US" sz="2800" b="1" dirty="0" smtClean="0">
              <a:highlight>
                <a:srgbClr val="FFFF00"/>
              </a:highligh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6387">
                                            <p:txEl>
                                              <p:pRg st="3" end="3"/>
                                            </p:txEl>
                                          </p:spTgt>
                                        </p:tgtEl>
                                        <p:attrNameLst>
                                          <p:attrName>style.visibility</p:attrName>
                                        </p:attrNameLst>
                                      </p:cBhvr>
                                      <p:to>
                                        <p:strVal val="visible"/>
                                      </p:to>
                                    </p:set>
                                    <p:animEffect transition="in" filter="barn(inVertical)">
                                      <p:cBhvr>
                                        <p:cTn id="7" dur="500"/>
                                        <p:tgtEl>
                                          <p:spTgt spid="16387">
                                            <p:txEl>
                                              <p:pRg st="3" end="3"/>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16387">
                                            <p:txEl>
                                              <p:pRg st="4" end="4"/>
                                            </p:txEl>
                                          </p:spTgt>
                                        </p:tgtEl>
                                        <p:attrNameLst>
                                          <p:attrName>style.visibility</p:attrName>
                                        </p:attrNameLst>
                                      </p:cBhvr>
                                      <p:to>
                                        <p:strVal val="visible"/>
                                      </p:to>
                                    </p:set>
                                    <p:animEffect transition="in" filter="barn(inVertical)">
                                      <p:cBhvr>
                                        <p:cTn id="10" dur="500"/>
                                        <p:tgtEl>
                                          <p:spTgt spid="16387">
                                            <p:txEl>
                                              <p:pRg st="4" end="4"/>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16387">
                                            <p:txEl>
                                              <p:pRg st="5" end="5"/>
                                            </p:txEl>
                                          </p:spTgt>
                                        </p:tgtEl>
                                        <p:attrNameLst>
                                          <p:attrName>style.visibility</p:attrName>
                                        </p:attrNameLst>
                                      </p:cBhvr>
                                      <p:to>
                                        <p:strVal val="visible"/>
                                      </p:to>
                                    </p:set>
                                    <p:animEffect transition="in" filter="barn(inVertical)">
                                      <p:cBhvr>
                                        <p:cTn id="13" dur="500"/>
                                        <p:tgtEl>
                                          <p:spTgt spid="16387">
                                            <p:txEl>
                                              <p:pRg st="5" end="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nodeType="clickEffect">
                                  <p:stCondLst>
                                    <p:cond delay="0"/>
                                  </p:stCondLst>
                                  <p:childTnLst>
                                    <p:set>
                                      <p:cBhvr>
                                        <p:cTn id="17" dur="1" fill="hold">
                                          <p:stCondLst>
                                            <p:cond delay="0"/>
                                          </p:stCondLst>
                                        </p:cTn>
                                        <p:tgtEl>
                                          <p:spTgt spid="16387">
                                            <p:txEl>
                                              <p:pRg st="6" end="6"/>
                                            </p:txEl>
                                          </p:spTgt>
                                        </p:tgtEl>
                                        <p:attrNameLst>
                                          <p:attrName>style.visibility</p:attrName>
                                        </p:attrNameLst>
                                      </p:cBhvr>
                                      <p:to>
                                        <p:strVal val="visible"/>
                                      </p:to>
                                    </p:set>
                                    <p:animEffect transition="in" filter="checkerboard(across)">
                                      <p:cBhvr>
                                        <p:cTn id="18" dur="500"/>
                                        <p:tgtEl>
                                          <p:spTgt spid="1638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noChangeArrowheads="1"/>
          </p:cNvSpPr>
          <p:nvPr>
            <p:ph type="ctrTitle"/>
          </p:nvPr>
        </p:nvSpPr>
        <p:spPr>
          <a:xfrm>
            <a:off x="838200" y="365125"/>
            <a:ext cx="11219822" cy="1325563"/>
          </a:xfrm>
        </p:spPr>
        <p:txBody>
          <a:bodyPr anchor="ctr"/>
          <a:lstStyle/>
          <a:p>
            <a:pPr marL="0" indent="0" algn="l" eaLnBrk="1" hangingPunct="1"/>
            <a:r>
              <a:rPr lang="zh-CN" altLang="en-US" sz="4400" dirty="0" smtClean="0"/>
              <a:t>模块化的根据（或为什么模块化</a:t>
            </a:r>
            <a:r>
              <a:rPr lang="en-US" altLang="zh-CN" sz="4400" dirty="0" smtClean="0"/>
              <a:t>?   continued</a:t>
            </a:r>
            <a:r>
              <a:rPr lang="zh-CN" altLang="en-US" sz="4400" dirty="0" smtClean="0"/>
              <a:t>）</a:t>
            </a:r>
            <a:endParaRPr lang="zh-CN" altLang="en-US" sz="4400" dirty="0" smtClean="0"/>
          </a:p>
        </p:txBody>
      </p:sp>
      <p:sp>
        <p:nvSpPr>
          <p:cNvPr id="18435" name="内容占位符 2"/>
          <p:cNvSpPr>
            <a:spLocks noGrp="1" noChangeArrowheads="1"/>
          </p:cNvSpPr>
          <p:nvPr>
            <p:ph type="subTitle" idx="1"/>
          </p:nvPr>
        </p:nvSpPr>
        <p:spPr>
          <a:xfrm>
            <a:off x="838200" y="1825625"/>
            <a:ext cx="10515600" cy="4351338"/>
          </a:xfrm>
        </p:spPr>
        <p:txBody>
          <a:bodyPr/>
          <a:lstStyle/>
          <a:p>
            <a:pPr marL="228600" indent="-228600" algn="l" eaLnBrk="1" hangingPunct="1"/>
            <a:r>
              <a:rPr lang="zh-CN" altLang="en-US" sz="2800" dirty="0" smtClean="0"/>
              <a:t>“各个击破”（</a:t>
            </a:r>
            <a:r>
              <a:rPr lang="en-US" altLang="zh-CN" sz="2800" dirty="0" smtClean="0"/>
              <a:t>Divide and Conquer</a:t>
            </a:r>
            <a:r>
              <a:rPr lang="zh-CN" altLang="en-US" sz="2800" dirty="0" smtClean="0"/>
              <a:t>）</a:t>
            </a:r>
            <a:endParaRPr lang="en-US" altLang="zh-CN" sz="2800" dirty="0" smtClean="0"/>
          </a:p>
          <a:p>
            <a:pPr marL="228600" indent="-228600" algn="l" eaLnBrk="1" hangingPunct="1"/>
            <a:r>
              <a:rPr lang="zh-CN" altLang="en-US" sz="2800" dirty="0" smtClean="0"/>
              <a:t>把复杂的问题分解成若干个容易解决的小问题，原来的问题就容易解决了。</a:t>
            </a:r>
            <a:endParaRPr lang="en-US" altLang="zh-CN" sz="2800" dirty="0" smtClean="0"/>
          </a:p>
          <a:p>
            <a:pPr marL="228600" indent="-228600" algn="l" eaLnBrk="1" hangingPunct="1"/>
            <a:endParaRPr lang="en-US" altLang="zh-CN" sz="2800" dirty="0"/>
          </a:p>
          <a:p>
            <a:pPr marL="228600" indent="-228600" algn="l" eaLnBrk="1" hangingPunct="1"/>
            <a:r>
              <a:rPr lang="en-US" altLang="zh-CN" sz="2800" dirty="0" smtClean="0"/>
              <a:t>“Divide and Conquer” can also be used to deal with various kinds of issues in your study and life.</a:t>
            </a:r>
            <a:endParaRPr lang="zh-CN" altLang="en-US" sz="2800" dirty="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8435">
                                            <p:txEl>
                                              <p:pRg st="3" end="3"/>
                                            </p:txEl>
                                          </p:spTgt>
                                        </p:tgtEl>
                                        <p:attrNameLst>
                                          <p:attrName>style.visibility</p:attrName>
                                        </p:attrNameLst>
                                      </p:cBhvr>
                                      <p:to>
                                        <p:strVal val="visible"/>
                                      </p:to>
                                    </p:set>
                                    <p:animEffect transition="in" filter="barn(inVertical)">
                                      <p:cBhvr>
                                        <p:cTn id="7" dur="500"/>
                                        <p:tgtEl>
                                          <p:spTgt spid="1843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noChangeArrowheads="1"/>
          </p:cNvSpPr>
          <p:nvPr>
            <p:ph type="ctrTitle"/>
          </p:nvPr>
        </p:nvSpPr>
        <p:spPr>
          <a:xfrm>
            <a:off x="838200" y="166688"/>
            <a:ext cx="10515600" cy="1325562"/>
          </a:xfrm>
        </p:spPr>
        <p:txBody>
          <a:bodyPr anchor="ctr"/>
          <a:lstStyle/>
          <a:p>
            <a:pPr marL="0" indent="0" algn="l" eaLnBrk="1" hangingPunct="1"/>
            <a:r>
              <a:rPr lang="zh-CN" altLang="en-US" sz="4400" smtClean="0">
                <a:solidFill>
                  <a:srgbClr val="FF0000"/>
                </a:solidFill>
              </a:rPr>
              <a:t>模块越多越好？</a:t>
            </a:r>
            <a:endParaRPr lang="zh-CN" altLang="en-US" sz="4400" smtClean="0">
              <a:solidFill>
                <a:srgbClr val="FF0000"/>
              </a:solidFill>
            </a:endParaRPr>
          </a:p>
        </p:txBody>
      </p:sp>
      <p:sp>
        <p:nvSpPr>
          <p:cNvPr id="18435" name="内容占位符 2"/>
          <p:cNvSpPr>
            <a:spLocks noGrp="1" noChangeArrowheads="1"/>
          </p:cNvSpPr>
          <p:nvPr>
            <p:ph type="subTitle" idx="1"/>
          </p:nvPr>
        </p:nvSpPr>
        <p:spPr>
          <a:xfrm>
            <a:off x="796925" y="2798445"/>
            <a:ext cx="4403725" cy="3984625"/>
          </a:xfrm>
        </p:spPr>
        <p:txBody>
          <a:bodyPr/>
          <a:lstStyle/>
          <a:p>
            <a:pPr marL="228600" indent="-228600" algn="l" eaLnBrk="1" hangingPunct="1"/>
            <a:r>
              <a:rPr lang="zh-CN" altLang="en-US" sz="2800" dirty="0" smtClean="0"/>
              <a:t>   </a:t>
            </a:r>
            <a:r>
              <a:rPr lang="zh-CN" altLang="en-US" sz="2800" dirty="0" smtClean="0">
                <a:solidFill>
                  <a:srgbClr val="0000FF"/>
                </a:solidFill>
              </a:rPr>
              <a:t>接口成本</a:t>
            </a:r>
            <a:r>
              <a:rPr lang="zh-CN" altLang="en-US" sz="2800" dirty="0" smtClean="0"/>
              <a:t>：随着模块数目增加，设计</a:t>
            </a:r>
            <a:r>
              <a:rPr lang="zh-CN" altLang="en-US" sz="2800" dirty="0" smtClean="0">
                <a:solidFill>
                  <a:srgbClr val="FF0000"/>
                </a:solidFill>
              </a:rPr>
              <a:t>模块间接口所需要的工作量</a:t>
            </a:r>
            <a:r>
              <a:rPr lang="zh-CN" altLang="en-US" sz="2800" dirty="0" smtClean="0"/>
              <a:t>也将增加。</a:t>
            </a:r>
            <a:endParaRPr lang="zh-CN" altLang="en-US" sz="2800" dirty="0" smtClean="0"/>
          </a:p>
          <a:p>
            <a:pPr marL="228600" indent="-228600" algn="l" eaLnBrk="1" hangingPunct="1"/>
            <a:endParaRPr lang="zh-CN" altLang="en-US" sz="2800" dirty="0" smtClean="0"/>
          </a:p>
          <a:p>
            <a:pPr marL="228600" indent="-228600" algn="l" eaLnBrk="1" hangingPunct="1"/>
            <a:r>
              <a:rPr lang="zh-CN" altLang="en-US" sz="2800" dirty="0" smtClean="0"/>
              <a:t>   </a:t>
            </a:r>
            <a:r>
              <a:rPr lang="en-US" altLang="zh-CN" sz="2800" dirty="0" smtClean="0"/>
              <a:t>The goal is to find a good balance or an appropriate number of modules.</a:t>
            </a:r>
            <a:r>
              <a:rPr lang="zh-CN" altLang="en-US" sz="2800" dirty="0" smtClean="0"/>
              <a:t>   </a:t>
            </a:r>
            <a:endParaRPr lang="zh-CN" altLang="en-US" sz="2800" dirty="0" smtClean="0"/>
          </a:p>
        </p:txBody>
      </p:sp>
      <p:pic>
        <p:nvPicPr>
          <p:cNvPr id="1843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600700" y="2269808"/>
            <a:ext cx="5659438" cy="4487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noChangeArrowheads="1"/>
          </p:cNvSpPr>
          <p:nvPr/>
        </p:nvSpPr>
        <p:spPr>
          <a:xfrm>
            <a:off x="954405" y="1168083"/>
            <a:ext cx="10515600" cy="1325562"/>
          </a:xfrm>
          <a:prstGeom prst="rect">
            <a:avLst/>
          </a:prstGeom>
          <a:noFill/>
          <a:ln>
            <a:noFill/>
          </a:ln>
        </p:spPr>
        <p:txBody>
          <a:bodyPr vert="horz" wrap="square" lIns="91440" tIns="45720" rIns="91440" bIns="45720" numCol="1" anchor="ctr" anchorCtr="0" compatLnSpc="1"/>
          <a:lstStyle>
            <a:lvl1pPr marL="914400" indent="-914400" algn="ctr" rtl="0" eaLnBrk="0" fontAlgn="base" hangingPunct="0">
              <a:lnSpc>
                <a:spcPct val="90000"/>
              </a:lnSpc>
              <a:spcBef>
                <a:spcPct val="0"/>
              </a:spcBef>
              <a:spcAft>
                <a:spcPct val="0"/>
              </a:spcAft>
              <a:buFont typeface="Arial" panose="020B0604020202020204" pitchFamily="34" charset="0"/>
              <a:defRPr sz="6000" kern="1200">
                <a:solidFill>
                  <a:schemeClr val="tx1"/>
                </a:solidFill>
                <a:latin typeface="+mj-lt"/>
                <a:ea typeface="+mj-ea"/>
                <a:cs typeface="+mj-cs"/>
                <a:sym typeface="Calibri Light" panose="020F0302020204030204" pitchFamily="34" charset="0"/>
              </a:defRPr>
            </a:lvl1pPr>
            <a:lvl2pPr marL="914400" indent="-914400" algn="l" rtl="0" eaLnBrk="0" fontAlgn="base" hangingPunct="0">
              <a:lnSpc>
                <a:spcPct val="90000"/>
              </a:lnSpc>
              <a:spcBef>
                <a:spcPct val="0"/>
              </a:spcBef>
              <a:spcAft>
                <a:spcPct val="0"/>
              </a:spcAft>
              <a:buFont typeface="Arial" panose="020B0604020202020204" pitchFamily="34" charset="0"/>
              <a:defRPr sz="44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2pPr>
            <a:lvl3pPr marL="914400" indent="-914400" algn="l" rtl="0" eaLnBrk="0" fontAlgn="base" hangingPunct="0">
              <a:lnSpc>
                <a:spcPct val="90000"/>
              </a:lnSpc>
              <a:spcBef>
                <a:spcPct val="0"/>
              </a:spcBef>
              <a:spcAft>
                <a:spcPct val="0"/>
              </a:spcAft>
              <a:buFont typeface="Arial" panose="020B0604020202020204" pitchFamily="34" charset="0"/>
              <a:defRPr sz="44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3pPr>
            <a:lvl4pPr marL="914400" indent="-914400" algn="l" rtl="0" eaLnBrk="0" fontAlgn="base" hangingPunct="0">
              <a:lnSpc>
                <a:spcPct val="90000"/>
              </a:lnSpc>
              <a:spcBef>
                <a:spcPct val="0"/>
              </a:spcBef>
              <a:spcAft>
                <a:spcPct val="0"/>
              </a:spcAft>
              <a:buFont typeface="Arial" panose="020B0604020202020204" pitchFamily="34" charset="0"/>
              <a:defRPr sz="44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4pPr>
            <a:lvl5pPr marL="914400" indent="-914400" algn="l" rtl="0" eaLnBrk="0" fontAlgn="base" hangingPunct="0">
              <a:lnSpc>
                <a:spcPct val="90000"/>
              </a:lnSpc>
              <a:spcBef>
                <a:spcPct val="0"/>
              </a:spcBef>
              <a:spcAft>
                <a:spcPct val="0"/>
              </a:spcAft>
              <a:buFont typeface="Arial" panose="020B0604020202020204" pitchFamily="34" charset="0"/>
              <a:defRPr sz="44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5pPr>
            <a:lvl6pPr marL="1371600" indent="-914400" algn="l" rtl="0" fontAlgn="base">
              <a:lnSpc>
                <a:spcPct val="90000"/>
              </a:lnSpc>
              <a:spcBef>
                <a:spcPct val="0"/>
              </a:spcBef>
              <a:spcAft>
                <a:spcPct val="0"/>
              </a:spcAft>
              <a:buFont typeface="Arial" panose="020B0604020202020204" pitchFamily="34" charset="0"/>
              <a:defRPr sz="44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6pPr>
            <a:lvl7pPr marL="1828800" indent="-914400" algn="l" rtl="0" fontAlgn="base">
              <a:lnSpc>
                <a:spcPct val="90000"/>
              </a:lnSpc>
              <a:spcBef>
                <a:spcPct val="0"/>
              </a:spcBef>
              <a:spcAft>
                <a:spcPct val="0"/>
              </a:spcAft>
              <a:buFont typeface="Arial" panose="020B0604020202020204" pitchFamily="34" charset="0"/>
              <a:defRPr sz="44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7pPr>
            <a:lvl8pPr marL="2286000" indent="-914400" algn="l" rtl="0" fontAlgn="base">
              <a:lnSpc>
                <a:spcPct val="90000"/>
              </a:lnSpc>
              <a:spcBef>
                <a:spcPct val="0"/>
              </a:spcBef>
              <a:spcAft>
                <a:spcPct val="0"/>
              </a:spcAft>
              <a:buFont typeface="Arial" panose="020B0604020202020204" pitchFamily="34" charset="0"/>
              <a:defRPr sz="44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8pPr>
            <a:lvl9pPr marL="2743200" indent="-914400" algn="l" rtl="0" fontAlgn="base">
              <a:lnSpc>
                <a:spcPct val="90000"/>
              </a:lnSpc>
              <a:spcBef>
                <a:spcPct val="0"/>
              </a:spcBef>
              <a:spcAft>
                <a:spcPct val="0"/>
              </a:spcAft>
              <a:buFont typeface="Arial" panose="020B0604020202020204" pitchFamily="34" charset="0"/>
              <a:defRPr sz="44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9pPr>
          </a:lstStyle>
          <a:p>
            <a:pPr marL="0" indent="0" algn="l" eaLnBrk="1" hangingPunct="1"/>
            <a:r>
              <a:rPr lang="en-US" altLang="zh-CN" sz="4400" smtClean="0">
                <a:solidFill>
                  <a:srgbClr val="FF0000"/>
                </a:solidFill>
              </a:rPr>
              <a:t>Not necessarily.</a:t>
            </a:r>
            <a:endParaRPr lang="zh-CN" altLang="en-US" sz="4400" smtClean="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8435">
                                            <p:txEl>
                                              <p:pRg st="0" end="0"/>
                                            </p:txEl>
                                          </p:spTgt>
                                        </p:tgtEl>
                                        <p:attrNameLst>
                                          <p:attrName>style.visibility</p:attrName>
                                        </p:attrNameLst>
                                      </p:cBhvr>
                                      <p:to>
                                        <p:strVal val="visible"/>
                                      </p:to>
                                    </p:set>
                                    <p:anim calcmode="lin" valueType="num">
                                      <p:cBhvr additive="base">
                                        <p:cTn id="12" dur="500" fill="hold"/>
                                        <p:tgtEl>
                                          <p:spTgt spid="18435">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84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8435">
                                            <p:txEl>
                                              <p:pRg st="2" end="2"/>
                                            </p:txEl>
                                          </p:spTgt>
                                        </p:tgtEl>
                                        <p:attrNameLst>
                                          <p:attrName>style.visibility</p:attrName>
                                        </p:attrNameLst>
                                      </p:cBhvr>
                                      <p:to>
                                        <p:strVal val="visible"/>
                                      </p:to>
                                    </p:set>
                                    <p:anim calcmode="lin" valueType="num">
                                      <p:cBhvr additive="base">
                                        <p:cTn id="18" dur="500" fill="hold"/>
                                        <p:tgtEl>
                                          <p:spTgt spid="18435">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8435">
                                            <p:txEl>
                                              <p:pRg st="2" end="2"/>
                                            </p:txEl>
                                          </p:spTgt>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18436"/>
                                        </p:tgtEl>
                                        <p:attrNameLst>
                                          <p:attrName>style.visibility</p:attrName>
                                        </p:attrNameLst>
                                      </p:cBhvr>
                                      <p:to>
                                        <p:strVal val="visible"/>
                                      </p:to>
                                    </p:set>
                                    <p:anim calcmode="lin" valueType="num">
                                      <p:cBhvr additive="base">
                                        <p:cTn id="22" dur="500" fill="hold"/>
                                        <p:tgtEl>
                                          <p:spTgt spid="18436"/>
                                        </p:tgtEl>
                                        <p:attrNameLst>
                                          <p:attrName>ppt_x</p:attrName>
                                        </p:attrNameLst>
                                      </p:cBhvr>
                                      <p:tavLst>
                                        <p:tav tm="0">
                                          <p:val>
                                            <p:strVal val="#ppt_x"/>
                                          </p:val>
                                        </p:tav>
                                        <p:tav tm="100000">
                                          <p:val>
                                            <p:strVal val="#ppt_x"/>
                                          </p:val>
                                        </p:tav>
                                      </p:tavLst>
                                    </p:anim>
                                    <p:anim calcmode="lin" valueType="num">
                                      <p:cBhvr additive="base">
                                        <p:cTn id="23" dur="500" fill="hold"/>
                                        <p:tgtEl>
                                          <p:spTgt spid="184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p:bldP spid="18434" grpId="1"/>
      <p:bldP spid="18435" grpId="0" build="p"/>
      <p:bldP spid="18435" grpId="1" build="p"/>
      <p:bldP spid="2" grpId="0"/>
      <p:bldP spid="2"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smtClean="0"/>
              <a:t>模块的基本属性</a:t>
            </a:r>
            <a:endParaRPr lang="zh-CN" altLang="en-US" sz="4400" smtClean="0"/>
          </a:p>
        </p:txBody>
      </p:sp>
      <p:sp>
        <p:nvSpPr>
          <p:cNvPr id="19459" name="内容占位符 2"/>
          <p:cNvSpPr>
            <a:spLocks noGrp="1" noChangeArrowheads="1"/>
          </p:cNvSpPr>
          <p:nvPr>
            <p:ph type="subTitle" idx="1"/>
          </p:nvPr>
        </p:nvSpPr>
        <p:spPr>
          <a:xfrm>
            <a:off x="838200" y="1825625"/>
            <a:ext cx="10515600" cy="4351338"/>
          </a:xfrm>
        </p:spPr>
        <p:txBody>
          <a:bodyPr/>
          <a:lstStyle/>
          <a:p>
            <a:pPr algn="l" eaLnBrk="1" hangingPunct="1">
              <a:buFont typeface="Arial" panose="020B0604020202020204" pitchFamily="34" charset="0"/>
              <a:buChar char="•"/>
            </a:pPr>
            <a:r>
              <a:rPr lang="zh-CN" altLang="en-US" sz="2800" dirty="0" smtClean="0">
                <a:solidFill>
                  <a:srgbClr val="0000FF"/>
                </a:solidFill>
              </a:rPr>
              <a:t>接口：指模块的输入与输出</a:t>
            </a:r>
            <a:endParaRPr lang="en-US" altLang="zh-CN" sz="2800" dirty="0" smtClean="0">
              <a:solidFill>
                <a:srgbClr val="0000FF"/>
              </a:solidFill>
            </a:endParaRPr>
          </a:p>
          <a:p>
            <a:pPr algn="l" eaLnBrk="1" hangingPunct="1">
              <a:buFont typeface="Arial" panose="020B0604020202020204" pitchFamily="34" charset="0"/>
              <a:buChar char="•"/>
            </a:pPr>
            <a:r>
              <a:rPr lang="zh-CN" altLang="en-US" sz="2800" dirty="0" smtClean="0"/>
              <a:t>功能：指模块实现什么功能</a:t>
            </a:r>
            <a:endParaRPr lang="en-US" altLang="zh-CN" sz="2800" dirty="0" smtClean="0"/>
          </a:p>
          <a:p>
            <a:pPr algn="l" eaLnBrk="1" hangingPunct="1"/>
            <a:endParaRPr lang="en-US" altLang="zh-CN" sz="2800" dirty="0" smtClean="0"/>
          </a:p>
          <a:p>
            <a:pPr algn="l" eaLnBrk="1" hangingPunct="1"/>
            <a:r>
              <a:rPr lang="zh-CN" altLang="en-US" sz="2800" dirty="0" smtClean="0"/>
              <a:t>模块化的好处：</a:t>
            </a:r>
            <a:endParaRPr lang="en-US" altLang="zh-CN" sz="2800" dirty="0" smtClean="0"/>
          </a:p>
          <a:p>
            <a:pPr algn="l" eaLnBrk="1" hangingPunct="1">
              <a:buFont typeface="Calibri Light" panose="020F0302020204030204" pitchFamily="34" charset="0"/>
              <a:buAutoNum type="alphaLcParenR"/>
            </a:pPr>
            <a:r>
              <a:rPr lang="zh-CN" altLang="en-US" sz="2800" dirty="0" smtClean="0"/>
              <a:t>使软件容易测试和调试，因而有助于提高软件的</a:t>
            </a:r>
            <a:r>
              <a:rPr lang="zh-CN" altLang="en-US" sz="2800" dirty="0" smtClean="0">
                <a:solidFill>
                  <a:srgbClr val="0000FF"/>
                </a:solidFill>
              </a:rPr>
              <a:t>可靠性</a:t>
            </a:r>
            <a:r>
              <a:rPr lang="zh-CN" altLang="en-US" sz="2800" dirty="0" smtClean="0"/>
              <a:t>；</a:t>
            </a:r>
            <a:endParaRPr lang="en-US" altLang="zh-CN" sz="2800" dirty="0" smtClean="0"/>
          </a:p>
          <a:p>
            <a:pPr algn="l" eaLnBrk="1" hangingPunct="1">
              <a:buFont typeface="Calibri Light" panose="020F0302020204030204" pitchFamily="34" charset="0"/>
              <a:buAutoNum type="alphaLcParenR"/>
            </a:pPr>
            <a:r>
              <a:rPr lang="zh-CN" altLang="en-US" sz="2800" dirty="0" smtClean="0"/>
              <a:t>能提高软件的</a:t>
            </a:r>
            <a:r>
              <a:rPr lang="zh-CN" altLang="en-US" sz="2800" dirty="0" smtClean="0">
                <a:solidFill>
                  <a:srgbClr val="0000FF"/>
                </a:solidFill>
              </a:rPr>
              <a:t>可修改性</a:t>
            </a:r>
            <a:r>
              <a:rPr lang="zh-CN" altLang="en-US" sz="2800" dirty="0" smtClean="0"/>
              <a:t>；</a:t>
            </a:r>
            <a:endParaRPr lang="en-US" altLang="zh-CN" sz="2800" dirty="0" smtClean="0"/>
          </a:p>
          <a:p>
            <a:pPr algn="l" eaLnBrk="1" hangingPunct="1">
              <a:buFont typeface="Calibri Light" panose="020F0302020204030204" pitchFamily="34" charset="0"/>
              <a:buAutoNum type="alphaLcParenR"/>
            </a:pPr>
            <a:r>
              <a:rPr lang="zh-CN" altLang="en-US" sz="2800" dirty="0" smtClean="0"/>
              <a:t>有助于软件开发过程的</a:t>
            </a:r>
            <a:r>
              <a:rPr lang="zh-CN" altLang="en-US" sz="2800" dirty="0" smtClean="0">
                <a:solidFill>
                  <a:srgbClr val="0000FF"/>
                </a:solidFill>
              </a:rPr>
              <a:t>组织管理</a:t>
            </a:r>
            <a:r>
              <a:rPr lang="zh-CN" altLang="en-US" sz="2800" dirty="0" smtClean="0"/>
              <a:t>。</a:t>
            </a:r>
            <a:endParaRPr lang="zh-CN" altLang="en-US" sz="2800" dirty="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noChangeArrowheads="1"/>
          </p:cNvSpPr>
          <p:nvPr>
            <p:ph type="ctrTitle"/>
          </p:nvPr>
        </p:nvSpPr>
        <p:spPr>
          <a:xfrm>
            <a:off x="838200" y="365125"/>
            <a:ext cx="10515600" cy="1325563"/>
          </a:xfrm>
        </p:spPr>
        <p:txBody>
          <a:bodyPr anchor="ctr"/>
          <a:lstStyle/>
          <a:p>
            <a:pPr marL="0" indent="0" algn="l" eaLnBrk="1" hangingPunct="1"/>
            <a:r>
              <a:rPr lang="en-US" altLang="zh-CN" sz="4400" smtClean="0"/>
              <a:t>5.2.2 </a:t>
            </a:r>
            <a:r>
              <a:rPr lang="zh-CN" altLang="en-US" sz="4400" smtClean="0"/>
              <a:t>抽象</a:t>
            </a:r>
            <a:endParaRPr lang="zh-CN" altLang="en-US" sz="4400" smtClean="0"/>
          </a:p>
        </p:txBody>
      </p:sp>
      <p:sp>
        <p:nvSpPr>
          <p:cNvPr id="20483" name="内容占位符 2"/>
          <p:cNvSpPr>
            <a:spLocks noGrp="1" noChangeArrowheads="1"/>
          </p:cNvSpPr>
          <p:nvPr>
            <p:ph type="subTitle" idx="1"/>
          </p:nvPr>
        </p:nvSpPr>
        <p:spPr>
          <a:xfrm>
            <a:off x="838200" y="1419225"/>
            <a:ext cx="10639425" cy="4654550"/>
          </a:xfrm>
        </p:spPr>
        <p:txBody>
          <a:bodyPr/>
          <a:lstStyle/>
          <a:p>
            <a:pPr marL="228600" indent="-228600" algn="l" eaLnBrk="1" hangingPunct="1">
              <a:buFont typeface="Arial" panose="020B0604020202020204" pitchFamily="34" charset="0"/>
              <a:buChar char="•"/>
            </a:pPr>
            <a:r>
              <a:rPr lang="zh-CN" altLang="en-US" sz="2800" dirty="0" smtClean="0">
                <a:sym typeface="宋体" panose="02010600030101010101" pitchFamily="2" charset="-122"/>
              </a:rPr>
              <a:t>抽象是</a:t>
            </a:r>
            <a:r>
              <a:rPr lang="zh-CN" altLang="en-US" sz="2800" dirty="0" smtClean="0"/>
              <a:t>人类在认识复杂现象时使用的</a:t>
            </a:r>
            <a:r>
              <a:rPr lang="zh-CN" altLang="en-US" sz="2800" dirty="0" smtClean="0">
                <a:solidFill>
                  <a:srgbClr val="0000FF"/>
                </a:solidFill>
              </a:rPr>
              <a:t>最强有力的思维工具</a:t>
            </a:r>
            <a:r>
              <a:rPr lang="zh-CN" altLang="en-US" sz="2800" dirty="0" smtClean="0"/>
              <a:t>。</a:t>
            </a:r>
            <a:endParaRPr lang="en-US" altLang="zh-CN" sz="2800" dirty="0" smtClean="0"/>
          </a:p>
          <a:p>
            <a:pPr marL="228600" indent="-228600" algn="l" eaLnBrk="1" hangingPunct="1">
              <a:buFont typeface="Arial" panose="020B0604020202020204" pitchFamily="34" charset="0"/>
              <a:buChar char="•"/>
            </a:pPr>
            <a:r>
              <a:rPr lang="zh-CN" altLang="en-US" sz="2800" dirty="0" smtClean="0"/>
              <a:t>抽象：</a:t>
            </a:r>
            <a:r>
              <a:rPr lang="zh-CN" altLang="en-US" sz="2800" dirty="0"/>
              <a:t>提炼</a:t>
            </a:r>
            <a:r>
              <a:rPr lang="zh-CN" altLang="en-US" sz="2800" dirty="0" smtClean="0"/>
              <a:t>事物的本质特性，而暂时不考虑细节。</a:t>
            </a:r>
            <a:endParaRPr lang="en-US" altLang="zh-CN" sz="2800" dirty="0" smtClean="0"/>
          </a:p>
          <a:p>
            <a:pPr marL="228600" indent="-228600" algn="l" eaLnBrk="1" hangingPunct="1"/>
            <a:endParaRPr lang="zh-CN" altLang="en-US" sz="2800" dirty="0" smtClean="0"/>
          </a:p>
          <a:p>
            <a:pPr marL="228600" indent="-228600" algn="l" eaLnBrk="1" hangingPunct="1">
              <a:buFont typeface="Arial" panose="020B0604020202020204" pitchFamily="34" charset="0"/>
              <a:buChar char="•"/>
            </a:pPr>
            <a:r>
              <a:rPr lang="zh-CN" altLang="en-US" sz="2800" dirty="0" smtClean="0">
                <a:solidFill>
                  <a:srgbClr val="0000FF"/>
                </a:solidFill>
              </a:rPr>
              <a:t>处理复杂系统</a:t>
            </a:r>
            <a:r>
              <a:rPr lang="zh-CN" altLang="en-US" sz="2800" dirty="0" smtClean="0"/>
              <a:t>的唯一有效方法是</a:t>
            </a:r>
            <a:r>
              <a:rPr lang="zh-CN" altLang="en-US" sz="2800" dirty="0" smtClean="0">
                <a:solidFill>
                  <a:srgbClr val="0000FF"/>
                </a:solidFill>
              </a:rPr>
              <a:t>用层次的方式</a:t>
            </a:r>
            <a:r>
              <a:rPr lang="zh-CN" altLang="en-US" sz="2800" dirty="0" smtClean="0"/>
              <a:t>构造和分析它。</a:t>
            </a:r>
            <a:endParaRPr lang="en-US" altLang="zh-CN" sz="2800" dirty="0" smtClean="0"/>
          </a:p>
          <a:p>
            <a:pPr marL="971550" lvl="1" indent="-514350" algn="l" eaLnBrk="1" hangingPunct="1">
              <a:buFont typeface="Calibri Light" panose="020F0302020204030204" pitchFamily="34" charset="0"/>
              <a:buAutoNum type="alphaLcParenR"/>
            </a:pPr>
            <a:r>
              <a:rPr lang="zh-CN" altLang="en-US" sz="2400" dirty="0" smtClean="0"/>
              <a:t>在抽象的</a:t>
            </a:r>
            <a:r>
              <a:rPr lang="zh-CN" altLang="en-US" sz="2400" dirty="0" smtClean="0">
                <a:solidFill>
                  <a:srgbClr val="0000FF"/>
                </a:solidFill>
              </a:rPr>
              <a:t>最高层次</a:t>
            </a:r>
            <a:r>
              <a:rPr lang="zh-CN" altLang="en-US" sz="2400" dirty="0" smtClean="0"/>
              <a:t>以</a:t>
            </a:r>
            <a:r>
              <a:rPr lang="zh-CN" altLang="en-US" sz="2400" dirty="0" smtClean="0">
                <a:solidFill>
                  <a:srgbClr val="0000FF"/>
                </a:solidFill>
              </a:rPr>
              <a:t>概括的方式</a:t>
            </a:r>
            <a:r>
              <a:rPr lang="zh-CN" altLang="en-US" sz="2400" dirty="0" smtClean="0"/>
              <a:t>叙述问题的解法 （就问题本身而言）；</a:t>
            </a:r>
            <a:r>
              <a:rPr lang="en-US" altLang="zh-CN" sz="2400" dirty="0" smtClean="0"/>
              <a:t>    </a:t>
            </a:r>
            <a:endParaRPr lang="zh-CN" altLang="en-US" sz="2400" dirty="0" smtClean="0"/>
          </a:p>
          <a:p>
            <a:pPr marL="971550" lvl="1" indent="-514350" algn="l" eaLnBrk="1" hangingPunct="1">
              <a:buFont typeface="Calibri Light" panose="020F0302020204030204" pitchFamily="34" charset="0"/>
              <a:buAutoNum type="alphaLcParenR"/>
            </a:pPr>
            <a:r>
              <a:rPr lang="zh-CN" altLang="en-US" sz="2400" dirty="0" smtClean="0"/>
              <a:t>在</a:t>
            </a:r>
            <a:r>
              <a:rPr lang="zh-CN" altLang="en-US" sz="2400" dirty="0" smtClean="0">
                <a:solidFill>
                  <a:srgbClr val="0000FF"/>
                </a:solidFill>
              </a:rPr>
              <a:t>较低抽象层次</a:t>
            </a:r>
            <a:r>
              <a:rPr lang="zh-CN" altLang="en-US" sz="2400" dirty="0" smtClean="0"/>
              <a:t>使用更过程化的方法，把</a:t>
            </a:r>
            <a:r>
              <a:rPr lang="zh-CN" altLang="en-US" sz="2400" dirty="0" smtClean="0">
                <a:solidFill>
                  <a:srgbClr val="0000FF"/>
                </a:solidFill>
              </a:rPr>
              <a:t>面向问题的术语和面向实现的术语结合</a:t>
            </a:r>
            <a:r>
              <a:rPr lang="zh-CN" altLang="en-US" sz="2400" dirty="0" smtClean="0"/>
              <a:t>起来叙述问题的解法；</a:t>
            </a:r>
            <a:endParaRPr lang="en-US" altLang="zh-CN" sz="2400" dirty="0" smtClean="0"/>
          </a:p>
          <a:p>
            <a:pPr marL="971550" lvl="1" indent="-514350" algn="l" eaLnBrk="1" hangingPunct="1">
              <a:buFont typeface="Calibri Light" panose="020F0302020204030204" pitchFamily="34" charset="0"/>
              <a:buAutoNum type="alphaLcParenR"/>
            </a:pPr>
            <a:r>
              <a:rPr lang="zh-CN" altLang="en-US" sz="2400" dirty="0" smtClean="0"/>
              <a:t>在</a:t>
            </a:r>
            <a:r>
              <a:rPr lang="zh-CN" altLang="en-US" sz="2400" dirty="0" smtClean="0">
                <a:solidFill>
                  <a:srgbClr val="0000FF"/>
                </a:solidFill>
              </a:rPr>
              <a:t>最低的抽象层次</a:t>
            </a:r>
            <a:r>
              <a:rPr lang="zh-CN" altLang="en-US" sz="2400" dirty="0" smtClean="0"/>
              <a:t>用可</a:t>
            </a:r>
            <a:r>
              <a:rPr lang="zh-CN" altLang="en-US" sz="2400" dirty="0" smtClean="0">
                <a:solidFill>
                  <a:srgbClr val="0000FF"/>
                </a:solidFill>
              </a:rPr>
              <a:t>直接实现的方式</a:t>
            </a:r>
            <a:r>
              <a:rPr lang="zh-CN" altLang="en-US" sz="2400" dirty="0" smtClean="0"/>
              <a:t>叙述问题的解法。</a:t>
            </a:r>
            <a:endParaRPr lang="en-US" altLang="zh-CN" sz="2400" dirty="0" smtClean="0"/>
          </a:p>
          <a:p>
            <a:pPr marL="971550" lvl="1" indent="-514350" algn="l" eaLnBrk="1" hangingPunct="1"/>
            <a:endParaRPr lang="zh-CN" altLang="en-US" sz="2400" dirty="0" smtClean="0"/>
          </a:p>
          <a:p>
            <a:pPr marL="971550" lvl="1" indent="-514350" algn="l" eaLnBrk="1" hangingPunct="1"/>
            <a:r>
              <a:rPr lang="zh-CN" altLang="en-US" sz="2400" dirty="0" smtClean="0">
                <a:solidFill>
                  <a:srgbClr val="FF0000"/>
                </a:solidFill>
              </a:rPr>
              <a:t>高层抽象，低层具体。</a:t>
            </a:r>
            <a:endParaRPr lang="en-US" altLang="zh-CN" sz="2400" dirty="0" smtClean="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smtClean="0">
                <a:solidFill>
                  <a:srgbClr val="FF0000"/>
                </a:solidFill>
              </a:rPr>
              <a:t>举一个抽象到具体的例子！</a:t>
            </a:r>
            <a:endParaRPr lang="zh-CN" altLang="en-US" sz="4400" smtClean="0">
              <a:solidFill>
                <a:srgbClr val="FF0000"/>
              </a:solidFill>
            </a:endParaRPr>
          </a:p>
        </p:txBody>
      </p:sp>
      <p:sp>
        <p:nvSpPr>
          <p:cNvPr id="21507" name="内容占位符 2"/>
          <p:cNvSpPr>
            <a:spLocks noGrp="1" noChangeArrowheads="1"/>
          </p:cNvSpPr>
          <p:nvPr>
            <p:ph type="subTitle" idx="1"/>
          </p:nvPr>
        </p:nvSpPr>
        <p:spPr>
          <a:xfrm>
            <a:off x="838200" y="1825625"/>
            <a:ext cx="9518650" cy="4351338"/>
          </a:xfrm>
        </p:spPr>
        <p:txBody>
          <a:bodyPr/>
          <a:lstStyle/>
          <a:p>
            <a:pPr algn="l" eaLnBrk="1" hangingPunct="1"/>
            <a:r>
              <a:rPr lang="zh-CN" altLang="en-US" sz="2800" u="sng" dirty="0" smtClean="0"/>
              <a:t>学生</a:t>
            </a:r>
            <a:endParaRPr lang="zh-CN" altLang="en-US" sz="2800" u="sng" dirty="0" smtClean="0"/>
          </a:p>
          <a:p>
            <a:pPr algn="l" eaLnBrk="1" hangingPunct="1"/>
            <a:r>
              <a:rPr lang="zh-CN" altLang="en-US" sz="2800" dirty="0" smtClean="0"/>
              <a:t>大</a:t>
            </a:r>
            <a:r>
              <a:rPr lang="zh-CN" altLang="en-US" sz="2800" u="sng" dirty="0" smtClean="0"/>
              <a:t>学生</a:t>
            </a:r>
            <a:endParaRPr lang="zh-CN" altLang="en-US" sz="2800" u="sng" dirty="0" smtClean="0"/>
          </a:p>
          <a:p>
            <a:pPr algn="l" eaLnBrk="1" hangingPunct="1"/>
            <a:r>
              <a:rPr lang="zh-CN" altLang="en-US" sz="2800" dirty="0" smtClean="0"/>
              <a:t>齐鲁工业大学的大</a:t>
            </a:r>
            <a:r>
              <a:rPr lang="zh-CN" altLang="en-US" sz="2800" u="sng" dirty="0" smtClean="0"/>
              <a:t>学生</a:t>
            </a:r>
            <a:endParaRPr lang="zh-CN" altLang="en-US" sz="2800" u="sng" dirty="0" smtClean="0"/>
          </a:p>
          <a:p>
            <a:pPr algn="l" eaLnBrk="1" hangingPunct="1"/>
            <a:r>
              <a:rPr lang="zh-CN" altLang="en-US" sz="2800" dirty="0" smtClean="0">
                <a:sym typeface="宋体" panose="02010600030101010101" pitchFamily="2" charset="-122"/>
              </a:rPr>
              <a:t>齐鲁工业大学计算机科学与技术学部的大</a:t>
            </a:r>
            <a:r>
              <a:rPr lang="zh-CN" altLang="en-US" sz="2800" u="sng" dirty="0" smtClean="0">
                <a:sym typeface="宋体" panose="02010600030101010101" pitchFamily="2" charset="-122"/>
              </a:rPr>
              <a:t>学生</a:t>
            </a:r>
            <a:endParaRPr lang="zh-CN" altLang="en-US" sz="2800" u="sng" dirty="0" smtClean="0"/>
          </a:p>
          <a:p>
            <a:pPr algn="l" eaLnBrk="1" hangingPunct="1"/>
            <a:r>
              <a:rPr lang="zh-CN" altLang="en-US" sz="2800" dirty="0" smtClean="0">
                <a:sym typeface="宋体" panose="02010600030101010101" pitchFamily="2" charset="-122"/>
              </a:rPr>
              <a:t>齐鲁</a:t>
            </a:r>
            <a:r>
              <a:rPr lang="zh-CN" altLang="en-US" sz="2800" dirty="0">
                <a:sym typeface="宋体" panose="02010600030101010101" pitchFamily="2" charset="-122"/>
              </a:rPr>
              <a:t>工业大学计算机科学与技术学部</a:t>
            </a:r>
            <a:r>
              <a:rPr lang="en-US" altLang="zh-CN" sz="2800" dirty="0">
                <a:sym typeface="宋体" panose="02010600030101010101" pitchFamily="2" charset="-122"/>
              </a:rPr>
              <a:t>23</a:t>
            </a:r>
            <a:r>
              <a:rPr lang="zh-CN" altLang="en-US" sz="2800" dirty="0" smtClean="0">
                <a:sym typeface="宋体" panose="02010600030101010101" pitchFamily="2" charset="-122"/>
              </a:rPr>
              <a:t>级的大</a:t>
            </a:r>
            <a:r>
              <a:rPr lang="zh-CN" altLang="en-US" sz="2800" u="sng" dirty="0" smtClean="0">
                <a:sym typeface="宋体" panose="02010600030101010101" pitchFamily="2" charset="-122"/>
              </a:rPr>
              <a:t>学生</a:t>
            </a:r>
            <a:endParaRPr lang="zh-CN" altLang="en-US" sz="2800" u="sng" dirty="0" smtClean="0">
              <a:sym typeface="宋体" panose="02010600030101010101" pitchFamily="2" charset="-122"/>
            </a:endParaRPr>
          </a:p>
          <a:p>
            <a:pPr algn="l" eaLnBrk="1" hangingPunct="1"/>
            <a:r>
              <a:rPr lang="zh-CN" altLang="en-US" sz="2800" dirty="0" smtClean="0">
                <a:sym typeface="宋体" panose="02010600030101010101" pitchFamily="2" charset="-122"/>
              </a:rPr>
              <a:t>齐鲁</a:t>
            </a:r>
            <a:r>
              <a:rPr lang="zh-CN" altLang="en-US" sz="2800" dirty="0">
                <a:sym typeface="宋体" panose="02010600030101010101" pitchFamily="2" charset="-122"/>
              </a:rPr>
              <a:t>工业大学计算机科学与技术学部</a:t>
            </a:r>
            <a:r>
              <a:rPr lang="en-US" altLang="zh-CN" sz="2800" dirty="0">
                <a:sym typeface="宋体" panose="02010600030101010101" pitchFamily="2" charset="-122"/>
              </a:rPr>
              <a:t>23</a:t>
            </a:r>
            <a:r>
              <a:rPr lang="zh-CN" altLang="en-US" sz="2800" dirty="0" smtClean="0">
                <a:sym typeface="宋体" panose="02010600030101010101" pitchFamily="2" charset="-122"/>
              </a:rPr>
              <a:t>级</a:t>
            </a:r>
            <a:r>
              <a:rPr lang="zh-CN" altLang="en-US" sz="2800" dirty="0">
                <a:sym typeface="宋体" panose="02010600030101010101" pitchFamily="2" charset="-122"/>
              </a:rPr>
              <a:t>计算机科学</a:t>
            </a:r>
            <a:r>
              <a:rPr lang="zh-CN" altLang="en-US" sz="2800" dirty="0" smtClean="0">
                <a:sym typeface="宋体" panose="02010600030101010101" pitchFamily="2" charset="-122"/>
              </a:rPr>
              <a:t>与技术专业的大</a:t>
            </a:r>
            <a:r>
              <a:rPr lang="zh-CN" altLang="en-US" sz="2800" u="sng" dirty="0" smtClean="0">
                <a:sym typeface="宋体" panose="02010600030101010101" pitchFamily="2" charset="-122"/>
              </a:rPr>
              <a:t>学生</a:t>
            </a:r>
            <a:endParaRPr lang="zh-CN" altLang="en-US" sz="2800" u="sng" dirty="0" smtClean="0"/>
          </a:p>
        </p:txBody>
      </p:sp>
      <p:cxnSp>
        <p:nvCxnSpPr>
          <p:cNvPr id="21508" name="直接箭头连接符 3"/>
          <p:cNvCxnSpPr>
            <a:cxnSpLocks noChangeShapeType="1"/>
          </p:cNvCxnSpPr>
          <p:nvPr/>
        </p:nvCxnSpPr>
        <p:spPr bwMode="auto">
          <a:xfrm>
            <a:off x="10436225" y="1846263"/>
            <a:ext cx="23813" cy="3033712"/>
          </a:xfrm>
          <a:prstGeom prst="straightConnector1">
            <a:avLst/>
          </a:prstGeom>
          <a:noFill/>
          <a:ln w="6350">
            <a:solidFill>
              <a:srgbClr val="0000FF"/>
            </a:solidFill>
            <a:bevel/>
            <a:tailEnd type="arrow" w="med" len="med"/>
          </a:ln>
          <a:extLst>
            <a:ext uri="{909E8E84-426E-40DD-AFC4-6F175D3DCCD1}">
              <a14:hiddenFill xmlns:a14="http://schemas.microsoft.com/office/drawing/2010/main">
                <a:noFill/>
              </a14:hiddenFill>
            </a:ext>
          </a:extLst>
        </p:spPr>
      </p:cxnSp>
      <p:sp>
        <p:nvSpPr>
          <p:cNvPr id="21509" name="文本框 4"/>
          <p:cNvSpPr>
            <a:spLocks noChangeArrowheads="1"/>
          </p:cNvSpPr>
          <p:nvPr/>
        </p:nvSpPr>
        <p:spPr bwMode="auto">
          <a:xfrm>
            <a:off x="10558463" y="1862138"/>
            <a:ext cx="11128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1000"/>
              </a:spcBef>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zh-CN" altLang="en-US" sz="1800">
                <a:solidFill>
                  <a:srgbClr val="000000"/>
                </a:solidFill>
                <a:sym typeface="宋体" panose="02010600030101010101" pitchFamily="2" charset="-122"/>
              </a:rPr>
              <a:t>抽象</a:t>
            </a:r>
            <a:endParaRPr lang="zh-CN" altLang="en-US" sz="1800">
              <a:latin typeface="Arial" panose="020B0604020202020204" pitchFamily="34" charset="0"/>
            </a:endParaRPr>
          </a:p>
        </p:txBody>
      </p:sp>
      <p:sp>
        <p:nvSpPr>
          <p:cNvPr id="21510" name="文本框 5"/>
          <p:cNvSpPr>
            <a:spLocks noChangeArrowheads="1"/>
          </p:cNvSpPr>
          <p:nvPr/>
        </p:nvSpPr>
        <p:spPr bwMode="auto">
          <a:xfrm>
            <a:off x="10558463" y="4405313"/>
            <a:ext cx="11128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1000"/>
              </a:spcBef>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zh-CN" altLang="en-US" sz="1800">
                <a:solidFill>
                  <a:srgbClr val="000000"/>
                </a:solidFill>
                <a:sym typeface="宋体" panose="02010600030101010101" pitchFamily="2" charset="-122"/>
              </a:rPr>
              <a:t>具体</a:t>
            </a:r>
            <a:endParaRPr lang="zh-CN" altLang="en-US" sz="180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Effect transition="in" filter="wipe(down)">
                                      <p:cBhvr>
                                        <p:cTn id="7" dur="500"/>
                                        <p:tgtEl>
                                          <p:spTgt spid="215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1507">
                                            <p:txEl>
                                              <p:pRg st="1" end="1"/>
                                            </p:txEl>
                                          </p:spTgt>
                                        </p:tgtEl>
                                        <p:attrNameLst>
                                          <p:attrName>style.visibility</p:attrName>
                                        </p:attrNameLst>
                                      </p:cBhvr>
                                      <p:to>
                                        <p:strVal val="visible"/>
                                      </p:to>
                                    </p:set>
                                    <p:animEffect transition="in" filter="wipe(down)">
                                      <p:cBhvr>
                                        <p:cTn id="12" dur="500"/>
                                        <p:tgtEl>
                                          <p:spTgt spid="215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1507">
                                            <p:txEl>
                                              <p:pRg st="2" end="2"/>
                                            </p:txEl>
                                          </p:spTgt>
                                        </p:tgtEl>
                                        <p:attrNameLst>
                                          <p:attrName>style.visibility</p:attrName>
                                        </p:attrNameLst>
                                      </p:cBhvr>
                                      <p:to>
                                        <p:strVal val="visible"/>
                                      </p:to>
                                    </p:set>
                                    <p:animEffect transition="in" filter="wipe(down)">
                                      <p:cBhvr>
                                        <p:cTn id="17" dur="500"/>
                                        <p:tgtEl>
                                          <p:spTgt spid="2150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1507">
                                            <p:txEl>
                                              <p:pRg st="3" end="3"/>
                                            </p:txEl>
                                          </p:spTgt>
                                        </p:tgtEl>
                                        <p:attrNameLst>
                                          <p:attrName>style.visibility</p:attrName>
                                        </p:attrNameLst>
                                      </p:cBhvr>
                                      <p:to>
                                        <p:strVal val="visible"/>
                                      </p:to>
                                    </p:set>
                                    <p:animEffect transition="in" filter="wipe(down)">
                                      <p:cBhvr>
                                        <p:cTn id="22" dur="500"/>
                                        <p:tgtEl>
                                          <p:spTgt spid="2150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1507">
                                            <p:txEl>
                                              <p:pRg st="4" end="4"/>
                                            </p:txEl>
                                          </p:spTgt>
                                        </p:tgtEl>
                                        <p:attrNameLst>
                                          <p:attrName>style.visibility</p:attrName>
                                        </p:attrNameLst>
                                      </p:cBhvr>
                                      <p:to>
                                        <p:strVal val="visible"/>
                                      </p:to>
                                    </p:set>
                                    <p:animEffect transition="in" filter="wipe(down)">
                                      <p:cBhvr>
                                        <p:cTn id="27" dur="500"/>
                                        <p:tgtEl>
                                          <p:spTgt spid="2150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1507">
                                            <p:txEl>
                                              <p:pRg st="5" end="5"/>
                                            </p:txEl>
                                          </p:spTgt>
                                        </p:tgtEl>
                                        <p:attrNameLst>
                                          <p:attrName>style.visibility</p:attrName>
                                        </p:attrNameLst>
                                      </p:cBhvr>
                                      <p:to>
                                        <p:strVal val="visible"/>
                                      </p:to>
                                    </p:set>
                                    <p:animEffect transition="in" filter="wipe(down)">
                                      <p:cBhvr>
                                        <p:cTn id="32" dur="500"/>
                                        <p:tgtEl>
                                          <p:spTgt spid="2150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p:bldP spid="21507" grpI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2"/>
          <p:cNvSpPr>
            <a:spLocks noGrp="1" noChangeArrowheads="1"/>
          </p:cNvSpPr>
          <p:nvPr>
            <p:ph type="subTitle" idx="1"/>
          </p:nvPr>
        </p:nvSpPr>
        <p:spPr>
          <a:xfrm>
            <a:off x="838200" y="1377950"/>
            <a:ext cx="10515600" cy="4799013"/>
          </a:xfrm>
        </p:spPr>
        <p:txBody>
          <a:bodyPr/>
          <a:lstStyle/>
          <a:p>
            <a:pPr marL="514350" indent="-514350" algn="l" eaLnBrk="1" hangingPunct="1"/>
            <a:r>
              <a:rPr lang="zh-CN" altLang="en-US" sz="2800" dirty="0" smtClean="0"/>
              <a:t>软件工程过程的每一步都是对软件解法的抽象层次的一次精化。</a:t>
            </a:r>
            <a:endParaRPr lang="en-US" altLang="zh-CN" sz="2800" dirty="0" smtClean="0"/>
          </a:p>
          <a:p>
            <a:pPr marL="514350" indent="-514350" algn="l" eaLnBrk="1" hangingPunct="1"/>
            <a:endParaRPr lang="zh-CN" altLang="en-US" sz="2800" dirty="0" smtClean="0"/>
          </a:p>
          <a:p>
            <a:pPr marL="514350" indent="-514350" algn="l" eaLnBrk="1" hangingPunct="1">
              <a:buFont typeface="Calibri Light" panose="020F0302020204030204" pitchFamily="34" charset="0"/>
              <a:buAutoNum type="alphaLcParenR"/>
            </a:pPr>
            <a:r>
              <a:rPr lang="zh-CN" altLang="en-US" sz="2800" dirty="0" smtClean="0"/>
              <a:t>问题的定义</a:t>
            </a:r>
            <a:endParaRPr lang="en-US" altLang="zh-CN" sz="2800" dirty="0" smtClean="0"/>
          </a:p>
          <a:p>
            <a:pPr marL="514350" indent="-514350" algn="l" eaLnBrk="1" hangingPunct="1">
              <a:buFont typeface="Calibri Light" panose="020F0302020204030204" pitchFamily="34" charset="0"/>
              <a:buAutoNum type="alphaLcParenR"/>
            </a:pPr>
            <a:r>
              <a:rPr lang="zh-CN" altLang="en-US" sz="2800" dirty="0" smtClean="0"/>
              <a:t>可行性研究</a:t>
            </a:r>
            <a:endParaRPr lang="en-US" altLang="zh-CN" sz="2800" dirty="0" smtClean="0"/>
          </a:p>
          <a:p>
            <a:pPr marL="514350" indent="-514350" algn="l" eaLnBrk="1" hangingPunct="1">
              <a:buFont typeface="Calibri Light" panose="020F0302020204030204" pitchFamily="34" charset="0"/>
              <a:buAutoNum type="alphaLcParenR"/>
            </a:pPr>
            <a:r>
              <a:rPr lang="zh-CN" altLang="en-US" sz="2800" dirty="0" smtClean="0"/>
              <a:t>需求分析</a:t>
            </a:r>
            <a:endParaRPr lang="en-US" altLang="zh-CN" sz="2800" dirty="0" smtClean="0"/>
          </a:p>
          <a:p>
            <a:pPr marL="514350" indent="-514350" algn="l" eaLnBrk="1" hangingPunct="1">
              <a:buFont typeface="Calibri Light" panose="020F0302020204030204" pitchFamily="34" charset="0"/>
              <a:buAutoNum type="alphaLcParenR"/>
            </a:pPr>
            <a:r>
              <a:rPr lang="zh-CN" altLang="en-US" sz="2800" dirty="0" smtClean="0"/>
              <a:t>总体设计</a:t>
            </a:r>
            <a:endParaRPr lang="en-US" altLang="zh-CN" sz="2800" dirty="0" smtClean="0"/>
          </a:p>
          <a:p>
            <a:pPr marL="514350" indent="-514350" algn="l" eaLnBrk="1" hangingPunct="1">
              <a:buFont typeface="Calibri Light" panose="020F0302020204030204" pitchFamily="34" charset="0"/>
              <a:buAutoNum type="alphaLcParenR"/>
            </a:pPr>
            <a:r>
              <a:rPr lang="zh-CN" altLang="en-US" sz="2800" dirty="0" smtClean="0"/>
              <a:t>详细设计</a:t>
            </a:r>
            <a:endParaRPr lang="en-US" altLang="zh-CN" sz="2800" dirty="0" smtClean="0"/>
          </a:p>
          <a:p>
            <a:pPr marL="514350" indent="-514350" algn="l" eaLnBrk="1" hangingPunct="1">
              <a:buFont typeface="Calibri Light" panose="020F0302020204030204" pitchFamily="34" charset="0"/>
              <a:buAutoNum type="alphaLcParenR"/>
            </a:pPr>
            <a:r>
              <a:rPr lang="zh-CN" altLang="en-US" sz="2800" dirty="0" smtClean="0"/>
              <a:t>编码 （</a:t>
            </a:r>
            <a:r>
              <a:rPr lang="zh-CN" altLang="en-US" sz="2800" dirty="0" smtClean="0">
                <a:solidFill>
                  <a:srgbClr val="0000FF"/>
                </a:solidFill>
              </a:rPr>
              <a:t>实现部分，最具体</a:t>
            </a:r>
            <a:r>
              <a:rPr lang="zh-CN" altLang="en-US" sz="2800" dirty="0" smtClean="0"/>
              <a:t>）</a:t>
            </a:r>
            <a:endParaRPr lang="en-US" altLang="zh-CN" sz="2800" dirty="0" smtClean="0"/>
          </a:p>
          <a:p>
            <a:pPr marL="514350" indent="-514350" algn="l" eaLnBrk="1" hangingPunct="1"/>
            <a:endParaRPr lang="zh-CN" altLang="en-US" sz="2800" dirty="0" smtClean="0"/>
          </a:p>
        </p:txBody>
      </p:sp>
      <p:cxnSp>
        <p:nvCxnSpPr>
          <p:cNvPr id="22531" name="直接箭头连接符 3"/>
          <p:cNvCxnSpPr>
            <a:cxnSpLocks noChangeShapeType="1"/>
          </p:cNvCxnSpPr>
          <p:nvPr/>
        </p:nvCxnSpPr>
        <p:spPr bwMode="auto">
          <a:xfrm>
            <a:off x="10436225" y="2114550"/>
            <a:ext cx="23813" cy="3033713"/>
          </a:xfrm>
          <a:prstGeom prst="straightConnector1">
            <a:avLst/>
          </a:prstGeom>
          <a:noFill/>
          <a:ln w="6350">
            <a:solidFill>
              <a:srgbClr val="0000FF"/>
            </a:solidFill>
            <a:bevel/>
            <a:tailEnd type="arrow" w="med" len="med"/>
          </a:ln>
          <a:extLst>
            <a:ext uri="{909E8E84-426E-40DD-AFC4-6F175D3DCCD1}">
              <a14:hiddenFill xmlns:a14="http://schemas.microsoft.com/office/drawing/2010/main">
                <a:noFill/>
              </a14:hiddenFill>
            </a:ext>
          </a:extLst>
        </p:spPr>
      </p:cxnSp>
      <p:sp>
        <p:nvSpPr>
          <p:cNvPr id="22532" name="文本框 4"/>
          <p:cNvSpPr>
            <a:spLocks noChangeArrowheads="1"/>
          </p:cNvSpPr>
          <p:nvPr/>
        </p:nvSpPr>
        <p:spPr bwMode="auto">
          <a:xfrm>
            <a:off x="10558463" y="2046288"/>
            <a:ext cx="11128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1000"/>
              </a:spcBef>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zh-CN" altLang="en-US" sz="1800">
                <a:solidFill>
                  <a:srgbClr val="000000"/>
                </a:solidFill>
                <a:sym typeface="宋体" panose="02010600030101010101" pitchFamily="2" charset="-122"/>
              </a:rPr>
              <a:t>抽象</a:t>
            </a:r>
            <a:endParaRPr lang="zh-CN" altLang="en-US" sz="1800">
              <a:latin typeface="Arial" panose="020B0604020202020204" pitchFamily="34" charset="0"/>
            </a:endParaRPr>
          </a:p>
        </p:txBody>
      </p:sp>
      <p:sp>
        <p:nvSpPr>
          <p:cNvPr id="22533" name="文本框 5"/>
          <p:cNvSpPr>
            <a:spLocks noChangeArrowheads="1"/>
          </p:cNvSpPr>
          <p:nvPr/>
        </p:nvSpPr>
        <p:spPr bwMode="auto">
          <a:xfrm>
            <a:off x="10558463" y="4564063"/>
            <a:ext cx="11128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1000"/>
              </a:spcBef>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zh-CN" altLang="en-US" sz="1800">
                <a:solidFill>
                  <a:srgbClr val="000000"/>
                </a:solidFill>
                <a:sym typeface="宋体" panose="02010600030101010101" pitchFamily="2" charset="-122"/>
              </a:rPr>
              <a:t>具体</a:t>
            </a:r>
            <a:endParaRPr lang="zh-CN" altLang="en-US" sz="180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noChangeArrowheads="1"/>
          </p:cNvSpPr>
          <p:nvPr>
            <p:ph type="ctrTitle"/>
          </p:nvPr>
        </p:nvSpPr>
        <p:spPr>
          <a:xfrm>
            <a:off x="838200" y="365125"/>
            <a:ext cx="10515600" cy="1325563"/>
          </a:xfrm>
        </p:spPr>
        <p:txBody>
          <a:bodyPr anchor="ctr"/>
          <a:lstStyle/>
          <a:p>
            <a:pPr marL="0" indent="0" algn="l" eaLnBrk="1" hangingPunct="1"/>
            <a:r>
              <a:rPr lang="en-US" altLang="zh-CN" sz="4400" smtClean="0"/>
              <a:t>5.2.3 </a:t>
            </a:r>
            <a:r>
              <a:rPr lang="zh-CN" altLang="en-US" sz="4400" smtClean="0"/>
              <a:t>逐步求精</a:t>
            </a:r>
            <a:endParaRPr lang="zh-CN" altLang="en-US" sz="4400" smtClean="0"/>
          </a:p>
        </p:txBody>
      </p:sp>
      <p:sp>
        <p:nvSpPr>
          <p:cNvPr id="23555" name="内容占位符 2"/>
          <p:cNvSpPr>
            <a:spLocks noGrp="1" noChangeArrowheads="1"/>
          </p:cNvSpPr>
          <p:nvPr>
            <p:ph type="subTitle" idx="1"/>
          </p:nvPr>
        </p:nvSpPr>
        <p:spPr>
          <a:xfrm>
            <a:off x="838200" y="1466850"/>
            <a:ext cx="10515600" cy="4710113"/>
          </a:xfrm>
        </p:spPr>
        <p:txBody>
          <a:bodyPr/>
          <a:lstStyle/>
          <a:p>
            <a:pPr marL="228600" indent="-228600" algn="l" eaLnBrk="1" hangingPunct="1">
              <a:buFont typeface="Arial" panose="020B0604020202020204" pitchFamily="34" charset="0"/>
              <a:buChar char="•"/>
            </a:pPr>
            <a:r>
              <a:rPr lang="zh-CN" altLang="en-US" sz="2800" dirty="0" smtClean="0"/>
              <a:t>逐步求精是人类解决复杂问题时采用的基本方法，也是许多软件工程技术（如规格说明、设计和实现）的基础。</a:t>
            </a:r>
            <a:endParaRPr lang="en-US" altLang="zh-CN" sz="2800" dirty="0" smtClean="0"/>
          </a:p>
          <a:p>
            <a:pPr marL="228600" indent="-228600" algn="l" eaLnBrk="1" hangingPunct="1">
              <a:buFont typeface="Arial" panose="020B0604020202020204" pitchFamily="34" charset="0"/>
              <a:buChar char="•"/>
            </a:pPr>
            <a:endParaRPr lang="zh-CN" altLang="en-US" sz="2800" dirty="0" smtClean="0"/>
          </a:p>
          <a:p>
            <a:pPr marL="228600" indent="-228600" algn="l" eaLnBrk="1" hangingPunct="1">
              <a:buFont typeface="Arial" panose="020B0604020202020204" pitchFamily="34" charset="0"/>
              <a:buChar char="•"/>
            </a:pPr>
            <a:r>
              <a:rPr lang="zh-CN" altLang="en-US" sz="2800" dirty="0" smtClean="0">
                <a:solidFill>
                  <a:srgbClr val="0000FF"/>
                </a:solidFill>
              </a:rPr>
              <a:t>逐步求精定义</a:t>
            </a:r>
            <a:r>
              <a:rPr lang="zh-CN" altLang="en-US" sz="2800" dirty="0" smtClean="0"/>
              <a:t>为：“为了能</a:t>
            </a:r>
            <a:r>
              <a:rPr lang="zh-CN" altLang="en-US" sz="2800" u="sng" dirty="0" smtClean="0"/>
              <a:t>集中精力解决主要问题</a:t>
            </a:r>
            <a:r>
              <a:rPr lang="zh-CN" altLang="en-US" sz="2800" dirty="0" smtClean="0"/>
              <a:t>而尽量</a:t>
            </a:r>
            <a:r>
              <a:rPr lang="zh-CN" altLang="en-US" sz="2800" u="sng" dirty="0" smtClean="0"/>
              <a:t>推迟对问题细节的考虑</a:t>
            </a:r>
            <a:r>
              <a:rPr lang="zh-CN" altLang="en-US" sz="2800" dirty="0" smtClean="0"/>
              <a:t>。”</a:t>
            </a:r>
            <a:endParaRPr lang="zh-CN" altLang="en-US" sz="2800" dirty="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noChangeArrowheads="1"/>
          </p:cNvSpPr>
          <p:nvPr>
            <p:ph type="ctrTitle"/>
          </p:nvPr>
        </p:nvSpPr>
        <p:spPr>
          <a:xfrm>
            <a:off x="808038" y="365125"/>
            <a:ext cx="11064875" cy="1325563"/>
          </a:xfrm>
        </p:spPr>
        <p:txBody>
          <a:bodyPr anchor="ctr"/>
          <a:lstStyle/>
          <a:p>
            <a:pPr marL="0" indent="0" algn="l" eaLnBrk="1" hangingPunct="1"/>
            <a:r>
              <a:rPr lang="zh-CN" altLang="en-US" sz="4400" smtClean="0"/>
              <a:t>层次方框图结合了模块化和逐步求精的思想</a:t>
            </a:r>
            <a:endParaRPr lang="zh-CN" altLang="en-US" sz="4400" smtClean="0"/>
          </a:p>
        </p:txBody>
      </p:sp>
      <p:graphicFrame>
        <p:nvGraphicFramePr>
          <p:cNvPr id="24579" name="对象 1"/>
          <p:cNvGraphicFramePr/>
          <p:nvPr/>
        </p:nvGraphicFramePr>
        <p:xfrm>
          <a:off x="1552575" y="1924050"/>
          <a:ext cx="8843963" cy="4168775"/>
        </p:xfrm>
        <a:graphic>
          <a:graphicData uri="http://schemas.openxmlformats.org/presentationml/2006/ole">
            <mc:AlternateContent xmlns:mc="http://schemas.openxmlformats.org/markup-compatibility/2006">
              <mc:Choice xmlns:v="urn:schemas-microsoft-com:vml" Requires="v">
                <p:oleObj spid="_x0000_s25323" name="" r:id="rId1" imgW="6115050" imgH="3105150" progId="PBrush">
                  <p:embed/>
                </p:oleObj>
              </mc:Choice>
              <mc:Fallback>
                <p:oleObj name="" r:id="rId1" imgW="6115050" imgH="3105150" progId="PBrush">
                  <p:embed/>
                  <p:pic>
                    <p:nvPicPr>
                      <p:cNvPr id="0" name="对象 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2575" y="1924050"/>
                        <a:ext cx="8843963" cy="416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p14="http://schemas.microsoft.com/office/powerpoint/2010/main">
        <mc:Choice Requires="p14">
          <p:contentPart r:id="rId3" p14:bwMode="auto">
            <p14:nvContentPartPr>
              <p14:cNvPr id="2" name="墨迹 1"/>
              <p14:cNvContentPartPr/>
              <p14:nvPr/>
            </p14:nvContentPartPr>
            <p14:xfrm>
              <a:off x="3206880" y="1251000"/>
              <a:ext cx="7899480" cy="4984920"/>
            </p14:xfrm>
          </p:contentPart>
        </mc:Choice>
        <mc:Fallback xmlns="">
          <p:pic>
            <p:nvPicPr>
              <p:cNvPr id="2" name="墨迹 1"/>
            </p:nvPicPr>
            <p:blipFill>
              <a:blip r:embed="rId4"/>
            </p:blipFill>
            <p:spPr>
              <a:xfrm>
                <a:off x="3206880" y="1251000"/>
                <a:ext cx="7899480" cy="498492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noChangeArrowheads="1"/>
          </p:cNvSpPr>
          <p:nvPr>
            <p:ph type="ctrTitle"/>
          </p:nvPr>
        </p:nvSpPr>
        <p:spPr>
          <a:xfrm>
            <a:off x="838200" y="365125"/>
            <a:ext cx="10515600" cy="1325563"/>
          </a:xfrm>
        </p:spPr>
        <p:txBody>
          <a:bodyPr anchor="ctr"/>
          <a:lstStyle/>
          <a:p>
            <a:pPr marL="0" indent="0" algn="l" eaLnBrk="1" hangingPunct="1"/>
            <a:r>
              <a:rPr lang="en-US" altLang="zh-CN" sz="4400" smtClean="0"/>
              <a:t>5.2.4 </a:t>
            </a:r>
            <a:r>
              <a:rPr lang="zh-CN" altLang="en-US" sz="4400" smtClean="0"/>
              <a:t>信息隐藏（或隐蔽）和局部化</a:t>
            </a:r>
            <a:endParaRPr lang="zh-CN" altLang="en-US" sz="4400" smtClean="0"/>
          </a:p>
        </p:txBody>
      </p:sp>
      <p:sp>
        <p:nvSpPr>
          <p:cNvPr id="26627" name="内容占位符 2"/>
          <p:cNvSpPr>
            <a:spLocks noGrp="1" noChangeArrowheads="1"/>
          </p:cNvSpPr>
          <p:nvPr>
            <p:ph type="subTitle" idx="1"/>
          </p:nvPr>
        </p:nvSpPr>
        <p:spPr>
          <a:xfrm>
            <a:off x="838200" y="1825625"/>
            <a:ext cx="10515600" cy="4351338"/>
          </a:xfrm>
        </p:spPr>
        <p:txBody>
          <a:bodyPr/>
          <a:lstStyle/>
          <a:p>
            <a:pPr marL="228600" indent="-228600" algn="l" eaLnBrk="1" hangingPunct="1">
              <a:buFont typeface="Arial" panose="020B0604020202020204" pitchFamily="34" charset="0"/>
              <a:buChar char="•"/>
            </a:pPr>
            <a:r>
              <a:rPr lang="zh-CN" altLang="en-US" sz="2800" dirty="0" smtClean="0"/>
              <a:t>信息隐藏：设计模块时，使得一个模块内包含的信息对于不需要这些信息的模块来说，是不能访问的（</a:t>
            </a:r>
            <a:r>
              <a:rPr lang="en-US" altLang="zh-CN" sz="2800" dirty="0" smtClean="0"/>
              <a:t>not accessible</a:t>
            </a:r>
            <a:r>
              <a:rPr lang="zh-CN" altLang="en-US" sz="2800" dirty="0" smtClean="0"/>
              <a:t>）。</a:t>
            </a:r>
            <a:endParaRPr lang="en-US" altLang="zh-CN" sz="2800" dirty="0" smtClean="0"/>
          </a:p>
          <a:p>
            <a:pPr marL="228600" indent="-228600" algn="l" eaLnBrk="1" hangingPunct="1">
              <a:buFont typeface="Arial" panose="020B0604020202020204" pitchFamily="34" charset="0"/>
              <a:buChar char="•"/>
            </a:pPr>
            <a:endParaRPr lang="zh-CN" altLang="en-US" sz="2800" dirty="0" smtClean="0"/>
          </a:p>
          <a:p>
            <a:pPr marL="228600" indent="-228600" algn="l" eaLnBrk="1" hangingPunct="1">
              <a:buFont typeface="Arial" panose="020B0604020202020204" pitchFamily="34" charset="0"/>
              <a:buChar char="•"/>
            </a:pPr>
            <a:r>
              <a:rPr lang="zh-CN" altLang="en-US" sz="2800" dirty="0" smtClean="0"/>
              <a:t>局部化：把一些关系密切的软件元素</a:t>
            </a:r>
            <a:r>
              <a:rPr lang="zh-CN" altLang="en-US" sz="2800" dirty="0" smtClean="0">
                <a:solidFill>
                  <a:srgbClr val="0000FF"/>
                </a:solidFill>
              </a:rPr>
              <a:t>物理地放得彼此靠近</a:t>
            </a:r>
            <a:r>
              <a:rPr lang="zh-CN" altLang="en-US" sz="2800" dirty="0" smtClean="0"/>
              <a:t>。</a:t>
            </a:r>
            <a:endParaRPr lang="en-US" altLang="zh-CN" sz="2800" dirty="0" smtClean="0"/>
          </a:p>
          <a:p>
            <a:pPr marL="228600" indent="-228600" algn="l" eaLnBrk="1" hangingPunct="1">
              <a:buFont typeface="Arial" panose="020B0604020202020204" pitchFamily="34" charset="0"/>
              <a:buChar char="•"/>
            </a:pPr>
            <a:endParaRPr lang="zh-CN" altLang="en-US" sz="2800" dirty="0" smtClean="0"/>
          </a:p>
          <a:p>
            <a:pPr marL="228600" indent="-228600" algn="l" eaLnBrk="1" hangingPunct="1">
              <a:buFont typeface="Arial" panose="020B0604020202020204" pitchFamily="34" charset="0"/>
              <a:buChar char="•"/>
            </a:pPr>
            <a:r>
              <a:rPr lang="zh-CN" altLang="en-US" sz="2800" dirty="0" smtClean="0"/>
              <a:t>信息隐藏和局部化两个概念密切相关。</a:t>
            </a:r>
            <a:endParaRPr lang="en-US" altLang="zh-CN" sz="2800" dirty="0" smtClean="0"/>
          </a:p>
          <a:p>
            <a:pPr marL="228600" indent="-228600" algn="l" eaLnBrk="1" hangingPunct="1">
              <a:buFont typeface="Arial" panose="020B0604020202020204" pitchFamily="34" charset="0"/>
              <a:buChar char="•"/>
            </a:pPr>
            <a:endParaRPr lang="zh-CN" altLang="en-US" sz="2800" dirty="0" smtClean="0"/>
          </a:p>
          <a:p>
            <a:pPr marL="228600" indent="-228600" algn="l" eaLnBrk="1" hangingPunct="1"/>
            <a:r>
              <a:rPr lang="en-US" altLang="zh-CN" sz="2800" dirty="0" smtClean="0">
                <a:solidFill>
                  <a:srgbClr val="FF0000"/>
                </a:solidFill>
                <a:latin typeface="Times New Roman" panose="02020603050405020304" pitchFamily="18" charset="0"/>
                <a:sym typeface="Times New Roman" panose="02020603050405020304" pitchFamily="18" charset="0"/>
              </a:rPr>
              <a:t>Q: </a:t>
            </a:r>
            <a:r>
              <a:rPr lang="zh-CN" altLang="en-US" sz="2800" dirty="0" smtClean="0">
                <a:solidFill>
                  <a:srgbClr val="FF0000"/>
                </a:solidFill>
              </a:rPr>
              <a:t>根据所学知识，请给出一个信息隐藏和局部化的例子。</a:t>
            </a:r>
            <a:endParaRPr lang="zh-CN" altLang="en-US" sz="2800" dirty="0" smtClean="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6627">
                                            <p:txEl>
                                              <p:pRg st="6" end="6"/>
                                            </p:txEl>
                                          </p:spTgt>
                                        </p:tgtEl>
                                        <p:attrNameLst>
                                          <p:attrName>style.visibility</p:attrName>
                                        </p:attrNameLst>
                                      </p:cBhvr>
                                      <p:to>
                                        <p:strVal val="visible"/>
                                      </p:to>
                                    </p:set>
                                    <p:animEffect filter="blinds(horizontal)">
                                      <p:cBhvr>
                                        <p:cTn id="7" dur="500"/>
                                        <p:tgtEl>
                                          <p:spTgt spid="2662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noChangeArrowheads="1"/>
          </p:cNvSpPr>
          <p:nvPr>
            <p:ph type="ctrTitle"/>
          </p:nvPr>
        </p:nvSpPr>
        <p:spPr>
          <a:xfrm>
            <a:off x="838200" y="365125"/>
            <a:ext cx="10515600" cy="1325563"/>
          </a:xfrm>
        </p:spPr>
        <p:txBody>
          <a:bodyPr anchor="ctr"/>
          <a:lstStyle/>
          <a:p>
            <a:pPr marL="0" indent="0" algn="l" eaLnBrk="1" hangingPunct="1"/>
            <a:r>
              <a:rPr lang="en-US" altLang="zh-CN" sz="4400" smtClean="0"/>
              <a:t>5.2.5 </a:t>
            </a:r>
            <a:r>
              <a:rPr lang="zh-CN" altLang="en-US" sz="4400" smtClean="0"/>
              <a:t>模块独立</a:t>
            </a:r>
            <a:endParaRPr lang="zh-CN" altLang="en-US" sz="4400" smtClean="0"/>
          </a:p>
        </p:txBody>
      </p:sp>
      <p:sp>
        <p:nvSpPr>
          <p:cNvPr id="26627" name="内容占位符 2"/>
          <p:cNvSpPr>
            <a:spLocks noGrp="1" noChangeArrowheads="1"/>
          </p:cNvSpPr>
          <p:nvPr>
            <p:ph type="subTitle" idx="1"/>
          </p:nvPr>
        </p:nvSpPr>
        <p:spPr>
          <a:xfrm>
            <a:off x="838200" y="1495425"/>
            <a:ext cx="10515600" cy="4681538"/>
          </a:xfrm>
        </p:spPr>
        <p:txBody>
          <a:bodyPr/>
          <a:lstStyle/>
          <a:p>
            <a:pPr marL="228600" indent="-228600" algn="l" eaLnBrk="1" hangingPunct="1"/>
            <a:r>
              <a:rPr lang="zh-CN" altLang="en-US" sz="2800" dirty="0" smtClean="0"/>
              <a:t>   模块的独立性是指软件系统中每个模块完成一个</a:t>
            </a:r>
            <a:r>
              <a:rPr lang="zh-CN" altLang="en-US" sz="2800" u="sng" dirty="0" smtClean="0">
                <a:solidFill>
                  <a:srgbClr val="0000FF"/>
                </a:solidFill>
              </a:rPr>
              <a:t>相对独立的特定子功能</a:t>
            </a:r>
            <a:r>
              <a:rPr lang="zh-CN" altLang="en-US" sz="2800" dirty="0" smtClean="0"/>
              <a:t>，并且和其它模块之间的关系很简单。</a:t>
            </a:r>
            <a:endParaRPr lang="en-US" altLang="zh-CN" sz="2800" dirty="0" smtClean="0"/>
          </a:p>
          <a:p>
            <a:pPr marL="228600" indent="-228600" algn="l" eaLnBrk="1" hangingPunct="1"/>
            <a:endParaRPr lang="zh-CN" altLang="en-US" sz="2800" dirty="0" smtClean="0"/>
          </a:p>
          <a:p>
            <a:pPr marL="228600" indent="-228600" algn="l" eaLnBrk="1" hangingPunct="1"/>
            <a:r>
              <a:rPr lang="en-US" altLang="zh-CN" sz="2800" dirty="0" smtClean="0"/>
              <a:t>   </a:t>
            </a:r>
            <a:r>
              <a:rPr lang="zh-CN" altLang="en-US" sz="2800" dirty="0" smtClean="0"/>
              <a:t>为什么需要模块独立？</a:t>
            </a:r>
            <a:endParaRPr lang="en-US" altLang="zh-CN" sz="2800" dirty="0" smtClean="0"/>
          </a:p>
          <a:p>
            <a:pPr marL="971550" lvl="1" indent="-514350" algn="l" eaLnBrk="1" hangingPunct="1">
              <a:buFont typeface="Calibri Light" panose="020F0302020204030204" pitchFamily="34" charset="0"/>
              <a:buAutoNum type="alphaLcParenR"/>
            </a:pPr>
            <a:r>
              <a:rPr lang="zh-CN" altLang="en-US" sz="2400" dirty="0" smtClean="0"/>
              <a:t>具有独立模块的软件比较容易</a:t>
            </a:r>
            <a:r>
              <a:rPr lang="zh-CN" altLang="en-US" sz="2400" dirty="0" smtClean="0">
                <a:solidFill>
                  <a:srgbClr val="0000FF"/>
                </a:solidFill>
              </a:rPr>
              <a:t>开发</a:t>
            </a:r>
            <a:r>
              <a:rPr lang="zh-CN" altLang="en-US" sz="2400" dirty="0" smtClean="0"/>
              <a:t>出来；</a:t>
            </a:r>
            <a:endParaRPr lang="en-US" altLang="zh-CN" sz="2400" dirty="0" smtClean="0"/>
          </a:p>
          <a:p>
            <a:pPr marL="971550" lvl="1" indent="-514350" algn="l" eaLnBrk="1" hangingPunct="1">
              <a:buFont typeface="Calibri Light" panose="020F0302020204030204" pitchFamily="34" charset="0"/>
              <a:buAutoNum type="alphaLcParenR"/>
            </a:pPr>
            <a:r>
              <a:rPr lang="en-US" altLang="zh-CN" sz="2400" dirty="0" smtClean="0"/>
              <a:t> </a:t>
            </a:r>
            <a:r>
              <a:rPr lang="zh-CN" altLang="en-US" sz="2400" dirty="0" smtClean="0"/>
              <a:t>独立的模块比较容易</a:t>
            </a:r>
            <a:r>
              <a:rPr lang="zh-CN" altLang="en-US" sz="2400" dirty="0" smtClean="0">
                <a:solidFill>
                  <a:srgbClr val="0000FF"/>
                </a:solidFill>
              </a:rPr>
              <a:t>测试和维护 （针对模块进行单元测试</a:t>
            </a:r>
            <a:r>
              <a:rPr lang="zh-CN" altLang="en-US" sz="2400" dirty="0">
                <a:solidFill>
                  <a:srgbClr val="0000FF"/>
                </a:solidFill>
              </a:rPr>
              <a:t>、</a:t>
            </a:r>
            <a:r>
              <a:rPr lang="zh-CN" altLang="en-US" sz="2400" dirty="0" smtClean="0">
                <a:solidFill>
                  <a:srgbClr val="0000FF"/>
                </a:solidFill>
              </a:rPr>
              <a:t>维护）</a:t>
            </a:r>
            <a:r>
              <a:rPr lang="zh-CN" altLang="en-US" sz="2400" dirty="0" smtClean="0"/>
              <a:t>。</a:t>
            </a:r>
            <a:r>
              <a:rPr lang="en-US" altLang="zh-CN" sz="2400" dirty="0" smtClean="0"/>
              <a:t>  </a:t>
            </a:r>
            <a:endParaRPr lang="zh-CN" altLang="en-US" sz="2400" dirty="0" smtClean="0"/>
          </a:p>
          <a:p>
            <a:pPr marL="228600" indent="-228600" algn="l" eaLnBrk="1" hangingPunct="1"/>
            <a:endParaRPr lang="zh-CN" altLang="en-US" sz="2800" dirty="0" smtClean="0"/>
          </a:p>
          <a:p>
            <a:pPr marL="228600" indent="-228600" algn="l" eaLnBrk="1" hangingPunct="1"/>
            <a:r>
              <a:rPr lang="zh-CN" altLang="en-US" sz="2800" dirty="0" smtClean="0"/>
              <a:t>  </a:t>
            </a:r>
            <a:endParaRPr lang="en-US" altLang="zh-CN" sz="2800" dirty="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smtClean="0"/>
              <a:t>模块独立性的度量标准</a:t>
            </a:r>
            <a:endParaRPr lang="zh-CN" altLang="en-US" sz="4400" smtClean="0"/>
          </a:p>
        </p:txBody>
      </p:sp>
      <p:sp>
        <p:nvSpPr>
          <p:cNvPr id="27651" name="内容占位符 2"/>
          <p:cNvSpPr>
            <a:spLocks noGrp="1" noChangeArrowheads="1"/>
          </p:cNvSpPr>
          <p:nvPr>
            <p:ph type="subTitle" idx="1"/>
          </p:nvPr>
        </p:nvSpPr>
        <p:spPr>
          <a:xfrm>
            <a:off x="838200" y="1825625"/>
            <a:ext cx="10515600" cy="4351338"/>
          </a:xfrm>
        </p:spPr>
        <p:txBody>
          <a:bodyPr/>
          <a:lstStyle/>
          <a:p>
            <a:pPr marL="228600" indent="-228600" algn="l" eaLnBrk="1" hangingPunct="1"/>
            <a:r>
              <a:rPr lang="zh-CN" altLang="en-US" sz="2800" dirty="0" smtClean="0"/>
              <a:t>模块的独立性由两个定性标准度量，即耦合与内聚。</a:t>
            </a:r>
            <a:endParaRPr lang="en-US" altLang="zh-CN" sz="2800" dirty="0" smtClean="0"/>
          </a:p>
          <a:p>
            <a:pPr marL="228600" indent="-228600" algn="l" eaLnBrk="1" hangingPunct="1"/>
            <a:endParaRPr lang="zh-CN" altLang="en-US" sz="2800" dirty="0" smtClean="0"/>
          </a:p>
          <a:p>
            <a:pPr marL="685800" lvl="1" indent="-228600" algn="l" eaLnBrk="1" hangingPunct="1">
              <a:buFont typeface="Arial" panose="020B0604020202020204" pitchFamily="34" charset="0"/>
              <a:buChar char="•"/>
            </a:pPr>
            <a:r>
              <a:rPr lang="zh-CN" altLang="en-US" sz="2400" u="sng" dirty="0" smtClean="0">
                <a:solidFill>
                  <a:srgbClr val="0000FF"/>
                </a:solidFill>
              </a:rPr>
              <a:t>耦</a:t>
            </a:r>
            <a:r>
              <a:rPr lang="zh-CN" altLang="en-US" sz="2400" dirty="0" smtClean="0"/>
              <a:t>合（</a:t>
            </a:r>
            <a:r>
              <a:rPr lang="en-US" altLang="zh-CN" sz="2400" dirty="0" smtClean="0"/>
              <a:t>coupling</a:t>
            </a:r>
            <a:r>
              <a:rPr lang="zh-CN" altLang="en-US" sz="2400" dirty="0" smtClean="0"/>
              <a:t>）：</a:t>
            </a:r>
            <a:r>
              <a:rPr lang="zh-CN" altLang="en-US" sz="2400" dirty="0" smtClean="0">
                <a:solidFill>
                  <a:srgbClr val="0000FF"/>
                </a:solidFill>
              </a:rPr>
              <a:t>不同模块间</a:t>
            </a:r>
            <a:r>
              <a:rPr lang="zh-CN" altLang="en-US" sz="2400" dirty="0" smtClean="0"/>
              <a:t>互相依赖的程度 （</a:t>
            </a:r>
            <a:r>
              <a:rPr lang="zh-CN" altLang="en-US" sz="2400" u="sng" dirty="0" smtClean="0">
                <a:solidFill>
                  <a:srgbClr val="0000FF"/>
                </a:solidFill>
              </a:rPr>
              <a:t>藕</a:t>
            </a:r>
            <a:r>
              <a:rPr lang="zh-CN" altLang="en-US" sz="2400" dirty="0" smtClean="0">
                <a:solidFill>
                  <a:srgbClr val="0000FF"/>
                </a:solidFill>
              </a:rPr>
              <a:t>断丝连</a:t>
            </a:r>
            <a:r>
              <a:rPr lang="zh-CN" altLang="en-US" sz="2400" dirty="0" smtClean="0"/>
              <a:t>）</a:t>
            </a:r>
            <a:endParaRPr lang="en-US" altLang="zh-CN" sz="2400" dirty="0" smtClean="0"/>
          </a:p>
          <a:p>
            <a:pPr marL="228600" indent="-228600" algn="l" eaLnBrk="1" hangingPunct="1">
              <a:buFont typeface="Arial" panose="020B0604020202020204" pitchFamily="34" charset="0"/>
              <a:buChar char="•"/>
            </a:pPr>
            <a:endParaRPr lang="zh-CN" altLang="en-US" sz="2800" dirty="0" smtClean="0"/>
          </a:p>
          <a:p>
            <a:pPr marL="685800" lvl="1" indent="-228600" algn="l" eaLnBrk="1" hangingPunct="1">
              <a:buFont typeface="Arial" panose="020B0604020202020204" pitchFamily="34" charset="0"/>
              <a:buChar char="•"/>
            </a:pPr>
            <a:r>
              <a:rPr lang="zh-CN" altLang="en-US" sz="2400" dirty="0" smtClean="0"/>
              <a:t>内聚（</a:t>
            </a:r>
            <a:r>
              <a:rPr lang="en-US" altLang="zh-CN" sz="2400" dirty="0" smtClean="0"/>
              <a:t>cohesion</a:t>
            </a:r>
            <a:r>
              <a:rPr lang="zh-CN" altLang="en-US" sz="2400" dirty="0" smtClean="0"/>
              <a:t>）：</a:t>
            </a:r>
            <a:r>
              <a:rPr lang="zh-CN" altLang="en-US" sz="2400" dirty="0" smtClean="0">
                <a:solidFill>
                  <a:srgbClr val="0000FF"/>
                </a:solidFill>
              </a:rPr>
              <a:t>一个模块内部</a:t>
            </a:r>
            <a:r>
              <a:rPr lang="zh-CN" altLang="en-US" sz="2400" dirty="0" smtClean="0"/>
              <a:t>各个元素彼此结合的紧密程度</a:t>
            </a:r>
            <a:endParaRPr lang="en-US" altLang="zh-CN" sz="2400" dirty="0" smtClean="0"/>
          </a:p>
          <a:p>
            <a:pPr marL="228600" indent="-228600" algn="l" eaLnBrk="1" hangingPunct="1"/>
            <a:endParaRPr lang="zh-CN" altLang="en-US" sz="2800" dirty="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smtClean="0"/>
              <a:t>耦合性与模块独立性</a:t>
            </a:r>
            <a:endParaRPr lang="zh-CN" altLang="en-US" sz="4400" smtClean="0"/>
          </a:p>
        </p:txBody>
      </p:sp>
      <p:pic>
        <p:nvPicPr>
          <p:cNvPr id="2867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46300" y="2111375"/>
            <a:ext cx="7112000" cy="273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dirty="0" smtClean="0"/>
              <a:t>（</a:t>
            </a:r>
            <a:r>
              <a:rPr lang="en-US" altLang="zh-CN" sz="4400" dirty="0" smtClean="0"/>
              <a:t>1</a:t>
            </a:r>
            <a:r>
              <a:rPr lang="zh-CN" altLang="en-US" sz="4400" dirty="0" smtClean="0"/>
              <a:t>）非直接耦合</a:t>
            </a:r>
            <a:endParaRPr lang="zh-CN" altLang="en-US" sz="4400" dirty="0" smtClean="0"/>
          </a:p>
        </p:txBody>
      </p:sp>
      <p:sp>
        <p:nvSpPr>
          <p:cNvPr id="29699" name="内容占位符 2"/>
          <p:cNvSpPr>
            <a:spLocks noGrp="1" noChangeArrowheads="1"/>
          </p:cNvSpPr>
          <p:nvPr>
            <p:ph type="subTitle" idx="1"/>
          </p:nvPr>
        </p:nvSpPr>
        <p:spPr>
          <a:xfrm>
            <a:off x="838200" y="1466850"/>
            <a:ext cx="10598150" cy="1304925"/>
          </a:xfrm>
        </p:spPr>
        <p:txBody>
          <a:bodyPr/>
          <a:lstStyle/>
          <a:p>
            <a:pPr marL="457200" indent="-457200" algn="l" eaLnBrk="1" hangingPunct="1">
              <a:buFont typeface="Wingdings" panose="05000000000000000000" charset="0"/>
              <a:buChar char="ü"/>
            </a:pPr>
            <a:r>
              <a:rPr lang="zh-CN" altLang="en-US" sz="2800" smtClean="0"/>
              <a:t>指的是调用模块和被调用模块之间</a:t>
            </a:r>
            <a:r>
              <a:rPr lang="zh-CN" altLang="en-US" sz="2800" u="sng" smtClean="0">
                <a:solidFill>
                  <a:srgbClr val="FF0000"/>
                </a:solidFill>
              </a:rPr>
              <a:t>不存在直接的数据联系</a:t>
            </a:r>
            <a:r>
              <a:rPr lang="zh-CN" altLang="en-US" sz="2800" smtClean="0"/>
              <a:t>。</a:t>
            </a:r>
            <a:endParaRPr lang="zh-CN" altLang="en-US" sz="2800" smtClean="0"/>
          </a:p>
          <a:p>
            <a:pPr marL="457200" indent="-457200" algn="l" eaLnBrk="1" hangingPunct="1">
              <a:buFont typeface="Wingdings" panose="05000000000000000000" charset="0"/>
              <a:buChar char="ü"/>
            </a:pPr>
            <a:r>
              <a:rPr lang="zh-CN" altLang="en-US" sz="2800" smtClean="0">
                <a:highlight>
                  <a:srgbClr val="FFFF00"/>
                </a:highlight>
              </a:rPr>
              <a:t>模块独立性最强</a:t>
            </a:r>
            <a:r>
              <a:rPr lang="zh-CN" altLang="en-US" sz="2800" smtClean="0"/>
              <a:t>。</a:t>
            </a:r>
            <a:endParaRPr lang="zh-CN" altLang="en-US" sz="2800" smtClean="0"/>
          </a:p>
          <a:p>
            <a:pPr marL="457200" indent="-457200" algn="l" eaLnBrk="1" hangingPunct="1">
              <a:buFont typeface="Wingdings" panose="05000000000000000000" charset="0"/>
              <a:buChar char="ü"/>
            </a:pPr>
            <a:endParaRPr lang="en-US" altLang="zh-CN" sz="2800" smtClean="0"/>
          </a:p>
          <a:p>
            <a:pPr marL="228600" indent="-228600" algn="l" eaLnBrk="1" hangingPunct="1"/>
            <a:r>
              <a:rPr lang="zh-CN" altLang="en-US" sz="2800" smtClean="0"/>
              <a:t>如下图中的模块</a:t>
            </a:r>
            <a:r>
              <a:rPr lang="en-US" altLang="zh-CN" sz="2800" smtClean="0"/>
              <a:t>1</a:t>
            </a:r>
            <a:r>
              <a:rPr lang="zh-CN" altLang="en-US" sz="2800" smtClean="0"/>
              <a:t>和模块</a:t>
            </a:r>
            <a:r>
              <a:rPr lang="en-US" altLang="zh-CN" sz="2800" smtClean="0"/>
              <a:t>2</a:t>
            </a:r>
            <a:r>
              <a:rPr lang="zh-CN" altLang="en-US" sz="2800" smtClean="0"/>
              <a:t>：</a:t>
            </a:r>
            <a:endParaRPr lang="zh-CN" altLang="en-US" sz="2800" smtClean="0"/>
          </a:p>
        </p:txBody>
      </p:sp>
      <p:pic>
        <p:nvPicPr>
          <p:cNvPr id="2970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89405" y="3352165"/>
            <a:ext cx="5161280" cy="2299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dirty="0" smtClean="0"/>
              <a:t>（</a:t>
            </a:r>
            <a:r>
              <a:rPr lang="en-US" altLang="zh-CN" sz="4400" dirty="0" smtClean="0"/>
              <a:t>2</a:t>
            </a:r>
            <a:r>
              <a:rPr lang="zh-CN" altLang="en-US" sz="4400" dirty="0" smtClean="0"/>
              <a:t>）</a:t>
            </a:r>
            <a:r>
              <a:rPr lang="zh-CN" altLang="en-US" sz="4400" dirty="0" smtClean="0">
                <a:solidFill>
                  <a:srgbClr val="0000FF"/>
                </a:solidFill>
              </a:rPr>
              <a:t>数据</a:t>
            </a:r>
            <a:r>
              <a:rPr lang="zh-CN" altLang="en-US" sz="4400" dirty="0" smtClean="0"/>
              <a:t>耦合（用参数表传递简单数据）</a:t>
            </a:r>
            <a:endParaRPr lang="zh-CN" altLang="en-US" sz="4400" dirty="0" smtClean="0"/>
          </a:p>
        </p:txBody>
      </p:sp>
      <p:sp>
        <p:nvSpPr>
          <p:cNvPr id="30723" name="内容占位符 2"/>
          <p:cNvSpPr>
            <a:spLocks noGrp="1" noChangeArrowheads="1"/>
          </p:cNvSpPr>
          <p:nvPr>
            <p:ph type="subTitle" idx="1"/>
          </p:nvPr>
        </p:nvSpPr>
        <p:spPr>
          <a:xfrm>
            <a:off x="838200" y="1538288"/>
            <a:ext cx="5737225" cy="4638675"/>
          </a:xfrm>
        </p:spPr>
        <p:txBody>
          <a:bodyPr/>
          <a:lstStyle/>
          <a:p>
            <a:pPr marL="228600" indent="-228600" algn="l" eaLnBrk="1" hangingPunct="1">
              <a:buFont typeface="Wingdings" panose="05000000000000000000" pitchFamily="2" charset="2"/>
              <a:buChar char="ü"/>
            </a:pPr>
            <a:r>
              <a:rPr lang="zh-CN" altLang="en-US" sz="2800" smtClean="0"/>
              <a:t>一个模块调用另一个模块时，被调用模块的输入、输出都是简单的数据（若干</a:t>
            </a:r>
            <a:r>
              <a:rPr lang="zh-CN" altLang="en-US" sz="2800" smtClean="0">
                <a:solidFill>
                  <a:srgbClr val="0000FF"/>
                </a:solidFill>
              </a:rPr>
              <a:t>参数</a:t>
            </a:r>
            <a:r>
              <a:rPr lang="zh-CN" altLang="en-US" sz="2800" smtClean="0"/>
              <a:t>）。</a:t>
            </a:r>
            <a:endParaRPr lang="en-US" altLang="zh-CN" sz="2800" smtClean="0"/>
          </a:p>
          <a:p>
            <a:pPr marL="228600" indent="-228600" algn="l" eaLnBrk="1" hangingPunct="1">
              <a:buFont typeface="Wingdings" panose="05000000000000000000" pitchFamily="2" charset="2"/>
              <a:buChar char="ü"/>
            </a:pPr>
            <a:endParaRPr lang="zh-CN" altLang="en-US" sz="2800" smtClean="0"/>
          </a:p>
          <a:p>
            <a:pPr marL="228600" indent="-228600" algn="l" eaLnBrk="1" hangingPunct="1">
              <a:buFont typeface="Wingdings" panose="05000000000000000000" pitchFamily="2" charset="2"/>
              <a:buChar char="ü"/>
            </a:pPr>
            <a:r>
              <a:rPr lang="zh-CN" altLang="en-US" sz="2800" smtClean="0"/>
              <a:t>属于</a:t>
            </a:r>
            <a:r>
              <a:rPr lang="zh-CN" altLang="en-US" sz="2800" smtClean="0">
                <a:highlight>
                  <a:srgbClr val="FFFF00"/>
                </a:highlight>
              </a:rPr>
              <a:t>松散耦合</a:t>
            </a:r>
            <a:endParaRPr lang="zh-CN" altLang="en-US" sz="2800" smtClean="0">
              <a:highlight>
                <a:srgbClr val="FFFF00"/>
              </a:highlight>
            </a:endParaRPr>
          </a:p>
        </p:txBody>
      </p:sp>
      <p:pic>
        <p:nvPicPr>
          <p:cNvPr id="3072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258050" y="1508125"/>
            <a:ext cx="3048000" cy="428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noChangeArrowheads="1"/>
          </p:cNvSpPr>
          <p:nvPr>
            <p:ph type="ctrTitle"/>
          </p:nvPr>
        </p:nvSpPr>
        <p:spPr>
          <a:xfrm>
            <a:off x="225271" y="304837"/>
            <a:ext cx="10850563" cy="1325563"/>
          </a:xfrm>
        </p:spPr>
        <p:txBody>
          <a:bodyPr anchor="ctr"/>
          <a:lstStyle/>
          <a:p>
            <a:pPr marL="0" indent="0" algn="l" eaLnBrk="1" hangingPunct="1"/>
            <a:r>
              <a:rPr lang="zh-CN" altLang="en-US" sz="4400" dirty="0" smtClean="0"/>
              <a:t>（</a:t>
            </a:r>
            <a:r>
              <a:rPr lang="en-US" altLang="zh-CN" sz="4400" dirty="0" smtClean="0"/>
              <a:t>3</a:t>
            </a:r>
            <a:r>
              <a:rPr lang="zh-CN" altLang="en-US" sz="4400" dirty="0" smtClean="0"/>
              <a:t>）</a:t>
            </a:r>
            <a:r>
              <a:rPr lang="zh-CN" altLang="en-US" sz="4400" u="sng" dirty="0" smtClean="0"/>
              <a:t>标记</a:t>
            </a:r>
            <a:r>
              <a:rPr lang="zh-CN" altLang="en-US" sz="4400" dirty="0" smtClean="0"/>
              <a:t>耦合（</a:t>
            </a:r>
            <a:r>
              <a:rPr lang="zh-CN" altLang="en-US" sz="4400" u="sng" dirty="0" smtClean="0">
                <a:solidFill>
                  <a:srgbClr val="0000FF"/>
                </a:solidFill>
              </a:rPr>
              <a:t>特征</a:t>
            </a:r>
            <a:r>
              <a:rPr lang="zh-CN" altLang="en-US" sz="4400" dirty="0" smtClean="0">
                <a:solidFill>
                  <a:srgbClr val="0000FF"/>
                </a:solidFill>
              </a:rPr>
              <a:t>耦合，传递数据结构</a:t>
            </a:r>
            <a:r>
              <a:rPr lang="zh-CN" altLang="en-US" sz="4400" dirty="0" smtClean="0"/>
              <a:t>）</a:t>
            </a:r>
            <a:endParaRPr lang="zh-CN" altLang="en-US" sz="4400" dirty="0" smtClean="0"/>
          </a:p>
        </p:txBody>
      </p:sp>
      <p:sp>
        <p:nvSpPr>
          <p:cNvPr id="31747" name="内容占位符 2"/>
          <p:cNvSpPr>
            <a:spLocks noGrp="1" noChangeArrowheads="1"/>
          </p:cNvSpPr>
          <p:nvPr>
            <p:ph type="subTitle" idx="1"/>
          </p:nvPr>
        </p:nvSpPr>
        <p:spPr>
          <a:xfrm>
            <a:off x="838200" y="1509713"/>
            <a:ext cx="6623050" cy="5348287"/>
          </a:xfrm>
        </p:spPr>
        <p:txBody>
          <a:bodyPr/>
          <a:lstStyle/>
          <a:p>
            <a:pPr marL="228600" indent="-228600" algn="l" eaLnBrk="1" hangingPunct="1">
              <a:buFont typeface="Arial" panose="020B0604020202020204" pitchFamily="34" charset="0"/>
              <a:buChar char="•"/>
            </a:pPr>
            <a:r>
              <a:rPr lang="zh-CN" altLang="en-US" sz="2800" dirty="0" smtClean="0"/>
              <a:t>两个模块通过</a:t>
            </a:r>
            <a:r>
              <a:rPr lang="zh-CN" altLang="en-US" sz="2800" dirty="0" smtClean="0">
                <a:solidFill>
                  <a:srgbClr val="0000FF"/>
                </a:solidFill>
              </a:rPr>
              <a:t>传递</a:t>
            </a:r>
            <a:r>
              <a:rPr lang="zh-CN" altLang="en-US" sz="2800" u="sng" dirty="0" smtClean="0">
                <a:solidFill>
                  <a:srgbClr val="0000FF"/>
                </a:solidFill>
              </a:rPr>
              <a:t>数据结构</a:t>
            </a:r>
            <a:r>
              <a:rPr lang="zh-CN" altLang="en-US" sz="2800" dirty="0" smtClean="0"/>
              <a:t>加以联系，或都与一个数据结构有关系，则称这两个模块间存在标记耦合。</a:t>
            </a:r>
            <a:endParaRPr lang="en-US" altLang="zh-CN" sz="2800" dirty="0" smtClean="0"/>
          </a:p>
          <a:p>
            <a:pPr marL="228600" indent="-228600" algn="l" eaLnBrk="1" hangingPunct="1">
              <a:buFont typeface="Arial" panose="020B0604020202020204" pitchFamily="34" charset="0"/>
              <a:buChar char="•"/>
            </a:pPr>
            <a:endParaRPr lang="zh-CN" altLang="en-US" sz="2800" dirty="0" smtClean="0"/>
          </a:p>
          <a:p>
            <a:pPr marL="228600" indent="-228600" algn="l" eaLnBrk="1" hangingPunct="1">
              <a:buFont typeface="Arial" panose="020B0604020202020204" pitchFamily="34" charset="0"/>
              <a:buChar char="•"/>
            </a:pPr>
            <a:r>
              <a:rPr lang="zh-CN" altLang="en-US" sz="2800" dirty="0" smtClean="0"/>
              <a:t>右图中，“住户情况”是一个数据结构，</a:t>
            </a:r>
            <a:r>
              <a:rPr lang="en-US" altLang="zh-CN" sz="2800" dirty="0" smtClean="0"/>
              <a:t>3</a:t>
            </a:r>
            <a:r>
              <a:rPr lang="zh-CN" altLang="en-US" sz="2800" dirty="0" smtClean="0"/>
              <a:t>个模块都与此数据结构有关。“计算水费”和“计算电费”本无关，但通过“住户情况”这一数据结构产生了联系或存在一定依赖关系。</a:t>
            </a:r>
            <a:endParaRPr lang="zh-CN" altLang="en-US" sz="2800" dirty="0" smtClean="0"/>
          </a:p>
        </p:txBody>
      </p:sp>
      <p:pic>
        <p:nvPicPr>
          <p:cNvPr id="3174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67625" y="1928813"/>
            <a:ext cx="4021138" cy="283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dirty="0" smtClean="0"/>
              <a:t>（</a:t>
            </a:r>
            <a:r>
              <a:rPr lang="en-US" altLang="zh-CN" sz="4400" dirty="0" smtClean="0"/>
              <a:t>4</a:t>
            </a:r>
            <a:r>
              <a:rPr lang="zh-CN" altLang="en-US" sz="4400" dirty="0" smtClean="0"/>
              <a:t>）控制耦合（传递的信息能够控制另一模块）</a:t>
            </a:r>
            <a:endParaRPr lang="zh-CN" altLang="en-US" sz="4400" dirty="0" smtClean="0"/>
          </a:p>
        </p:txBody>
      </p:sp>
      <p:sp>
        <p:nvSpPr>
          <p:cNvPr id="32771" name="内容占位符 2"/>
          <p:cNvSpPr>
            <a:spLocks noGrp="1" noChangeArrowheads="1"/>
          </p:cNvSpPr>
          <p:nvPr>
            <p:ph type="subTitle" idx="1"/>
          </p:nvPr>
        </p:nvSpPr>
        <p:spPr>
          <a:xfrm>
            <a:off x="838200" y="1825625"/>
            <a:ext cx="5345113" cy="3748088"/>
          </a:xfrm>
        </p:spPr>
        <p:txBody>
          <a:bodyPr/>
          <a:lstStyle/>
          <a:p>
            <a:pPr marL="228600" indent="-228600" algn="l" eaLnBrk="1" hangingPunct="1"/>
            <a:r>
              <a:rPr lang="zh-CN" altLang="en-US" sz="2800" smtClean="0"/>
              <a:t>一个模块通过传送开关、</a:t>
            </a:r>
            <a:r>
              <a:rPr lang="zh-CN" altLang="en-US" sz="2800" smtClean="0">
                <a:solidFill>
                  <a:srgbClr val="0000FF"/>
                </a:solidFill>
              </a:rPr>
              <a:t>标志（或标记）</a:t>
            </a:r>
            <a:r>
              <a:rPr lang="zh-CN" altLang="en-US" sz="2800" smtClean="0"/>
              <a:t>、名字等控制信息，明显地控制另一模块的功能。</a:t>
            </a:r>
            <a:endParaRPr lang="zh-CN" altLang="en-US" sz="2800" smtClean="0"/>
          </a:p>
        </p:txBody>
      </p:sp>
      <p:pic>
        <p:nvPicPr>
          <p:cNvPr id="3277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391275" y="1931988"/>
            <a:ext cx="5095875" cy="326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smtClean="0"/>
              <a:t>（</a:t>
            </a:r>
            <a:r>
              <a:rPr lang="en-US" altLang="zh-CN" sz="4400" smtClean="0"/>
              <a:t>5</a:t>
            </a:r>
            <a:r>
              <a:rPr lang="zh-CN" altLang="en-US" sz="4400" smtClean="0"/>
              <a:t>）外部耦合</a:t>
            </a:r>
            <a:endParaRPr lang="zh-CN" altLang="en-US" sz="4400" smtClean="0"/>
          </a:p>
        </p:txBody>
      </p:sp>
      <p:sp>
        <p:nvSpPr>
          <p:cNvPr id="33795" name="内容占位符 2"/>
          <p:cNvSpPr>
            <a:spLocks noGrp="1" noChangeArrowheads="1"/>
          </p:cNvSpPr>
          <p:nvPr>
            <p:ph type="subTitle" idx="1"/>
          </p:nvPr>
        </p:nvSpPr>
        <p:spPr>
          <a:xfrm>
            <a:off x="838200" y="1509713"/>
            <a:ext cx="11004550" cy="4667250"/>
          </a:xfrm>
        </p:spPr>
        <p:txBody>
          <a:bodyPr/>
          <a:lstStyle/>
          <a:p>
            <a:pPr marL="228600" indent="-228600" algn="l" eaLnBrk="1" hangingPunct="1">
              <a:buFont typeface="Arial" panose="020B0604020202020204" pitchFamily="34" charset="0"/>
              <a:buChar char="•"/>
            </a:pPr>
            <a:r>
              <a:rPr lang="zh-CN" altLang="en-US" sz="2800" dirty="0" smtClean="0"/>
              <a:t>指的是系统允许</a:t>
            </a:r>
            <a:r>
              <a:rPr lang="zh-CN" altLang="en-US" sz="2800" dirty="0" smtClean="0">
                <a:solidFill>
                  <a:srgbClr val="0000FF"/>
                </a:solidFill>
              </a:rPr>
              <a:t>多个模块</a:t>
            </a:r>
            <a:r>
              <a:rPr lang="zh-CN" altLang="en-US" sz="2800" dirty="0" smtClean="0"/>
              <a:t>同时访问</a:t>
            </a:r>
            <a:r>
              <a:rPr lang="zh-CN" altLang="en-US" sz="2800" dirty="0" smtClean="0">
                <a:solidFill>
                  <a:srgbClr val="0000FF"/>
                </a:solidFill>
              </a:rPr>
              <a:t>同一个全局变量</a:t>
            </a:r>
            <a:r>
              <a:rPr lang="zh-CN" altLang="en-US" sz="2800" dirty="0" smtClean="0"/>
              <a:t>。</a:t>
            </a:r>
            <a:endParaRPr lang="zh-CN" altLang="en-US" sz="2800" dirty="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dirty="0" smtClean="0"/>
              <a:t>（</a:t>
            </a:r>
            <a:r>
              <a:rPr lang="en-US" altLang="zh-CN" sz="4400" dirty="0" smtClean="0"/>
              <a:t>6</a:t>
            </a:r>
            <a:r>
              <a:rPr lang="zh-CN" altLang="en-US" sz="4400" dirty="0" smtClean="0"/>
              <a:t>）公共（环境、数据区）耦合</a:t>
            </a:r>
            <a:endParaRPr lang="zh-CN" altLang="en-US" sz="4400" dirty="0" smtClean="0"/>
          </a:p>
        </p:txBody>
      </p:sp>
      <p:sp>
        <p:nvSpPr>
          <p:cNvPr id="35843" name="内容占位符 2"/>
          <p:cNvSpPr>
            <a:spLocks noGrp="1" noChangeArrowheads="1"/>
          </p:cNvSpPr>
          <p:nvPr>
            <p:ph type="subTitle" idx="1"/>
          </p:nvPr>
        </p:nvSpPr>
        <p:spPr>
          <a:xfrm>
            <a:off x="838200" y="1825625"/>
            <a:ext cx="10569575" cy="4792663"/>
          </a:xfrm>
        </p:spPr>
        <p:txBody>
          <a:bodyPr/>
          <a:lstStyle/>
          <a:p>
            <a:pPr marL="514350" indent="-514350" algn="l" eaLnBrk="1" hangingPunct="1">
              <a:buFont typeface="Arial" panose="020B0604020202020204" pitchFamily="34" charset="0"/>
              <a:buChar char="•"/>
              <a:defRPr/>
            </a:pPr>
            <a:r>
              <a:rPr lang="zh-CN" altLang="en-US" sz="2800" dirty="0"/>
              <a:t>多个</a:t>
            </a:r>
            <a:r>
              <a:rPr lang="zh-CN" altLang="en-US" sz="2800" dirty="0" smtClean="0"/>
              <a:t>模块</a:t>
            </a:r>
            <a:r>
              <a:rPr lang="zh-CN" altLang="en-US" sz="2800" dirty="0"/>
              <a:t>共享</a:t>
            </a:r>
            <a:r>
              <a:rPr lang="zh-CN" altLang="en-US" sz="2800" dirty="0" smtClean="0"/>
              <a:t>同一全局的</a:t>
            </a:r>
            <a:r>
              <a:rPr lang="zh-CN" altLang="en-US" sz="2800" dirty="0" smtClean="0">
                <a:solidFill>
                  <a:srgbClr val="0000FF"/>
                </a:solidFill>
              </a:rPr>
              <a:t>数据区</a:t>
            </a:r>
            <a:r>
              <a:rPr lang="zh-CN" altLang="en-US" sz="2800" dirty="0" smtClean="0"/>
              <a:t>（公共数据环境）。</a:t>
            </a:r>
            <a:endParaRPr lang="en-US" altLang="zh-CN" sz="2800" dirty="0"/>
          </a:p>
          <a:p>
            <a:pPr algn="l" eaLnBrk="1" hangingPunct="1">
              <a:defRPr/>
            </a:pPr>
            <a:endParaRPr lang="en-US" altLang="zh-CN" sz="2800" dirty="0" smtClean="0"/>
          </a:p>
          <a:p>
            <a:pPr algn="l" eaLnBrk="1" hangingPunct="1">
              <a:defRPr/>
            </a:pPr>
            <a:r>
              <a:rPr lang="zh-CN" altLang="en-US" sz="2800" dirty="0" smtClean="0"/>
              <a:t>使用公共环境耦合的后果：</a:t>
            </a:r>
            <a:endParaRPr lang="en-US" altLang="zh-CN" sz="2800" dirty="0" smtClean="0"/>
          </a:p>
          <a:p>
            <a:pPr marL="514350" indent="-514350" algn="l" eaLnBrk="1" hangingPunct="1">
              <a:buFont typeface="Arial" panose="020B0604020202020204" pitchFamily="34" charset="0"/>
              <a:buChar char="•"/>
              <a:defRPr/>
            </a:pPr>
            <a:r>
              <a:rPr lang="zh-CN" altLang="en-US" sz="2800" dirty="0" smtClean="0">
                <a:solidFill>
                  <a:srgbClr val="FF0000"/>
                </a:solidFill>
              </a:rPr>
              <a:t>无法</a:t>
            </a:r>
            <a:r>
              <a:rPr lang="zh-CN" altLang="en-US" sz="2800" dirty="0">
                <a:solidFill>
                  <a:srgbClr val="FF0000"/>
                </a:solidFill>
              </a:rPr>
              <a:t>控制各个模块对公共数据的存取</a:t>
            </a:r>
            <a:r>
              <a:rPr lang="zh-CN" altLang="en-US" sz="2800" dirty="0"/>
              <a:t>，严重影响软件模块的</a:t>
            </a:r>
            <a:r>
              <a:rPr lang="zh-CN" altLang="en-US" sz="2800" dirty="0" smtClean="0"/>
              <a:t>可靠性。</a:t>
            </a:r>
            <a:endParaRPr lang="en-US" altLang="zh-CN" sz="2800" dirty="0" smtClean="0"/>
          </a:p>
          <a:p>
            <a:pPr marL="514350" indent="-514350" algn="l" eaLnBrk="1" hangingPunct="1">
              <a:buFont typeface="Arial" panose="020B0604020202020204" pitchFamily="34" charset="0"/>
              <a:buChar char="•"/>
              <a:defRPr/>
            </a:pPr>
            <a:r>
              <a:rPr lang="zh-CN" altLang="en-US" sz="2800" dirty="0" smtClean="0"/>
              <a:t>公共</a:t>
            </a:r>
            <a:r>
              <a:rPr lang="zh-CN" altLang="en-US" sz="2800" dirty="0"/>
              <a:t>数据名的使用，明显降低了程序的</a:t>
            </a:r>
            <a:r>
              <a:rPr lang="zh-CN" altLang="en-US" sz="2800" dirty="0" smtClean="0"/>
              <a:t>可读性</a:t>
            </a:r>
            <a:r>
              <a:rPr lang="zh-CN" altLang="en-US" sz="2800" dirty="0"/>
              <a:t>。</a:t>
            </a:r>
            <a:endParaRPr lang="zh-CN" altLang="en-US" sz="2800" dirty="0" smtClean="0"/>
          </a:p>
          <a:p>
            <a:pPr marL="514350" indent="-514350" algn="l" eaLnBrk="1" hangingPunct="1">
              <a:defRPr/>
            </a:pPr>
            <a:endParaRPr lang="zh-CN" altLang="en-US" sz="2800" dirty="0" smtClean="0"/>
          </a:p>
          <a:p>
            <a:pPr marL="514350" indent="-514350" algn="l" eaLnBrk="1" hangingPunct="1">
              <a:defRPr/>
            </a:pPr>
            <a:endParaRPr lang="zh-CN" altLang="en-US" sz="2800" dirty="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smtClean="0"/>
              <a:t>（</a:t>
            </a:r>
            <a:r>
              <a:rPr lang="en-US" altLang="zh-CN" sz="4400" smtClean="0"/>
              <a:t>7</a:t>
            </a:r>
            <a:r>
              <a:rPr lang="zh-CN" altLang="en-US" sz="4400" smtClean="0"/>
              <a:t>）内容耦合</a:t>
            </a:r>
            <a:endParaRPr lang="zh-CN" altLang="en-US" sz="4400" smtClean="0"/>
          </a:p>
        </p:txBody>
      </p:sp>
      <p:sp>
        <p:nvSpPr>
          <p:cNvPr id="35843" name="内容占位符 2"/>
          <p:cNvSpPr>
            <a:spLocks noGrp="1" noChangeArrowheads="1"/>
          </p:cNvSpPr>
          <p:nvPr>
            <p:ph type="subTitle" idx="1"/>
          </p:nvPr>
        </p:nvSpPr>
        <p:spPr>
          <a:xfrm>
            <a:off x="838200" y="1825625"/>
            <a:ext cx="10515600" cy="4351338"/>
          </a:xfrm>
        </p:spPr>
        <p:txBody>
          <a:bodyPr/>
          <a:lstStyle/>
          <a:p>
            <a:pPr marL="228600" indent="-228600" algn="l" eaLnBrk="1" hangingPunct="1">
              <a:buFont typeface="Arial" panose="020B0604020202020204" pitchFamily="34" charset="0"/>
              <a:buChar char="•"/>
            </a:pPr>
            <a:r>
              <a:rPr lang="zh-CN" altLang="en-US" sz="2800" dirty="0" smtClean="0"/>
              <a:t>一个模块与另一模块的内容直接发生联系，访问其内部数据。</a:t>
            </a:r>
            <a:endParaRPr lang="en-US" altLang="zh-CN" sz="2800" dirty="0" smtClean="0"/>
          </a:p>
          <a:p>
            <a:pPr algn="l" eaLnBrk="1" hangingPunct="1"/>
            <a:r>
              <a:rPr lang="en-US" altLang="zh-CN" sz="2800" dirty="0"/>
              <a:t> </a:t>
            </a:r>
            <a:r>
              <a:rPr lang="en-US" altLang="zh-CN" sz="2800" dirty="0" smtClean="0"/>
              <a:t>   </a:t>
            </a:r>
            <a:endParaRPr lang="zh-CN" altLang="en-US" sz="2800" dirty="0" smtClean="0"/>
          </a:p>
          <a:p>
            <a:pPr marL="228600" indent="-228600" algn="l" eaLnBrk="1" hangingPunct="1">
              <a:buFont typeface="Arial" panose="020B0604020202020204" pitchFamily="34" charset="0"/>
              <a:buChar char="•"/>
            </a:pPr>
            <a:r>
              <a:rPr lang="zh-CN" altLang="en-US" sz="2800" dirty="0" smtClean="0"/>
              <a:t>内容耦合给维护带来严重的困难。</a:t>
            </a:r>
            <a:endParaRPr lang="en-US" altLang="zh-CN" sz="2800" dirty="0" smtClean="0"/>
          </a:p>
          <a:p>
            <a:pPr marL="228600" indent="-228600" algn="l" eaLnBrk="1" hangingPunct="1">
              <a:buFont typeface="Arial" panose="020B0604020202020204" pitchFamily="34" charset="0"/>
              <a:buChar char="•"/>
            </a:pPr>
            <a:endParaRPr lang="zh-CN" altLang="en-US" sz="2800" dirty="0" smtClean="0"/>
          </a:p>
          <a:p>
            <a:pPr marL="228600" indent="-228600" algn="l" eaLnBrk="1" hangingPunct="1">
              <a:buFont typeface="Arial" panose="020B0604020202020204" pitchFamily="34" charset="0"/>
              <a:buChar char="•"/>
            </a:pPr>
            <a:r>
              <a:rPr lang="zh-CN" altLang="en-US" sz="2800" dirty="0" smtClean="0">
                <a:solidFill>
                  <a:srgbClr val="FF0000"/>
                </a:solidFill>
              </a:rPr>
              <a:t>最高程度的耦合 </a:t>
            </a:r>
            <a:r>
              <a:rPr lang="en-US" altLang="zh-CN" sz="2800" dirty="0" smtClean="0">
                <a:solidFill>
                  <a:srgbClr val="FF0000"/>
                </a:solidFill>
              </a:rPr>
              <a:t>&amp;&amp; </a:t>
            </a:r>
            <a:r>
              <a:rPr lang="zh-CN" altLang="en-US" sz="2800" dirty="0" smtClean="0">
                <a:solidFill>
                  <a:srgbClr val="FF0000"/>
                </a:solidFill>
              </a:rPr>
              <a:t>最不好的耦合。</a:t>
            </a:r>
            <a:endParaRPr lang="zh-CN" altLang="en-US" sz="2800" dirty="0" smtClean="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smtClean="0"/>
              <a:t>耦合之总结</a:t>
            </a:r>
            <a:endParaRPr lang="zh-CN" altLang="en-US" sz="4400" smtClean="0"/>
          </a:p>
        </p:txBody>
      </p:sp>
      <p:sp>
        <p:nvSpPr>
          <p:cNvPr id="36867" name="内容占位符 2"/>
          <p:cNvSpPr>
            <a:spLocks noGrp="1" noChangeArrowheads="1"/>
          </p:cNvSpPr>
          <p:nvPr>
            <p:ph type="subTitle" idx="1"/>
          </p:nvPr>
        </p:nvSpPr>
        <p:spPr>
          <a:xfrm>
            <a:off x="838200" y="1825625"/>
            <a:ext cx="10515600" cy="4351338"/>
          </a:xfrm>
        </p:spPr>
        <p:txBody>
          <a:bodyPr/>
          <a:lstStyle/>
          <a:p>
            <a:pPr marL="228600" indent="-228600" algn="l" eaLnBrk="1" hangingPunct="1"/>
            <a:r>
              <a:rPr lang="zh-CN" altLang="en-US" sz="2800" dirty="0" smtClean="0"/>
              <a:t>耦合是影响软件复杂程度的一个重要因素。应采取下列设计原则：</a:t>
            </a:r>
            <a:endParaRPr lang="en-US" altLang="zh-CN" sz="2800" dirty="0" smtClean="0"/>
          </a:p>
          <a:p>
            <a:pPr marL="228600" indent="-228600" algn="l" eaLnBrk="1" hangingPunct="1"/>
            <a:r>
              <a:rPr lang="zh-CN" altLang="en-US" sz="2800" b="1" dirty="0" smtClean="0">
                <a:solidFill>
                  <a:srgbClr val="0000FF"/>
                </a:solidFill>
              </a:rPr>
              <a:t>尽量使用数据耦合</a:t>
            </a:r>
            <a:r>
              <a:rPr lang="zh-CN" altLang="en-US" sz="2800" b="1" dirty="0" smtClean="0"/>
              <a:t>，少用控制耦合和标记耦合，</a:t>
            </a:r>
            <a:endParaRPr lang="en-US" altLang="zh-CN" sz="2800" b="1" dirty="0" smtClean="0"/>
          </a:p>
          <a:p>
            <a:pPr marL="228600" indent="-228600" algn="l" eaLnBrk="1" hangingPunct="1"/>
            <a:r>
              <a:rPr lang="zh-CN" altLang="en-US" sz="2800" b="1" dirty="0" smtClean="0"/>
              <a:t>限制外部耦合、公共耦合的范围，</a:t>
            </a:r>
            <a:r>
              <a:rPr lang="zh-CN" altLang="en-US" sz="2800" b="1" dirty="0" smtClean="0">
                <a:solidFill>
                  <a:srgbClr val="FF0000"/>
                </a:solidFill>
              </a:rPr>
              <a:t>完全不用内容耦合</a:t>
            </a:r>
            <a:r>
              <a:rPr lang="zh-CN" altLang="en-US" sz="2800" b="1" dirty="0" smtClean="0"/>
              <a:t>。</a:t>
            </a:r>
            <a:endParaRPr lang="zh-CN" altLang="en-US" sz="2800" b="1" dirty="0" smtClean="0"/>
          </a:p>
        </p:txBody>
      </p:sp>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7878" y="3446584"/>
            <a:ext cx="2304663" cy="3237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r:id="rId2" p14:bwMode="auto">
            <p14:nvContentPartPr>
              <p14:cNvPr id="2" name="墨迹 1"/>
              <p14:cNvContentPartPr/>
              <p14:nvPr/>
            </p14:nvContentPartPr>
            <p14:xfrm>
              <a:off x="444600" y="2533680"/>
              <a:ext cx="597240" cy="1435320"/>
            </p14:xfrm>
          </p:contentPart>
        </mc:Choice>
        <mc:Fallback xmlns="">
          <p:pic>
            <p:nvPicPr>
              <p:cNvPr id="2" name="墨迹 1"/>
            </p:nvPicPr>
            <p:blipFill>
              <a:blip r:embed="rId3"/>
            </p:blipFill>
            <p:spPr>
              <a:xfrm>
                <a:off x="444600" y="2533680"/>
                <a:ext cx="597240" cy="143532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smtClean="0"/>
              <a:t>内聚</a:t>
            </a:r>
            <a:endParaRPr lang="zh-CN" altLang="en-US" sz="4400" smtClean="0"/>
          </a:p>
        </p:txBody>
      </p:sp>
      <p:sp>
        <p:nvSpPr>
          <p:cNvPr id="37891" name="内容占位符 2"/>
          <p:cNvSpPr>
            <a:spLocks noGrp="1" noChangeArrowheads="1"/>
          </p:cNvSpPr>
          <p:nvPr>
            <p:ph type="subTitle" idx="1"/>
          </p:nvPr>
        </p:nvSpPr>
        <p:spPr>
          <a:xfrm>
            <a:off x="838200" y="1825625"/>
            <a:ext cx="10515600" cy="946150"/>
          </a:xfrm>
        </p:spPr>
        <p:txBody>
          <a:bodyPr/>
          <a:lstStyle/>
          <a:p>
            <a:pPr marL="228600" indent="-228600" algn="l" eaLnBrk="1" hangingPunct="1">
              <a:buFont typeface="Arial" panose="020B0604020202020204" pitchFamily="34" charset="0"/>
              <a:buChar char="•"/>
            </a:pPr>
            <a:r>
              <a:rPr lang="zh-CN" altLang="en-US" sz="2800" smtClean="0"/>
              <a:t>内聚：</a:t>
            </a:r>
            <a:r>
              <a:rPr lang="zh-CN" altLang="en-US" sz="2800" smtClean="0">
                <a:solidFill>
                  <a:srgbClr val="0000FF"/>
                </a:solidFill>
              </a:rPr>
              <a:t>一个模块内部</a:t>
            </a:r>
            <a:r>
              <a:rPr lang="zh-CN" altLang="en-US" sz="2800" smtClean="0"/>
              <a:t>各个元素彼此结合的紧密程度。</a:t>
            </a:r>
            <a:endParaRPr lang="en-US" altLang="zh-CN" sz="2800" smtClean="0"/>
          </a:p>
          <a:p>
            <a:pPr marL="228600" indent="-228600" algn="l" eaLnBrk="1" hangingPunct="1">
              <a:buFont typeface="Arial" panose="020B0604020202020204" pitchFamily="34" charset="0"/>
              <a:buChar char="•"/>
            </a:pPr>
            <a:endParaRPr lang="zh-CN" altLang="en-US" sz="2800" smtClean="0"/>
          </a:p>
        </p:txBody>
      </p:sp>
      <p:pic>
        <p:nvPicPr>
          <p:cNvPr id="3789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55763" y="2686050"/>
            <a:ext cx="6238875" cy="218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smtClean="0"/>
              <a:t>（</a:t>
            </a:r>
            <a:r>
              <a:rPr lang="en-US" altLang="zh-CN" sz="4400" smtClean="0"/>
              <a:t>1</a:t>
            </a:r>
            <a:r>
              <a:rPr lang="zh-CN" altLang="en-US" sz="4400" smtClean="0"/>
              <a:t>）功能内聚</a:t>
            </a:r>
            <a:endParaRPr lang="zh-CN" altLang="en-US" sz="4400" smtClean="0"/>
          </a:p>
        </p:txBody>
      </p:sp>
      <p:sp>
        <p:nvSpPr>
          <p:cNvPr id="38915" name="内容占位符 2"/>
          <p:cNvSpPr>
            <a:spLocks noGrp="1" noChangeArrowheads="1"/>
          </p:cNvSpPr>
          <p:nvPr>
            <p:ph type="subTitle" idx="1"/>
          </p:nvPr>
        </p:nvSpPr>
        <p:spPr>
          <a:xfrm>
            <a:off x="838200" y="1825625"/>
            <a:ext cx="10515600" cy="4351338"/>
          </a:xfrm>
        </p:spPr>
        <p:txBody>
          <a:bodyPr/>
          <a:lstStyle/>
          <a:p>
            <a:pPr marL="228600" indent="-228600" algn="l" eaLnBrk="1" hangingPunct="1">
              <a:buFont typeface="Arial" panose="020B0604020202020204" pitchFamily="34" charset="0"/>
              <a:buChar char="•"/>
            </a:pPr>
            <a:r>
              <a:rPr lang="zh-CN" altLang="en-US" sz="2800" dirty="0" smtClean="0"/>
              <a:t>一个模块中各个部分都是完成某一具体功能必不可少的组成部分，或者说该模块中所有部分都是为了完成一项具体功能而协同工作，紧密联系、不可分割。</a:t>
            </a:r>
            <a:endParaRPr lang="en-US" altLang="zh-CN" sz="2800" dirty="0" smtClean="0"/>
          </a:p>
          <a:p>
            <a:pPr marL="228600" indent="-228600" algn="l" eaLnBrk="1" hangingPunct="1">
              <a:buFont typeface="Arial" panose="020B0604020202020204" pitchFamily="34" charset="0"/>
              <a:buChar char="•"/>
            </a:pPr>
            <a:endParaRPr lang="zh-CN" altLang="en-US" sz="2800" dirty="0" smtClean="0"/>
          </a:p>
          <a:p>
            <a:pPr marL="228600" indent="-228600" algn="l" eaLnBrk="1" hangingPunct="1">
              <a:buFont typeface="Arial" panose="020B0604020202020204" pitchFamily="34" charset="0"/>
              <a:buChar char="•"/>
            </a:pPr>
            <a:r>
              <a:rPr lang="zh-CN" altLang="en-US" sz="2800" dirty="0" smtClean="0">
                <a:solidFill>
                  <a:srgbClr val="0000FF"/>
                </a:solidFill>
              </a:rPr>
              <a:t>内聚性最高 </a:t>
            </a:r>
            <a:r>
              <a:rPr lang="en-US" altLang="zh-CN" sz="2800" dirty="0" smtClean="0">
                <a:solidFill>
                  <a:srgbClr val="0000FF"/>
                </a:solidFill>
              </a:rPr>
              <a:t>&amp;&amp; </a:t>
            </a:r>
            <a:r>
              <a:rPr lang="zh-CN" altLang="en-US" sz="2800" dirty="0" smtClean="0">
                <a:solidFill>
                  <a:srgbClr val="0000FF"/>
                </a:solidFill>
              </a:rPr>
              <a:t>模块独立性最强</a:t>
            </a:r>
            <a:endParaRPr lang="en-US" altLang="zh-CN" sz="2800" dirty="0" smtClean="0">
              <a:solidFill>
                <a:srgbClr val="0000FF"/>
              </a:solidFill>
            </a:endParaRPr>
          </a:p>
          <a:p>
            <a:pPr marL="228600" indent="-228600" algn="l" eaLnBrk="1" hangingPunct="1">
              <a:buFont typeface="Arial" panose="020B0604020202020204" pitchFamily="34" charset="0"/>
              <a:buChar char="•"/>
            </a:pPr>
            <a:endParaRPr lang="en-US" altLang="zh-CN" sz="2800" dirty="0">
              <a:solidFill>
                <a:srgbClr val="0000FF"/>
              </a:solidFill>
            </a:endParaRPr>
          </a:p>
          <a:p>
            <a:pPr algn="l" eaLnBrk="1" hangingPunct="1"/>
            <a:r>
              <a:rPr lang="zh-CN" altLang="en-US" sz="2800" dirty="0" smtClean="0">
                <a:solidFill>
                  <a:srgbClr val="FF0000"/>
                </a:solidFill>
              </a:rPr>
              <a:t>可以举一个功能内聚的例子吗？</a:t>
            </a:r>
            <a:endParaRPr lang="zh-CN" altLang="en-US" sz="2800" dirty="0" smtClean="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8915">
                                            <p:txEl>
                                              <p:pRg st="4" end="4"/>
                                            </p:txEl>
                                          </p:spTgt>
                                        </p:tgtEl>
                                        <p:attrNameLst>
                                          <p:attrName>style.visibility</p:attrName>
                                        </p:attrNameLst>
                                      </p:cBhvr>
                                      <p:to>
                                        <p:strVal val="visible"/>
                                      </p:to>
                                    </p:set>
                                    <p:animEffect transition="in" filter="barn(inVertical)">
                                      <p:cBhvr>
                                        <p:cTn id="7" dur="500"/>
                                        <p:tgtEl>
                                          <p:spTgt spid="389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smtClean="0"/>
              <a:t>（</a:t>
            </a:r>
            <a:r>
              <a:rPr lang="en-US" altLang="zh-CN" sz="4400" smtClean="0"/>
              <a:t>2</a:t>
            </a:r>
            <a:r>
              <a:rPr lang="zh-CN" altLang="en-US" sz="4400" smtClean="0"/>
              <a:t>）信息内聚</a:t>
            </a:r>
            <a:endParaRPr lang="zh-CN" altLang="en-US" sz="4400" smtClean="0"/>
          </a:p>
        </p:txBody>
      </p:sp>
      <p:sp>
        <p:nvSpPr>
          <p:cNvPr id="39939" name="内容占位符 2"/>
          <p:cNvSpPr>
            <a:spLocks noGrp="1" noChangeArrowheads="1"/>
          </p:cNvSpPr>
          <p:nvPr>
            <p:ph type="subTitle" idx="1"/>
          </p:nvPr>
        </p:nvSpPr>
        <p:spPr>
          <a:xfrm>
            <a:off x="838200" y="1509713"/>
            <a:ext cx="6348413" cy="4667250"/>
          </a:xfrm>
        </p:spPr>
        <p:txBody>
          <a:bodyPr/>
          <a:lstStyle/>
          <a:p>
            <a:pPr marL="228600" indent="-228600" algn="l" eaLnBrk="1" hangingPunct="1">
              <a:buFont typeface="Arial" panose="020B0604020202020204" pitchFamily="34" charset="0"/>
              <a:buChar char="•"/>
            </a:pPr>
            <a:r>
              <a:rPr lang="zh-CN" altLang="en-US" sz="2800" dirty="0" smtClean="0"/>
              <a:t>这种模块完成多个功能，各个功能（如右图中的查找、登录、删除和修改）都</a:t>
            </a:r>
            <a:r>
              <a:rPr lang="zh-CN" altLang="en-US" sz="2800" dirty="0" smtClean="0">
                <a:solidFill>
                  <a:srgbClr val="0000FF"/>
                </a:solidFill>
              </a:rPr>
              <a:t>在同一数据结构（或符号表）上操作</a:t>
            </a:r>
            <a:r>
              <a:rPr lang="zh-CN" altLang="en-US" sz="2800" dirty="0" smtClean="0"/>
              <a:t>。</a:t>
            </a:r>
            <a:endParaRPr lang="en-US" altLang="zh-CN" sz="2800" dirty="0" smtClean="0"/>
          </a:p>
          <a:p>
            <a:pPr algn="l" eaLnBrk="1" hangingPunct="1"/>
            <a:endParaRPr lang="en-US" altLang="zh-CN" sz="2800" dirty="0" smtClean="0"/>
          </a:p>
          <a:p>
            <a:pPr marL="228600" indent="-228600" algn="l" eaLnBrk="1" hangingPunct="1">
              <a:buFont typeface="Arial" panose="020B0604020202020204" pitchFamily="34" charset="0"/>
              <a:buChar char="•"/>
            </a:pPr>
            <a:endParaRPr lang="zh-CN" altLang="en-US" sz="2800" dirty="0" smtClean="0"/>
          </a:p>
        </p:txBody>
      </p:sp>
      <p:pic>
        <p:nvPicPr>
          <p:cNvPr id="3994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466204" y="2356497"/>
            <a:ext cx="3609975" cy="285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smtClean="0"/>
              <a:t>（</a:t>
            </a:r>
            <a:r>
              <a:rPr lang="en-US" altLang="zh-CN" sz="4400" smtClean="0"/>
              <a:t>3</a:t>
            </a:r>
            <a:r>
              <a:rPr lang="zh-CN" altLang="en-US" sz="4400" smtClean="0"/>
              <a:t>）通信内聚</a:t>
            </a:r>
            <a:endParaRPr lang="zh-CN" altLang="en-US" sz="4400" smtClean="0"/>
          </a:p>
        </p:txBody>
      </p:sp>
      <p:sp>
        <p:nvSpPr>
          <p:cNvPr id="40963" name="内容占位符 2"/>
          <p:cNvSpPr>
            <a:spLocks noGrp="1" noChangeArrowheads="1"/>
          </p:cNvSpPr>
          <p:nvPr>
            <p:ph type="subTitle" idx="1"/>
          </p:nvPr>
        </p:nvSpPr>
        <p:spPr>
          <a:xfrm>
            <a:off x="838200" y="1611630"/>
            <a:ext cx="6148705" cy="3630930"/>
          </a:xfrm>
        </p:spPr>
        <p:txBody>
          <a:bodyPr/>
          <a:lstStyle/>
          <a:p>
            <a:pPr marL="228600" indent="-228600" algn="l" eaLnBrk="1" hangingPunct="1">
              <a:buFont typeface="Arial" panose="020B0604020202020204" pitchFamily="34" charset="0"/>
              <a:buChar char="•"/>
            </a:pPr>
            <a:r>
              <a:rPr lang="zh-CN" altLang="en-US" sz="2800" dirty="0" smtClean="0"/>
              <a:t>一个模块内各功能部分都</a:t>
            </a:r>
            <a:r>
              <a:rPr lang="zh-CN" altLang="en-US" sz="2800" dirty="0" smtClean="0">
                <a:solidFill>
                  <a:srgbClr val="0000FF"/>
                </a:solidFill>
              </a:rPr>
              <a:t>使用了相同的输入，或产生了相同的输出</a:t>
            </a:r>
            <a:r>
              <a:rPr lang="zh-CN" altLang="en-US" sz="2800" dirty="0" smtClean="0"/>
              <a:t>，则称该模块为通信内聚模块。</a:t>
            </a:r>
            <a:endParaRPr lang="zh-CN" altLang="en-US" sz="2800" dirty="0" smtClean="0"/>
          </a:p>
          <a:p>
            <a:pPr marL="228600" indent="-228600" algn="l" eaLnBrk="1" hangingPunct="1">
              <a:buFont typeface="Arial" panose="020B0604020202020204" pitchFamily="34" charset="0"/>
              <a:buChar char="•"/>
            </a:pPr>
            <a:endParaRPr lang="zh-CN" altLang="en-US" sz="2800" dirty="0" smtClean="0"/>
          </a:p>
          <a:p>
            <a:pPr marL="228600" indent="-228600" algn="l" eaLnBrk="1" hangingPunct="1">
              <a:buFont typeface="Arial" panose="020B0604020202020204" pitchFamily="34" charset="0"/>
              <a:buChar char="•"/>
            </a:pPr>
            <a:r>
              <a:rPr lang="zh-CN" altLang="en-US" sz="2800" dirty="0" smtClean="0">
                <a:solidFill>
                  <a:srgbClr val="FF0000"/>
                </a:solidFill>
              </a:rPr>
              <a:t>问题：右图是什么图？</a:t>
            </a:r>
            <a:endParaRPr lang="zh-CN" altLang="en-US" sz="2800" dirty="0" smtClean="0">
              <a:solidFill>
                <a:srgbClr val="FF0000"/>
              </a:solidFill>
            </a:endParaRPr>
          </a:p>
          <a:p>
            <a:pPr algn="l" eaLnBrk="1" hangingPunct="1"/>
            <a:endParaRPr lang="zh-CN" altLang="en-US" sz="2800" dirty="0" smtClean="0">
              <a:solidFill>
                <a:srgbClr val="FF0000"/>
              </a:solidFill>
            </a:endParaRPr>
          </a:p>
        </p:txBody>
      </p:sp>
      <p:pic>
        <p:nvPicPr>
          <p:cNvPr id="4096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510463" y="1377950"/>
            <a:ext cx="4191000"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r:id="rId2" p14:bwMode="auto">
            <p14:nvContentPartPr>
              <p14:cNvPr id="2" name="墨迹 1"/>
              <p14:cNvContentPartPr/>
              <p14:nvPr/>
            </p14:nvContentPartPr>
            <p14:xfrm>
              <a:off x="7397640" y="1720800"/>
              <a:ext cx="4362840" cy="1410120"/>
            </p14:xfrm>
          </p:contentPart>
        </mc:Choice>
        <mc:Fallback xmlns="">
          <p:pic>
            <p:nvPicPr>
              <p:cNvPr id="2" name="墨迹 1"/>
            </p:nvPicPr>
            <p:blipFill>
              <a:blip r:embed="rId3"/>
            </p:blipFill>
            <p:spPr>
              <a:xfrm>
                <a:off x="7397640" y="1720800"/>
                <a:ext cx="4362840" cy="141012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0963">
                                            <p:txEl>
                                              <p:pRg st="2" end="2"/>
                                            </p:txEl>
                                          </p:spTgt>
                                        </p:tgtEl>
                                        <p:attrNameLst>
                                          <p:attrName>style.visibility</p:attrName>
                                        </p:attrNameLst>
                                      </p:cBhvr>
                                      <p:to>
                                        <p:strVal val="visible"/>
                                      </p:to>
                                    </p:set>
                                    <p:animEffect transition="in" filter="blinds(horizontal)">
                                      <p:cBhvr>
                                        <p:cTn id="7" dur="500"/>
                                        <p:tgtEl>
                                          <p:spTgt spid="4096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pPr>
              <a:defRPr/>
            </a:pPr>
            <a:fld id="{2D29CD90-887B-4E0A-9605-D2E286E547D2}" type="datetime11">
              <a:rPr lang="zh-CN" altLang="en-US" smtClean="0"/>
            </a:fld>
            <a:endParaRPr lang="zh-CN" altLang="en-US"/>
          </a:p>
        </p:txBody>
      </p:sp>
      <p:sp>
        <p:nvSpPr>
          <p:cNvPr id="5" name="灯片编号占位符 4"/>
          <p:cNvSpPr>
            <a:spLocks noGrp="1"/>
          </p:cNvSpPr>
          <p:nvPr>
            <p:ph type="sldNum" sz="quarter" idx="12"/>
          </p:nvPr>
        </p:nvSpPr>
        <p:spPr/>
        <p:txBody>
          <a:bodyPr/>
          <a:lstStyle/>
          <a:p>
            <a:pPr>
              <a:defRPr/>
            </a:pPr>
            <a:fld id="{B52A34D6-6B14-4C5A-A8EB-982FC2EEEDDF}" type="slidenum">
              <a:rPr lang="zh-CN" altLang="en-US" smtClean="0"/>
            </a:fld>
            <a:endParaRPr lang="zh-CN" altLang="en-US"/>
          </a:p>
        </p:txBody>
      </p:sp>
      <p:pic>
        <p:nvPicPr>
          <p:cNvPr id="2560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64030" y="1538605"/>
            <a:ext cx="7266940" cy="4467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文本框 2"/>
          <p:cNvSpPr txBox="1"/>
          <p:nvPr/>
        </p:nvSpPr>
        <p:spPr>
          <a:xfrm>
            <a:off x="1202055" y="481330"/>
            <a:ext cx="7261225" cy="706755"/>
          </a:xfrm>
          <a:prstGeom prst="rect">
            <a:avLst/>
          </a:prstGeom>
          <a:noFill/>
        </p:spPr>
        <p:txBody>
          <a:bodyPr wrap="square" rtlCol="0">
            <a:spAutoFit/>
          </a:bodyPr>
          <a:lstStyle/>
          <a:p>
            <a:r>
              <a:rPr lang="en-US" altLang="zh-CN" sz="4000">
                <a:solidFill>
                  <a:srgbClr val="FF0000"/>
                </a:solidFill>
              </a:rPr>
              <a:t>“</a:t>
            </a:r>
            <a:r>
              <a:rPr lang="zh-CN" altLang="en-US" sz="4000">
                <a:solidFill>
                  <a:srgbClr val="FF0000"/>
                </a:solidFill>
              </a:rPr>
              <a:t>学而时习之，不亦说乎？</a:t>
            </a:r>
            <a:r>
              <a:rPr lang="en-US" altLang="zh-CN" sz="4000">
                <a:solidFill>
                  <a:srgbClr val="FF0000"/>
                </a:solidFill>
              </a:rPr>
              <a:t>”</a:t>
            </a:r>
            <a:endParaRPr lang="en-US" altLang="zh-CN" sz="400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smtClean="0"/>
              <a:t>（</a:t>
            </a:r>
            <a:r>
              <a:rPr lang="en-US" altLang="zh-CN" sz="4400" smtClean="0"/>
              <a:t>4</a:t>
            </a:r>
            <a:r>
              <a:rPr lang="zh-CN" altLang="en-US" sz="4400" smtClean="0"/>
              <a:t>）过程内聚</a:t>
            </a:r>
            <a:endParaRPr lang="zh-CN" altLang="en-US" sz="4400" smtClean="0"/>
          </a:p>
        </p:txBody>
      </p:sp>
      <p:sp>
        <p:nvSpPr>
          <p:cNvPr id="41987" name="内容占位符 2"/>
          <p:cNvSpPr>
            <a:spLocks noGrp="1" noChangeArrowheads="1"/>
          </p:cNvSpPr>
          <p:nvPr>
            <p:ph type="subTitle" idx="1"/>
          </p:nvPr>
        </p:nvSpPr>
        <p:spPr>
          <a:xfrm>
            <a:off x="825500" y="1776413"/>
            <a:ext cx="5159375" cy="4351337"/>
          </a:xfrm>
        </p:spPr>
        <p:txBody>
          <a:bodyPr/>
          <a:lstStyle/>
          <a:p>
            <a:pPr marL="228600" indent="-228600" algn="l" eaLnBrk="1" hangingPunct="1"/>
            <a:r>
              <a:rPr lang="zh-CN" altLang="en-US" sz="2800" smtClean="0"/>
              <a:t>模块内各处理成分相关，且</a:t>
            </a:r>
            <a:r>
              <a:rPr lang="zh-CN" altLang="en-US" sz="2800" smtClean="0">
                <a:solidFill>
                  <a:srgbClr val="0000FF"/>
                </a:solidFill>
              </a:rPr>
              <a:t>必须以特定次序执行</a:t>
            </a:r>
            <a:r>
              <a:rPr lang="zh-CN" altLang="en-US" sz="2800" smtClean="0"/>
              <a:t>。</a:t>
            </a:r>
            <a:endParaRPr lang="zh-CN" altLang="en-US" sz="2800" smtClean="0"/>
          </a:p>
        </p:txBody>
      </p:sp>
      <p:pic>
        <p:nvPicPr>
          <p:cNvPr id="4198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984875" y="2332038"/>
            <a:ext cx="6019800" cy="250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smtClean="0"/>
              <a:t>（</a:t>
            </a:r>
            <a:r>
              <a:rPr lang="en-US" altLang="zh-CN" sz="4400" smtClean="0"/>
              <a:t>5</a:t>
            </a:r>
            <a:r>
              <a:rPr lang="zh-CN" altLang="en-US" sz="4400" smtClean="0"/>
              <a:t>）时间内聚</a:t>
            </a:r>
            <a:endParaRPr lang="zh-CN" altLang="en-US" sz="4400" smtClean="0"/>
          </a:p>
        </p:txBody>
      </p:sp>
      <p:sp>
        <p:nvSpPr>
          <p:cNvPr id="43011" name="内容占位符 2"/>
          <p:cNvSpPr>
            <a:spLocks noGrp="1" noChangeArrowheads="1"/>
          </p:cNvSpPr>
          <p:nvPr>
            <p:ph type="subTitle" idx="1"/>
          </p:nvPr>
        </p:nvSpPr>
        <p:spPr>
          <a:xfrm>
            <a:off x="573088" y="1825625"/>
            <a:ext cx="7358062" cy="4351338"/>
          </a:xfrm>
        </p:spPr>
        <p:txBody>
          <a:bodyPr/>
          <a:lstStyle/>
          <a:p>
            <a:pPr marL="228600" indent="-228600" algn="l" eaLnBrk="1" hangingPunct="1">
              <a:buFont typeface="Arial" panose="020B0604020202020204" pitchFamily="34" charset="0"/>
              <a:buChar char="•"/>
            </a:pPr>
            <a:r>
              <a:rPr lang="zh-CN" altLang="en-US" sz="2800" dirty="0" smtClean="0"/>
              <a:t>时间内聚又称为</a:t>
            </a:r>
            <a:r>
              <a:rPr lang="zh-CN" altLang="en-US" sz="2800" dirty="0" smtClean="0">
                <a:solidFill>
                  <a:srgbClr val="0000FF"/>
                </a:solidFill>
              </a:rPr>
              <a:t>经典内聚</a:t>
            </a:r>
            <a:r>
              <a:rPr lang="zh-CN" altLang="en-US" sz="2800" dirty="0" smtClean="0"/>
              <a:t>或</a:t>
            </a:r>
            <a:r>
              <a:rPr lang="zh-CN" altLang="en-US" sz="2800" dirty="0" smtClean="0">
                <a:solidFill>
                  <a:srgbClr val="0000FF"/>
                </a:solidFill>
              </a:rPr>
              <a:t>瞬时内聚</a:t>
            </a:r>
            <a:r>
              <a:rPr lang="zh-CN" altLang="en-US" sz="2800" dirty="0" smtClean="0"/>
              <a:t>。这种模块大多为多功能模块，要求</a:t>
            </a:r>
            <a:r>
              <a:rPr lang="zh-CN" altLang="en-US" sz="2800" dirty="0" smtClean="0">
                <a:solidFill>
                  <a:srgbClr val="FF0000"/>
                </a:solidFill>
              </a:rPr>
              <a:t>模块包含的任务必须在同一时间段内执行</a:t>
            </a:r>
            <a:r>
              <a:rPr lang="zh-CN" altLang="en-US" sz="2800" dirty="0" smtClean="0"/>
              <a:t>。</a:t>
            </a:r>
            <a:endParaRPr lang="en-US" altLang="zh-CN" sz="2800" dirty="0" smtClean="0"/>
          </a:p>
          <a:p>
            <a:pPr marL="228600" indent="-228600" algn="l" eaLnBrk="1" hangingPunct="1">
              <a:buFont typeface="Arial" panose="020B0604020202020204" pitchFamily="34" charset="0"/>
              <a:buChar char="•"/>
            </a:pPr>
            <a:endParaRPr lang="zh-CN" altLang="en-US" sz="2800" dirty="0" smtClean="0"/>
          </a:p>
          <a:p>
            <a:pPr marL="228600" indent="-228600" algn="l" eaLnBrk="1" hangingPunct="1">
              <a:buFont typeface="Arial" panose="020B0604020202020204" pitchFamily="34" charset="0"/>
              <a:buChar char="•"/>
            </a:pPr>
            <a:r>
              <a:rPr lang="zh-CN" altLang="en-US" sz="2800" dirty="0" smtClean="0"/>
              <a:t>在“紧急故障处理模块”中，“关闭文件”、“报警”、“保留现场”必须同时处理。</a:t>
            </a:r>
            <a:endParaRPr lang="zh-CN" altLang="en-US" sz="2800" dirty="0" smtClean="0"/>
          </a:p>
        </p:txBody>
      </p:sp>
      <p:pic>
        <p:nvPicPr>
          <p:cNvPr id="4301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370888" y="3768725"/>
            <a:ext cx="3438525" cy="116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smtClean="0"/>
              <a:t>（</a:t>
            </a:r>
            <a:r>
              <a:rPr lang="en-US" altLang="zh-CN" sz="4400" smtClean="0"/>
              <a:t>6</a:t>
            </a:r>
            <a:r>
              <a:rPr lang="zh-CN" altLang="en-US" sz="4400" smtClean="0"/>
              <a:t>）逻辑内聚</a:t>
            </a:r>
            <a:endParaRPr lang="zh-CN" altLang="en-US" sz="4400" smtClean="0"/>
          </a:p>
        </p:txBody>
      </p:sp>
      <p:sp>
        <p:nvSpPr>
          <p:cNvPr id="44035" name="内容占位符 2"/>
          <p:cNvSpPr>
            <a:spLocks noGrp="1" noChangeArrowheads="1"/>
          </p:cNvSpPr>
          <p:nvPr>
            <p:ph type="subTitle" idx="1"/>
          </p:nvPr>
        </p:nvSpPr>
        <p:spPr>
          <a:xfrm>
            <a:off x="838200" y="1825625"/>
            <a:ext cx="7142163" cy="4351338"/>
          </a:xfrm>
        </p:spPr>
        <p:txBody>
          <a:bodyPr/>
          <a:lstStyle/>
          <a:p>
            <a:pPr marL="228600" indent="-228600" algn="l" eaLnBrk="1" hangingPunct="1">
              <a:buFont typeface="Arial" panose="020B0604020202020204" pitchFamily="34" charset="0"/>
              <a:buChar char="•"/>
            </a:pPr>
            <a:r>
              <a:rPr lang="zh-CN" altLang="en-US" sz="2800" dirty="0" smtClean="0"/>
              <a:t>把几种</a:t>
            </a:r>
            <a:r>
              <a:rPr lang="zh-CN" altLang="en-US" sz="2800" u="sng" dirty="0" smtClean="0"/>
              <a:t>逻辑上相似的功能</a:t>
            </a:r>
            <a:r>
              <a:rPr lang="zh-CN" altLang="en-US" sz="2800" dirty="0" smtClean="0"/>
              <a:t>组合在一个模块内，每次调用</a:t>
            </a:r>
            <a:r>
              <a:rPr lang="zh-CN" altLang="en-US" sz="2800" dirty="0" smtClean="0">
                <a:solidFill>
                  <a:srgbClr val="0000FF"/>
                </a:solidFill>
              </a:rPr>
              <a:t>由传给模块的参数确定具体的执行情况</a:t>
            </a:r>
            <a:r>
              <a:rPr lang="zh-CN" altLang="en-US" sz="2800" dirty="0" smtClean="0"/>
              <a:t>（类似于</a:t>
            </a:r>
            <a:r>
              <a:rPr lang="en-US" altLang="zh-CN" sz="2800" dirty="0" smtClean="0"/>
              <a:t>C++</a:t>
            </a:r>
            <a:r>
              <a:rPr lang="zh-CN" altLang="en-US" sz="2800" dirty="0" smtClean="0"/>
              <a:t>中的函数模板的含义）。</a:t>
            </a:r>
            <a:endParaRPr lang="en-US" altLang="zh-CN" sz="2800" dirty="0" smtClean="0"/>
          </a:p>
          <a:p>
            <a:pPr marL="228600" indent="-228600" algn="l" eaLnBrk="1" hangingPunct="1">
              <a:buFont typeface="Arial" panose="020B0604020202020204" pitchFamily="34" charset="0"/>
              <a:buChar char="•"/>
            </a:pPr>
            <a:endParaRPr lang="zh-CN" altLang="en-US" sz="2800" dirty="0" smtClean="0"/>
          </a:p>
          <a:p>
            <a:pPr marL="228600" indent="-228600" algn="l" eaLnBrk="1" hangingPunct="1">
              <a:buFont typeface="Arial" panose="020B0604020202020204" pitchFamily="34" charset="0"/>
              <a:buChar char="•"/>
            </a:pPr>
            <a:r>
              <a:rPr lang="zh-CN" altLang="en-US" sz="2800" dirty="0" smtClean="0"/>
              <a:t>右图中，</a:t>
            </a:r>
            <a:r>
              <a:rPr lang="en-US" altLang="zh-CN" sz="2800" dirty="0" smtClean="0"/>
              <a:t>X, Y, Z, W</a:t>
            </a:r>
            <a:r>
              <a:rPr lang="zh-CN" altLang="en-US" sz="2800" dirty="0" smtClean="0"/>
              <a:t>分别调用</a:t>
            </a:r>
            <a:r>
              <a:rPr lang="en-US" altLang="zh-CN" sz="2800" dirty="0" smtClean="0"/>
              <a:t>A, B, C, D, </a:t>
            </a:r>
            <a:r>
              <a:rPr lang="zh-CN" altLang="en-US" sz="2800" dirty="0" smtClean="0"/>
              <a:t>而模块</a:t>
            </a:r>
            <a:r>
              <a:rPr lang="en-US" altLang="zh-CN" sz="2800" dirty="0" smtClean="0"/>
              <a:t>A, B, C, D</a:t>
            </a:r>
            <a:r>
              <a:rPr lang="zh-CN" altLang="en-US" sz="2800" dirty="0" smtClean="0"/>
              <a:t>完成的任务相似，则我们把</a:t>
            </a:r>
            <a:r>
              <a:rPr lang="en-US" altLang="zh-CN" sz="2800" dirty="0" smtClean="0"/>
              <a:t>A, B, C, D</a:t>
            </a:r>
            <a:r>
              <a:rPr lang="zh-CN" altLang="en-US" sz="2800" dirty="0" smtClean="0"/>
              <a:t>合并到一个模块</a:t>
            </a:r>
            <a:r>
              <a:rPr lang="en-US" altLang="zh-CN" sz="2800" dirty="0" smtClean="0"/>
              <a:t>ABCD</a:t>
            </a:r>
            <a:r>
              <a:rPr lang="zh-CN" altLang="en-US" sz="2800" dirty="0" smtClean="0"/>
              <a:t>，称模块</a:t>
            </a:r>
            <a:r>
              <a:rPr lang="en-US" altLang="zh-CN" sz="2800" dirty="0" smtClean="0"/>
              <a:t>ABCD</a:t>
            </a:r>
            <a:r>
              <a:rPr lang="zh-CN" altLang="en-US" sz="2800" dirty="0" smtClean="0"/>
              <a:t>为逻辑内聚模块。</a:t>
            </a:r>
            <a:endParaRPr lang="zh-CN" altLang="en-US" sz="2800" dirty="0" smtClean="0"/>
          </a:p>
        </p:txBody>
      </p:sp>
      <p:pic>
        <p:nvPicPr>
          <p:cNvPr id="4403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624888" y="2017713"/>
            <a:ext cx="2905125" cy="397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smtClean="0"/>
              <a:t>（</a:t>
            </a:r>
            <a:r>
              <a:rPr lang="en-US" altLang="zh-CN" sz="4400" smtClean="0"/>
              <a:t>7</a:t>
            </a:r>
            <a:r>
              <a:rPr lang="zh-CN" altLang="en-US" sz="4400" smtClean="0"/>
              <a:t>）巧合内聚</a:t>
            </a:r>
            <a:endParaRPr lang="zh-CN" altLang="en-US" sz="4400" smtClean="0"/>
          </a:p>
        </p:txBody>
      </p:sp>
      <p:sp>
        <p:nvSpPr>
          <p:cNvPr id="45059" name="内容占位符 2"/>
          <p:cNvSpPr>
            <a:spLocks noGrp="1" noChangeArrowheads="1"/>
          </p:cNvSpPr>
          <p:nvPr>
            <p:ph type="subTitle" idx="1"/>
          </p:nvPr>
        </p:nvSpPr>
        <p:spPr>
          <a:xfrm>
            <a:off x="838200" y="1825625"/>
            <a:ext cx="10515600" cy="4351338"/>
          </a:xfrm>
        </p:spPr>
        <p:txBody>
          <a:bodyPr/>
          <a:lstStyle/>
          <a:p>
            <a:pPr marL="228600" indent="-228600" algn="l" eaLnBrk="1" hangingPunct="1">
              <a:buFont typeface="Arial" panose="020B0604020202020204" pitchFamily="34" charset="0"/>
              <a:buChar char="•"/>
            </a:pPr>
            <a:r>
              <a:rPr lang="zh-CN" altLang="en-US" sz="2800" smtClean="0"/>
              <a:t>模块内各部分之间没有联系，或者即使有联系，这种联系也很松散，则称此模块为巧合内聚。</a:t>
            </a:r>
            <a:endParaRPr lang="en-US" altLang="zh-CN" sz="2800" smtClean="0"/>
          </a:p>
          <a:p>
            <a:pPr marL="228600" indent="-228600" algn="l" eaLnBrk="1" hangingPunct="1">
              <a:buFont typeface="Arial" panose="020B0604020202020204" pitchFamily="34" charset="0"/>
              <a:buChar char="•"/>
            </a:pPr>
            <a:endParaRPr lang="zh-CN" altLang="en-US" sz="2800" smtClean="0"/>
          </a:p>
          <a:p>
            <a:pPr marL="228600" indent="-228600" algn="l" eaLnBrk="1" hangingPunct="1">
              <a:buFont typeface="Arial" panose="020B0604020202020204" pitchFamily="34" charset="0"/>
              <a:buChar char="•"/>
            </a:pPr>
            <a:r>
              <a:rPr lang="zh-CN" altLang="en-US" sz="2800" smtClean="0"/>
              <a:t>内聚程度最低 </a:t>
            </a:r>
            <a:r>
              <a:rPr lang="en-US" altLang="zh-CN" sz="2800" smtClean="0"/>
              <a:t>&amp;&amp; </a:t>
            </a:r>
            <a:r>
              <a:rPr lang="zh-CN" altLang="en-US" sz="2800" smtClean="0"/>
              <a:t>模块独立性最弱</a:t>
            </a:r>
            <a:endParaRPr lang="en-US" altLang="zh-CN" sz="2800" smtClean="0"/>
          </a:p>
          <a:p>
            <a:pPr marL="228600" indent="-228600" algn="l" eaLnBrk="1" hangingPunct="1">
              <a:buFont typeface="Arial" panose="020B0604020202020204" pitchFamily="34" charset="0"/>
              <a:buChar char="•"/>
            </a:pPr>
            <a:endParaRPr lang="zh-CN" altLang="en-US" sz="2800" smtClean="0"/>
          </a:p>
          <a:p>
            <a:pPr marL="228600" indent="-228600" algn="l" eaLnBrk="1" hangingPunct="1">
              <a:buFont typeface="Arial" panose="020B0604020202020204" pitchFamily="34" charset="0"/>
              <a:buChar char="•"/>
            </a:pPr>
            <a:r>
              <a:rPr lang="zh-CN" altLang="en-US" sz="2800" smtClean="0">
                <a:solidFill>
                  <a:srgbClr val="FF0000"/>
                </a:solidFill>
              </a:rPr>
              <a:t>缺点：可理解性差、易修改性差</a:t>
            </a:r>
            <a:endParaRPr lang="zh-CN" altLang="en-US" sz="2800" smtClean="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smtClean="0"/>
              <a:t>耦合</a:t>
            </a:r>
            <a:r>
              <a:rPr lang="en-US" altLang="zh-CN" sz="4400" smtClean="0"/>
              <a:t>&amp;</a:t>
            </a:r>
            <a:r>
              <a:rPr lang="zh-CN" altLang="en-US" sz="4400" smtClean="0"/>
              <a:t>内聚之总结</a:t>
            </a:r>
            <a:endParaRPr lang="zh-CN" altLang="en-US" sz="4400" smtClean="0"/>
          </a:p>
        </p:txBody>
      </p:sp>
      <p:sp>
        <p:nvSpPr>
          <p:cNvPr id="46083" name="内容占位符 2"/>
          <p:cNvSpPr>
            <a:spLocks noGrp="1" noChangeArrowheads="1"/>
          </p:cNvSpPr>
          <p:nvPr>
            <p:ph type="subTitle" idx="1"/>
          </p:nvPr>
        </p:nvSpPr>
        <p:spPr>
          <a:xfrm>
            <a:off x="838200" y="1825625"/>
            <a:ext cx="10515600" cy="4351338"/>
          </a:xfrm>
        </p:spPr>
        <p:txBody>
          <a:bodyPr/>
          <a:lstStyle/>
          <a:p>
            <a:pPr marL="228600" indent="-228600" algn="l" eaLnBrk="1" hangingPunct="1">
              <a:buFont typeface="Arial" panose="020B0604020202020204" pitchFamily="34" charset="0"/>
              <a:buChar char="•"/>
            </a:pPr>
            <a:r>
              <a:rPr lang="zh-CN" altLang="en-US" sz="2800" smtClean="0"/>
              <a:t>耦合与内聚密切相关：同其它模块</a:t>
            </a:r>
            <a:r>
              <a:rPr lang="zh-CN" altLang="en-US" sz="2800" smtClean="0">
                <a:solidFill>
                  <a:srgbClr val="0000FF"/>
                </a:solidFill>
              </a:rPr>
              <a:t>强耦合</a:t>
            </a:r>
            <a:r>
              <a:rPr lang="zh-CN" altLang="en-US" sz="2800" smtClean="0"/>
              <a:t>的模块意味着</a:t>
            </a:r>
            <a:r>
              <a:rPr lang="zh-CN" altLang="en-US" sz="2800" smtClean="0">
                <a:solidFill>
                  <a:srgbClr val="0000FF"/>
                </a:solidFill>
              </a:rPr>
              <a:t>弱内聚</a:t>
            </a:r>
            <a:r>
              <a:rPr lang="zh-CN" altLang="en-US" sz="2800" smtClean="0"/>
              <a:t>；</a:t>
            </a:r>
            <a:r>
              <a:rPr lang="zh-CN" altLang="en-US" sz="2800" smtClean="0">
                <a:solidFill>
                  <a:srgbClr val="0000FF"/>
                </a:solidFill>
              </a:rPr>
              <a:t>强内聚</a:t>
            </a:r>
            <a:r>
              <a:rPr lang="zh-CN" altLang="en-US" sz="2800" smtClean="0"/>
              <a:t>模块意味着与其它模块</a:t>
            </a:r>
            <a:r>
              <a:rPr lang="zh-CN" altLang="en-US" sz="2800" smtClean="0">
                <a:solidFill>
                  <a:srgbClr val="0000FF"/>
                </a:solidFill>
              </a:rPr>
              <a:t>弱耦合</a:t>
            </a:r>
            <a:r>
              <a:rPr lang="zh-CN" altLang="en-US" sz="2800" smtClean="0"/>
              <a:t>。</a:t>
            </a:r>
            <a:endParaRPr lang="en-US" altLang="zh-CN" sz="2800" smtClean="0"/>
          </a:p>
          <a:p>
            <a:pPr marL="228600" indent="-228600" algn="l" eaLnBrk="1" hangingPunct="1">
              <a:buFont typeface="Arial" panose="020B0604020202020204" pitchFamily="34" charset="0"/>
              <a:buChar char="•"/>
            </a:pPr>
            <a:endParaRPr lang="zh-CN" altLang="en-US" sz="2800" smtClean="0"/>
          </a:p>
          <a:p>
            <a:pPr marL="228600" indent="-228600" algn="l" eaLnBrk="1" hangingPunct="1">
              <a:buFont typeface="Arial" panose="020B0604020202020204" pitchFamily="34" charset="0"/>
              <a:buChar char="•"/>
            </a:pPr>
            <a:r>
              <a:rPr lang="zh-CN" altLang="en-US" sz="2800" smtClean="0">
                <a:solidFill>
                  <a:srgbClr val="0000FF"/>
                </a:solidFill>
              </a:rPr>
              <a:t>设计目标：强内聚 </a:t>
            </a:r>
            <a:r>
              <a:rPr lang="en-US" altLang="zh-CN" sz="2800" smtClean="0">
                <a:solidFill>
                  <a:srgbClr val="0000FF"/>
                </a:solidFill>
              </a:rPr>
              <a:t>&amp; </a:t>
            </a:r>
            <a:r>
              <a:rPr lang="zh-CN" altLang="en-US" sz="2800" smtClean="0">
                <a:solidFill>
                  <a:srgbClr val="0000FF"/>
                </a:solidFill>
              </a:rPr>
              <a:t>弱耦合</a:t>
            </a:r>
            <a:endParaRPr lang="zh-CN" altLang="en-US" sz="2800" smtClean="0">
              <a:solidFill>
                <a:srgbClr val="0000FF"/>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Outline of this chapter</a:t>
            </a:r>
            <a:endParaRPr lang="en-US" altLang="zh-CN"/>
          </a:p>
        </p:txBody>
      </p:sp>
      <p:sp>
        <p:nvSpPr>
          <p:cNvPr id="4" name="日期占位符 3"/>
          <p:cNvSpPr>
            <a:spLocks noGrp="1"/>
          </p:cNvSpPr>
          <p:nvPr>
            <p:ph type="dt" sz="half" idx="10"/>
          </p:nvPr>
        </p:nvSpPr>
        <p:spPr/>
        <p:txBody>
          <a:bodyPr/>
          <a:lstStyle/>
          <a:p>
            <a:pPr>
              <a:defRPr/>
            </a:pPr>
            <a:fld id="{3A8BC6BA-AF10-49C9-98D9-A16852FCDFBC}" type="datetime11">
              <a:rPr lang="zh-CN" altLang="en-US" smtClean="0"/>
            </a:fld>
            <a:endParaRPr lang="zh-CN" altLang="en-US"/>
          </a:p>
        </p:txBody>
      </p:sp>
      <p:sp>
        <p:nvSpPr>
          <p:cNvPr id="5" name="灯片编号占位符 4"/>
          <p:cNvSpPr>
            <a:spLocks noGrp="1"/>
          </p:cNvSpPr>
          <p:nvPr>
            <p:ph type="sldNum" sz="quarter" idx="12"/>
          </p:nvPr>
        </p:nvSpPr>
        <p:spPr/>
        <p:txBody>
          <a:bodyPr/>
          <a:lstStyle/>
          <a:p>
            <a:pPr>
              <a:defRPr/>
            </a:pPr>
            <a:fld id="{B52A34D6-6B14-4C5A-A8EB-982FC2EEEDDF}" type="slidenum">
              <a:rPr lang="zh-CN" altLang="en-US"/>
            </a:fld>
            <a:endParaRPr lang="zh-CN" altLang="en-US"/>
          </a:p>
        </p:txBody>
      </p:sp>
      <p:sp>
        <p:nvSpPr>
          <p:cNvPr id="9219" name="内容占位符 2"/>
          <p:cNvSpPr>
            <a:spLocks noGrp="1" noChangeArrowheads="1"/>
          </p:cNvSpPr>
          <p:nvPr>
            <p:ph type="subTitle" idx="1"/>
            <p:custDataLst>
              <p:tags r:id="rId1"/>
            </p:custDataLst>
          </p:nvPr>
        </p:nvSpPr>
        <p:spPr>
          <a:xfrm>
            <a:off x="838200" y="1825625"/>
            <a:ext cx="10515600" cy="4351338"/>
          </a:xfrm>
        </p:spPr>
        <p:txBody>
          <a:bodyPr/>
          <a:lstStyle/>
          <a:p>
            <a:pPr marL="228600" indent="-228600" algn="l" eaLnBrk="1" hangingPunct="1">
              <a:buFont typeface="Arial" panose="020B0604020202020204" pitchFamily="34" charset="0"/>
              <a:buChar char="•"/>
            </a:pPr>
            <a:r>
              <a:rPr lang="zh-CN" altLang="en-US" sz="2800" smtClean="0"/>
              <a:t>设计过程</a:t>
            </a:r>
            <a:endParaRPr lang="en-US" altLang="zh-CN" sz="2800" smtClean="0"/>
          </a:p>
          <a:p>
            <a:pPr marL="228600" indent="-228600" algn="l" eaLnBrk="1" hangingPunct="1">
              <a:buFont typeface="Arial" panose="020B0604020202020204" pitchFamily="34" charset="0"/>
              <a:buChar char="•"/>
            </a:pPr>
            <a:r>
              <a:rPr lang="zh-CN" altLang="en-US" sz="2800" smtClean="0"/>
              <a:t>设计原理</a:t>
            </a:r>
            <a:endParaRPr lang="en-US" altLang="zh-CN" sz="2800" smtClean="0"/>
          </a:p>
          <a:p>
            <a:pPr marL="228600" indent="-228600" algn="l" eaLnBrk="1" hangingPunct="1">
              <a:buFont typeface="Arial" panose="020B0604020202020204" pitchFamily="34" charset="0"/>
              <a:buChar char="•"/>
            </a:pPr>
            <a:r>
              <a:rPr lang="zh-CN" altLang="en-US" sz="2800" smtClean="0"/>
              <a:t>启发规则</a:t>
            </a:r>
            <a:endParaRPr lang="en-US" altLang="zh-CN" sz="2800" smtClean="0"/>
          </a:p>
          <a:p>
            <a:pPr marL="228600" indent="-228600" algn="l" eaLnBrk="1" hangingPunct="1">
              <a:buFont typeface="Arial" panose="020B0604020202020204" pitchFamily="34" charset="0"/>
              <a:buChar char="•"/>
            </a:pPr>
            <a:r>
              <a:rPr lang="zh-CN" altLang="en-US" sz="2800" smtClean="0"/>
              <a:t>描绘软件结构的图形工具</a:t>
            </a:r>
            <a:endParaRPr lang="en-US" altLang="zh-CN" sz="2800" smtClean="0"/>
          </a:p>
          <a:p>
            <a:pPr marL="228600" indent="-228600" algn="l" eaLnBrk="1" hangingPunct="1">
              <a:buFont typeface="Arial" panose="020B0604020202020204" pitchFamily="34" charset="0"/>
              <a:buChar char="•"/>
            </a:pPr>
            <a:r>
              <a:rPr lang="zh-CN" altLang="en-US" sz="2800" smtClean="0"/>
              <a:t>面向数据流的设计方法</a:t>
            </a:r>
            <a:endParaRPr lang="zh-CN" altLang="en-US" sz="2800" smtClean="0"/>
          </a:p>
        </p:txBody>
      </p:sp>
      <mc:AlternateContent xmlns:mc="http://schemas.openxmlformats.org/markup-compatibility/2006" xmlns:p14="http://schemas.microsoft.com/office/powerpoint/2010/main">
        <mc:Choice Requires="p14">
          <p:contentPart r:id="rId2" p14:bwMode="auto">
            <p14:nvContentPartPr>
              <p14:cNvPr id="6" name="墨迹 5"/>
              <p14:cNvContentPartPr/>
              <p14:nvPr/>
            </p14:nvContentPartPr>
            <p14:xfrm>
              <a:off x="158750" y="2698750"/>
              <a:ext cx="4965700" cy="95250"/>
            </p14:xfrm>
          </p:contentPart>
        </mc:Choice>
        <mc:Fallback xmlns="">
          <p:pic>
            <p:nvPicPr>
              <p:cNvPr id="6" name="墨迹 5"/>
            </p:nvPicPr>
            <p:blipFill>
              <a:blip r:embed="rId3"/>
            </p:blipFill>
            <p:spPr>
              <a:xfrm>
                <a:off x="158750" y="2698750"/>
                <a:ext cx="4965700" cy="9525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p:txBody>
          <a:bodyPr/>
          <a:lstStyle/>
          <a:p>
            <a:r>
              <a:rPr lang="en-US" altLang="zh-CN" smtClean="0"/>
              <a:t>Revisiting what we learned last time</a:t>
            </a:r>
            <a:endParaRPr lang="zh-CN" altLang="en-US" smtClean="0"/>
          </a:p>
        </p:txBody>
      </p:sp>
      <p:sp>
        <p:nvSpPr>
          <p:cNvPr id="54275" name="内容占位符 2"/>
          <p:cNvSpPr>
            <a:spLocks noGrp="1"/>
          </p:cNvSpPr>
          <p:nvPr>
            <p:ph idx="1"/>
          </p:nvPr>
        </p:nvSpPr>
        <p:spPr/>
        <p:txBody>
          <a:bodyPr/>
          <a:lstStyle/>
          <a:p>
            <a:pPr marL="0" indent="0">
              <a:buFont typeface="Arial" panose="020B0604020202020204" pitchFamily="34" charset="0"/>
              <a:buNone/>
            </a:pPr>
            <a:r>
              <a:rPr lang="en-US" altLang="zh-CN" smtClean="0"/>
              <a:t>Q1: </a:t>
            </a:r>
            <a:r>
              <a:rPr lang="zh-CN" altLang="en-US" smtClean="0"/>
              <a:t>软件设计过程中遵循的基本原理有哪些？</a:t>
            </a:r>
            <a:endParaRPr lang="zh-CN" altLang="en-US" smtClean="0"/>
          </a:p>
        </p:txBody>
      </p:sp>
      <p:sp>
        <p:nvSpPr>
          <p:cNvPr id="4" name="日期占位符 3"/>
          <p:cNvSpPr>
            <a:spLocks noGrp="1"/>
          </p:cNvSpPr>
          <p:nvPr>
            <p:ph type="dt" sz="quarter" idx="10"/>
          </p:nvPr>
        </p:nvSpPr>
        <p:spPr/>
        <p:txBody>
          <a:bodyPr/>
          <a:lstStyle/>
          <a:p>
            <a:pPr>
              <a:defRPr/>
            </a:pPr>
            <a:fld id="{2E1525F8-F520-4202-AD31-CE2F78256D4F}" type="datetime11">
              <a:rPr lang="zh-CN" altLang="en-US" smtClean="0"/>
            </a:fld>
            <a:endParaRPr lang="zh-CN" altLang="en-US"/>
          </a:p>
        </p:txBody>
      </p:sp>
      <p:sp>
        <p:nvSpPr>
          <p:cNvPr id="54277" name="灯片编号占位符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90000"/>
              </a:lnSpc>
              <a:spcBef>
                <a:spcPts val="1000"/>
              </a:spcBef>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fld id="{8E6B8559-E0FC-4C38-A2B3-36BAE56463AF}" type="slidenum">
              <a:rPr lang="zh-CN" altLang="en-US" sz="1200" smtClean="0">
                <a:solidFill>
                  <a:srgbClr val="898989"/>
                </a:solidFill>
                <a:latin typeface="Arial" panose="020B0604020202020204" pitchFamily="34" charset="0"/>
              </a:rPr>
            </a:fld>
            <a:endParaRPr lang="zh-CN" altLang="en-US" sz="1200" smtClean="0">
              <a:solidFill>
                <a:srgbClr val="898989"/>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p:cNvSpPr>
          <p:nvPr>
            <p:ph type="title"/>
          </p:nvPr>
        </p:nvSpPr>
        <p:spPr/>
        <p:txBody>
          <a:bodyPr/>
          <a:lstStyle/>
          <a:p>
            <a:r>
              <a:rPr lang="zh-CN" altLang="en-US" smtClean="0"/>
              <a:t>软件设计的基本原理</a:t>
            </a:r>
            <a:endParaRPr lang="zh-CN" altLang="en-US" smtClean="0"/>
          </a:p>
        </p:txBody>
      </p:sp>
      <p:sp>
        <p:nvSpPr>
          <p:cNvPr id="55299" name="内容占位符 2"/>
          <p:cNvSpPr>
            <a:spLocks noGrp="1"/>
          </p:cNvSpPr>
          <p:nvPr>
            <p:ph idx="1"/>
          </p:nvPr>
        </p:nvSpPr>
        <p:spPr/>
        <p:txBody>
          <a:bodyPr/>
          <a:lstStyle/>
          <a:p>
            <a:pPr marL="514350" indent="-514350">
              <a:buFont typeface="Calibri Light" panose="020F0302020204030204" pitchFamily="34" charset="0"/>
              <a:buAutoNum type="alphaLcParenR"/>
            </a:pPr>
            <a:r>
              <a:rPr lang="zh-CN" altLang="en-US" smtClean="0"/>
              <a:t>模块化</a:t>
            </a:r>
            <a:endParaRPr lang="en-US" altLang="zh-CN" smtClean="0"/>
          </a:p>
          <a:p>
            <a:pPr marL="514350" indent="-514350">
              <a:buFont typeface="Calibri Light" panose="020F0302020204030204" pitchFamily="34" charset="0"/>
              <a:buAutoNum type="alphaLcParenR"/>
            </a:pPr>
            <a:r>
              <a:rPr lang="zh-CN" altLang="en-US" smtClean="0"/>
              <a:t>抽象</a:t>
            </a:r>
            <a:endParaRPr lang="en-US" altLang="zh-CN" smtClean="0"/>
          </a:p>
          <a:p>
            <a:pPr marL="514350" indent="-514350">
              <a:buFont typeface="Calibri Light" panose="020F0302020204030204" pitchFamily="34" charset="0"/>
              <a:buAutoNum type="alphaLcParenR"/>
            </a:pPr>
            <a:r>
              <a:rPr lang="zh-CN" altLang="en-US" smtClean="0"/>
              <a:t>逐步求精</a:t>
            </a:r>
            <a:endParaRPr lang="en-US" altLang="zh-CN" smtClean="0"/>
          </a:p>
          <a:p>
            <a:pPr marL="514350" indent="-514350">
              <a:buFont typeface="Calibri Light" panose="020F0302020204030204" pitchFamily="34" charset="0"/>
              <a:buAutoNum type="alphaLcParenR"/>
            </a:pPr>
            <a:r>
              <a:rPr lang="zh-CN" altLang="en-US" smtClean="0"/>
              <a:t>信息隐蔽和局部化</a:t>
            </a:r>
            <a:endParaRPr lang="en-US" altLang="zh-CN" smtClean="0"/>
          </a:p>
          <a:p>
            <a:pPr marL="514350" indent="-514350">
              <a:buFont typeface="Calibri Light" panose="020F0302020204030204" pitchFamily="34" charset="0"/>
              <a:buAutoNum type="alphaLcParenR"/>
            </a:pPr>
            <a:r>
              <a:rPr lang="zh-CN" altLang="en-US" smtClean="0"/>
              <a:t>模块独立</a:t>
            </a:r>
            <a:endParaRPr lang="zh-CN" altLang="en-US" smtClean="0"/>
          </a:p>
        </p:txBody>
      </p:sp>
      <p:sp>
        <p:nvSpPr>
          <p:cNvPr id="4" name="日期占位符 3"/>
          <p:cNvSpPr>
            <a:spLocks noGrp="1"/>
          </p:cNvSpPr>
          <p:nvPr>
            <p:ph type="dt" sz="quarter" idx="10"/>
          </p:nvPr>
        </p:nvSpPr>
        <p:spPr/>
        <p:txBody>
          <a:bodyPr/>
          <a:lstStyle/>
          <a:p>
            <a:pPr>
              <a:defRPr/>
            </a:pPr>
            <a:fld id="{6E6DA521-985A-45A6-BF4C-283DC49E39D7}" type="datetime11">
              <a:rPr lang="zh-CN" altLang="en-US" smtClean="0"/>
            </a:fld>
            <a:endParaRPr lang="zh-CN" altLang="en-US"/>
          </a:p>
        </p:txBody>
      </p:sp>
      <p:sp>
        <p:nvSpPr>
          <p:cNvPr id="55301" name="灯片编号占位符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90000"/>
              </a:lnSpc>
              <a:spcBef>
                <a:spcPts val="1000"/>
              </a:spcBef>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fld id="{4F9411D5-8E3D-4F26-B186-D74294B7BE5B}" type="slidenum">
              <a:rPr lang="zh-CN" altLang="en-US" sz="1200" smtClean="0">
                <a:solidFill>
                  <a:srgbClr val="898989"/>
                </a:solidFill>
                <a:latin typeface="Arial" panose="020B0604020202020204" pitchFamily="34" charset="0"/>
              </a:rPr>
            </a:fld>
            <a:endParaRPr lang="zh-CN" altLang="en-US" sz="1200" smtClean="0">
              <a:solidFill>
                <a:srgbClr val="898989"/>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pPr marL="0" indent="0">
              <a:buNone/>
            </a:pPr>
            <a:r>
              <a:rPr lang="en-US" altLang="zh-CN" dirty="0" smtClean="0"/>
              <a:t>Q2: </a:t>
            </a:r>
            <a:r>
              <a:rPr lang="zh-CN" altLang="en-US" dirty="0" smtClean="0"/>
              <a:t>模块</a:t>
            </a:r>
            <a:r>
              <a:rPr lang="zh-CN" altLang="en-US" dirty="0"/>
              <a:t>的独立性由两个定性标准度量，</a:t>
            </a:r>
            <a:r>
              <a:rPr lang="zh-CN" altLang="en-US" dirty="0" smtClean="0"/>
              <a:t>即</a:t>
            </a:r>
            <a:r>
              <a:rPr lang="en-US" altLang="zh-CN" dirty="0" smtClean="0"/>
              <a:t>______</a:t>
            </a:r>
            <a:r>
              <a:rPr lang="zh-CN" altLang="en-US" dirty="0" smtClean="0"/>
              <a:t>与</a:t>
            </a:r>
            <a:r>
              <a:rPr lang="en-US" altLang="zh-CN" dirty="0" smtClean="0"/>
              <a:t>________</a:t>
            </a:r>
            <a:r>
              <a:rPr lang="zh-CN" altLang="en-US" dirty="0" smtClean="0"/>
              <a:t>。针对这两个标准度量，软件设计的目标是</a:t>
            </a:r>
            <a:r>
              <a:rPr lang="en-US" altLang="zh-CN" dirty="0" smtClean="0"/>
              <a:t>________ &amp; _________</a:t>
            </a:r>
            <a:r>
              <a:rPr lang="zh-CN" altLang="en-US" dirty="0" smtClean="0"/>
              <a:t>。</a:t>
            </a:r>
            <a:endParaRPr lang="en-US" altLang="zh-CN" dirty="0"/>
          </a:p>
          <a:p>
            <a:pPr marL="0" indent="0">
              <a:buNone/>
            </a:pPr>
            <a:r>
              <a:rPr lang="en-US" altLang="zh-CN" dirty="0" smtClean="0"/>
              <a:t> </a:t>
            </a:r>
            <a:endParaRPr lang="zh-CN" altLang="en-US" dirty="0"/>
          </a:p>
        </p:txBody>
      </p:sp>
      <p:sp>
        <p:nvSpPr>
          <p:cNvPr id="4" name="日期占位符 3"/>
          <p:cNvSpPr>
            <a:spLocks noGrp="1"/>
          </p:cNvSpPr>
          <p:nvPr>
            <p:ph type="dt" sz="half" idx="10"/>
          </p:nvPr>
        </p:nvSpPr>
        <p:spPr/>
        <p:txBody>
          <a:bodyPr/>
          <a:lstStyle/>
          <a:p>
            <a:pPr>
              <a:defRPr/>
            </a:pPr>
            <a:fld id="{A046534C-E33D-4917-9032-0DB2B055BD28}" type="datetime11">
              <a:rPr lang="zh-CN" altLang="en-US" smtClean="0"/>
            </a:fld>
            <a:endParaRPr lang="zh-CN" altLang="en-US"/>
          </a:p>
        </p:txBody>
      </p:sp>
      <p:sp>
        <p:nvSpPr>
          <p:cNvPr id="5" name="灯片编号占位符 4"/>
          <p:cNvSpPr>
            <a:spLocks noGrp="1"/>
          </p:cNvSpPr>
          <p:nvPr>
            <p:ph type="sldNum" sz="quarter" idx="12"/>
          </p:nvPr>
        </p:nvSpPr>
        <p:spPr/>
        <p:txBody>
          <a:bodyPr/>
          <a:lstStyle/>
          <a:p>
            <a:pPr>
              <a:defRPr/>
            </a:pPr>
            <a:fld id="{B52A34D6-6B14-4C5A-A8EB-982FC2EEEDDF}"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4000" dirty="0" smtClean="0"/>
              <a:t>Q3: </a:t>
            </a:r>
            <a:r>
              <a:rPr lang="zh-CN" altLang="en-US" sz="4000" dirty="0" smtClean="0"/>
              <a:t>如下图，开发票和计算水费是一个软件系统中的两个模块。这是什么耦合？</a:t>
            </a:r>
            <a:endParaRPr lang="zh-CN" altLang="en-US" sz="4000" dirty="0"/>
          </a:p>
        </p:txBody>
      </p:sp>
      <p:sp>
        <p:nvSpPr>
          <p:cNvPr id="4" name="日期占位符 3"/>
          <p:cNvSpPr>
            <a:spLocks noGrp="1"/>
          </p:cNvSpPr>
          <p:nvPr>
            <p:ph type="dt" sz="half" idx="10"/>
          </p:nvPr>
        </p:nvSpPr>
        <p:spPr/>
        <p:txBody>
          <a:bodyPr/>
          <a:lstStyle/>
          <a:p>
            <a:pPr>
              <a:defRPr/>
            </a:pPr>
            <a:fld id="{3A8BC6BA-AF10-49C9-98D9-A16852FCDFBC}" type="datetime11">
              <a:rPr lang="zh-CN" altLang="en-US" smtClean="0"/>
            </a:fld>
            <a:endParaRPr lang="zh-CN" altLang="en-US"/>
          </a:p>
        </p:txBody>
      </p:sp>
      <p:sp>
        <p:nvSpPr>
          <p:cNvPr id="5" name="灯片编号占位符 4"/>
          <p:cNvSpPr>
            <a:spLocks noGrp="1"/>
          </p:cNvSpPr>
          <p:nvPr>
            <p:ph type="sldNum" sz="quarter" idx="12"/>
          </p:nvPr>
        </p:nvSpPr>
        <p:spPr/>
        <p:txBody>
          <a:bodyPr/>
          <a:lstStyle/>
          <a:p>
            <a:pPr>
              <a:defRPr/>
            </a:pPr>
            <a:fld id="{B52A34D6-6B14-4C5A-A8EB-982FC2EEEDDF}" type="slidenum">
              <a:rPr lang="zh-CN" altLang="en-US" smtClean="0"/>
            </a:fld>
            <a:endParaRPr lang="zh-CN" altLang="en-US"/>
          </a:p>
        </p:txBody>
      </p:sp>
      <p:pic>
        <p:nvPicPr>
          <p:cNvPr id="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10983" y="1980398"/>
            <a:ext cx="3048000" cy="428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noChangeArrowheads="1"/>
          </p:cNvSpPr>
          <p:nvPr>
            <p:ph type="ctrTitle"/>
          </p:nvPr>
        </p:nvSpPr>
        <p:spPr>
          <a:xfrm>
            <a:off x="838200" y="365125"/>
            <a:ext cx="10515600" cy="1325563"/>
          </a:xfrm>
        </p:spPr>
        <p:txBody>
          <a:bodyPr anchor="ctr"/>
          <a:lstStyle/>
          <a:p>
            <a:pPr marL="0" indent="0" algn="l" eaLnBrk="1" hangingPunct="1"/>
            <a:r>
              <a:rPr lang="en-US" altLang="zh-CN" sz="4400" dirty="0" smtClean="0">
                <a:latin typeface="Times New Roman" panose="02020603050405020304" pitchFamily="18" charset="0"/>
                <a:sym typeface="Times New Roman" panose="02020603050405020304" pitchFamily="18" charset="0"/>
              </a:rPr>
              <a:t>5.3</a:t>
            </a:r>
            <a:r>
              <a:rPr lang="en-US" altLang="zh-CN" sz="4400" dirty="0" smtClean="0"/>
              <a:t> </a:t>
            </a:r>
            <a:r>
              <a:rPr lang="zh-CN" altLang="en-US" sz="4400" smtClean="0"/>
              <a:t>启发</a:t>
            </a:r>
            <a:r>
              <a:rPr lang="en-US" altLang="zh-CN" sz="4400" smtClean="0">
                <a:latin typeface="Times New Roman" panose="02020603050405020304" pitchFamily="18" charset="0"/>
                <a:sym typeface="Times New Roman" panose="02020603050405020304" pitchFamily="18" charset="0"/>
              </a:rPr>
              <a:t>(heuristic)</a:t>
            </a:r>
            <a:r>
              <a:rPr lang="zh-CN" altLang="en-US" sz="4400" dirty="0" smtClean="0"/>
              <a:t>规则</a:t>
            </a:r>
            <a:endParaRPr lang="zh-CN" altLang="en-US" sz="4400" dirty="0" smtClean="0"/>
          </a:p>
        </p:txBody>
      </p:sp>
      <p:sp>
        <p:nvSpPr>
          <p:cNvPr id="47107" name="内容占位符 2"/>
          <p:cNvSpPr>
            <a:spLocks noGrp="1" noChangeArrowheads="1"/>
          </p:cNvSpPr>
          <p:nvPr>
            <p:ph type="subTitle" idx="1"/>
          </p:nvPr>
        </p:nvSpPr>
        <p:spPr>
          <a:xfrm>
            <a:off x="838200" y="1825625"/>
            <a:ext cx="10515600" cy="4351338"/>
          </a:xfrm>
        </p:spPr>
        <p:txBody>
          <a:bodyPr/>
          <a:lstStyle/>
          <a:p>
            <a:pPr marL="228600" indent="-228600" algn="l" eaLnBrk="1" hangingPunct="1">
              <a:buFont typeface="Arial" panose="020B0604020202020204" pitchFamily="34" charset="0"/>
              <a:buChar char="•"/>
            </a:pPr>
            <a:r>
              <a:rPr lang="en-US" altLang="zh-CN" sz="2800" dirty="0" smtClean="0">
                <a:latin typeface="Times New Roman" panose="02020603050405020304" pitchFamily="18" charset="0"/>
                <a:sym typeface="Times New Roman" panose="02020603050405020304" pitchFamily="18" charset="0"/>
              </a:rPr>
              <a:t>heuristic: a commonsense rule (or set of rules) intended to increase the probability of solving some problem(s)</a:t>
            </a:r>
            <a:endParaRPr lang="en-US" altLang="zh-CN" sz="2800" dirty="0" smtClean="0">
              <a:latin typeface="Times New Roman" panose="02020603050405020304" pitchFamily="18" charset="0"/>
              <a:sym typeface="Times New Roman" panose="02020603050405020304" pitchFamily="18" charset="0"/>
            </a:endParaRPr>
          </a:p>
          <a:p>
            <a:pPr algn="l" eaLnBrk="1" hangingPunct="1">
              <a:buFont typeface="Arial" panose="020B0604020202020204" pitchFamily="34" charset="0"/>
            </a:pPr>
            <a:endParaRPr lang="zh-CN" altLang="en-US" sz="2800" dirty="0" smtClean="0"/>
          </a:p>
          <a:p>
            <a:pPr marL="228600" indent="-228600" algn="l" eaLnBrk="1" hangingPunct="1">
              <a:buFont typeface="Arial" panose="020B0604020202020204" pitchFamily="34" charset="0"/>
              <a:buChar char="•"/>
            </a:pPr>
            <a:r>
              <a:rPr lang="zh-CN" altLang="en-US" sz="2800" dirty="0" smtClean="0"/>
              <a:t>启发式规则多数是</a:t>
            </a:r>
            <a:r>
              <a:rPr lang="zh-CN" altLang="en-US" sz="2800" dirty="0" smtClean="0">
                <a:solidFill>
                  <a:srgbClr val="0000FF"/>
                </a:solidFill>
              </a:rPr>
              <a:t>经验、规律</a:t>
            </a:r>
            <a:r>
              <a:rPr lang="zh-CN" altLang="en-US" sz="2800" dirty="0" smtClean="0"/>
              <a:t>，对改进设计、提高软件质量，往往</a:t>
            </a:r>
            <a:r>
              <a:rPr lang="zh-CN" altLang="en-US" sz="2800" dirty="0" smtClean="0">
                <a:solidFill>
                  <a:srgbClr val="0000FF"/>
                </a:solidFill>
              </a:rPr>
              <a:t>有重要的参考价值</a:t>
            </a:r>
            <a:r>
              <a:rPr lang="zh-CN" altLang="en-US" sz="2800" dirty="0" smtClean="0"/>
              <a:t>。</a:t>
            </a:r>
            <a:endParaRPr lang="zh-CN" altLang="en-US" sz="2800" dirty="0" smtClean="0"/>
          </a:p>
          <a:p>
            <a:pPr marL="228600" indent="-228600" algn="l" eaLnBrk="1" hangingPunct="1">
              <a:buFont typeface="Arial" panose="020B0604020202020204" pitchFamily="34" charset="0"/>
              <a:buChar char="•"/>
            </a:pPr>
            <a:endParaRPr lang="zh-CN" altLang="en-US" sz="2800" dirty="0" smtClean="0"/>
          </a:p>
          <a:p>
            <a:pPr marL="228600" indent="-228600" algn="l" eaLnBrk="1" hangingPunct="1">
              <a:buFont typeface="Arial" panose="020B0604020202020204" pitchFamily="34" charset="0"/>
              <a:buChar char="•"/>
            </a:pPr>
            <a:r>
              <a:rPr lang="zh-CN" altLang="en-US" sz="2800" dirty="0" smtClean="0"/>
              <a:t>但是，启发式规则既不是设计的目标，也不是设计时普遍遵循的原则</a:t>
            </a:r>
            <a:r>
              <a:rPr lang="en-US" altLang="zh-CN" sz="2800" dirty="0" smtClean="0"/>
              <a:t>/</a:t>
            </a:r>
            <a:r>
              <a:rPr lang="zh-CN" altLang="en-US" sz="2800" dirty="0" smtClean="0"/>
              <a:t>原理（</a:t>
            </a:r>
            <a:r>
              <a:rPr lang="zh-CN" altLang="en-US" sz="2800" dirty="0" smtClean="0">
                <a:solidFill>
                  <a:srgbClr val="FF0000"/>
                </a:solidFill>
              </a:rPr>
              <a:t>模块化、抽象、逐步求精、信息隐蔽和局部化、模块独立</a:t>
            </a:r>
            <a:r>
              <a:rPr lang="zh-CN" altLang="en-US" sz="2800" dirty="0" smtClean="0"/>
              <a:t>）。</a:t>
            </a:r>
            <a:endParaRPr lang="zh-CN" altLang="en-US" sz="2800" dirty="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smtClean="0"/>
              <a:t>总体设计阶段启发式规则一览</a:t>
            </a:r>
            <a:endParaRPr lang="zh-CN" altLang="en-US" sz="4400" smtClean="0"/>
          </a:p>
        </p:txBody>
      </p:sp>
      <p:sp>
        <p:nvSpPr>
          <p:cNvPr id="48131" name="内容占位符 2"/>
          <p:cNvSpPr>
            <a:spLocks noGrp="1" noChangeArrowheads="1"/>
          </p:cNvSpPr>
          <p:nvPr>
            <p:ph type="subTitle" idx="1"/>
          </p:nvPr>
        </p:nvSpPr>
        <p:spPr>
          <a:xfrm>
            <a:off x="838200" y="1825625"/>
            <a:ext cx="10515600" cy="4351338"/>
          </a:xfrm>
        </p:spPr>
        <p:txBody>
          <a:bodyPr/>
          <a:lstStyle/>
          <a:p>
            <a:pPr marL="514350" indent="-514350" algn="l" eaLnBrk="1" hangingPunct="1">
              <a:buFont typeface="Calibri Light" panose="020F0302020204030204" pitchFamily="34" charset="0"/>
              <a:buAutoNum type="circleNumDbPlain"/>
            </a:pPr>
            <a:r>
              <a:rPr lang="zh-CN" altLang="en-US" sz="2800" dirty="0" smtClean="0"/>
              <a:t>改进软件结构提高模块独立性；</a:t>
            </a:r>
            <a:endParaRPr lang="en-US" altLang="zh-CN" sz="2800" dirty="0" smtClean="0"/>
          </a:p>
          <a:p>
            <a:pPr marL="514350" indent="-514350" algn="l" eaLnBrk="1" hangingPunct="1">
              <a:buFont typeface="Calibri Light" panose="020F0302020204030204" pitchFamily="34" charset="0"/>
              <a:buAutoNum type="circleNumDbPlain"/>
            </a:pPr>
            <a:r>
              <a:rPr lang="zh-CN" altLang="en-US" sz="2800" dirty="0" smtClean="0"/>
              <a:t>模块规模应该适中；</a:t>
            </a:r>
            <a:endParaRPr lang="en-US" altLang="zh-CN" sz="2800" dirty="0" smtClean="0"/>
          </a:p>
          <a:p>
            <a:pPr marL="514350" indent="-514350" algn="l" eaLnBrk="1" hangingPunct="1">
              <a:buFont typeface="Calibri Light" panose="020F0302020204030204" pitchFamily="34" charset="0"/>
              <a:buAutoNum type="circleNumDbPlain"/>
            </a:pPr>
            <a:r>
              <a:rPr lang="zh-CN" altLang="en-US" sz="2800" dirty="0" smtClean="0"/>
              <a:t>深度、宽度、</a:t>
            </a:r>
            <a:r>
              <a:rPr lang="zh-CN" altLang="en-US" sz="2800" dirty="0" smtClean="0">
                <a:highlight>
                  <a:srgbClr val="FFFF00"/>
                </a:highlight>
              </a:rPr>
              <a:t>扇出和扇入</a:t>
            </a:r>
            <a:r>
              <a:rPr lang="zh-CN" altLang="en-US" sz="2800" dirty="0" smtClean="0"/>
              <a:t>都应适当；</a:t>
            </a:r>
            <a:endParaRPr lang="en-US" altLang="zh-CN" sz="2800" dirty="0" smtClean="0"/>
          </a:p>
          <a:p>
            <a:pPr marL="514350" indent="-514350" algn="l" eaLnBrk="1" hangingPunct="1">
              <a:buFont typeface="Calibri Light" panose="020F0302020204030204" pitchFamily="34" charset="0"/>
              <a:buAutoNum type="circleNumDbPlain"/>
            </a:pPr>
            <a:r>
              <a:rPr lang="zh-CN" altLang="en-US" sz="2800" dirty="0" smtClean="0"/>
              <a:t>模块的</a:t>
            </a:r>
            <a:r>
              <a:rPr lang="zh-CN" altLang="en-US" sz="2800" dirty="0" smtClean="0">
                <a:solidFill>
                  <a:srgbClr val="0000FF"/>
                </a:solidFill>
              </a:rPr>
              <a:t>作用域</a:t>
            </a:r>
            <a:r>
              <a:rPr lang="zh-CN" altLang="en-US" sz="2800" dirty="0" smtClean="0"/>
              <a:t>应该在</a:t>
            </a:r>
            <a:r>
              <a:rPr lang="zh-CN" altLang="en-US" sz="2800" dirty="0" smtClean="0">
                <a:solidFill>
                  <a:srgbClr val="0000FF"/>
                </a:solidFill>
              </a:rPr>
              <a:t>控制域</a:t>
            </a:r>
            <a:r>
              <a:rPr lang="zh-CN" altLang="en-US" sz="2800" dirty="0" smtClean="0"/>
              <a:t>之内；</a:t>
            </a:r>
            <a:endParaRPr lang="en-US" altLang="zh-CN" sz="2800" dirty="0" smtClean="0"/>
          </a:p>
          <a:p>
            <a:pPr marL="514350" indent="-514350" algn="l" eaLnBrk="1" hangingPunct="1">
              <a:buFont typeface="Calibri Light" panose="020F0302020204030204" pitchFamily="34" charset="0"/>
              <a:buAutoNum type="circleNumDbPlain"/>
            </a:pPr>
            <a:r>
              <a:rPr lang="zh-CN" altLang="en-US" sz="2800" dirty="0" smtClean="0"/>
              <a:t>力争降低模块接口的复杂程度；</a:t>
            </a:r>
            <a:endParaRPr lang="en-US" altLang="zh-CN" sz="2800" dirty="0" smtClean="0"/>
          </a:p>
          <a:p>
            <a:pPr marL="514350" indent="-514350" algn="l" eaLnBrk="1" hangingPunct="1">
              <a:buFont typeface="Calibri Light" panose="020F0302020204030204" pitchFamily="34" charset="0"/>
              <a:buAutoNum type="circleNumDbPlain"/>
            </a:pPr>
            <a:r>
              <a:rPr lang="zh-CN" altLang="en-US" sz="2800" dirty="0" smtClean="0"/>
              <a:t>设计单入口单出口的模块；</a:t>
            </a:r>
            <a:endParaRPr lang="en-US" altLang="zh-CN" sz="2800" dirty="0" smtClean="0"/>
          </a:p>
          <a:p>
            <a:pPr marL="514350" indent="-514350" algn="l" eaLnBrk="1" hangingPunct="1">
              <a:buFont typeface="Calibri Light" panose="020F0302020204030204" pitchFamily="34" charset="0"/>
              <a:buAutoNum type="circleNumDbPlain"/>
            </a:pPr>
            <a:r>
              <a:rPr lang="zh-CN" altLang="en-US" sz="2800" dirty="0" smtClean="0"/>
              <a:t>模块功能应该可以预测。</a:t>
            </a:r>
            <a:endParaRPr lang="en-US" altLang="zh-CN" sz="2800" dirty="0" smtClean="0"/>
          </a:p>
          <a:p>
            <a:pPr marL="514350" indent="-514350" algn="l" eaLnBrk="1" hangingPunct="1">
              <a:buFont typeface="Calibri Light" panose="020F0302020204030204" pitchFamily="34" charset="0"/>
              <a:buAutoNum type="circleNumDbPlain"/>
            </a:pPr>
            <a:endParaRPr lang="zh-CN" altLang="en-US" sz="2800" dirty="0" smtClean="0"/>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3524250" y="3238500"/>
              <a:ext cx="1987550" cy="69850"/>
            </p14:xfrm>
          </p:contentPart>
        </mc:Choice>
        <mc:Fallback xmlns="">
          <p:pic>
            <p:nvPicPr>
              <p:cNvPr id="2" name="墨迹 1"/>
            </p:nvPicPr>
            <p:blipFill>
              <a:blip r:embed="rId2"/>
            </p:blipFill>
            <p:spPr>
              <a:xfrm>
                <a:off x="3524250" y="3238500"/>
                <a:ext cx="1987550" cy="6985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smtClean="0"/>
              <a:t>（</a:t>
            </a:r>
            <a:r>
              <a:rPr lang="en-US" altLang="zh-CN" sz="4400" smtClean="0"/>
              <a:t>1</a:t>
            </a:r>
            <a:r>
              <a:rPr lang="zh-CN" altLang="en-US" sz="4400" smtClean="0"/>
              <a:t>）改进软件结构提高模块独立性</a:t>
            </a:r>
            <a:endParaRPr lang="zh-CN" altLang="en-US" sz="4400" smtClean="0"/>
          </a:p>
        </p:txBody>
      </p:sp>
      <p:sp>
        <p:nvSpPr>
          <p:cNvPr id="49155" name="内容占位符 2"/>
          <p:cNvSpPr>
            <a:spLocks noGrp="1" noChangeArrowheads="1"/>
          </p:cNvSpPr>
          <p:nvPr>
            <p:ph type="subTitle" idx="1"/>
          </p:nvPr>
        </p:nvSpPr>
        <p:spPr>
          <a:xfrm>
            <a:off x="838200" y="1565275"/>
            <a:ext cx="10515600" cy="2205990"/>
          </a:xfrm>
        </p:spPr>
        <p:txBody>
          <a:bodyPr/>
          <a:lstStyle/>
          <a:p>
            <a:pPr marL="228600" indent="-228600" algn="l" eaLnBrk="1" hangingPunct="1">
              <a:buFont typeface="Arial" panose="020B0604020202020204" pitchFamily="34" charset="0"/>
              <a:buChar char="•"/>
            </a:pPr>
            <a:r>
              <a:rPr lang="zh-CN" altLang="en-US" sz="2800" dirty="0" smtClean="0"/>
              <a:t>设计出软件的初步结构以后，应该审查分析这个结构，通过</a:t>
            </a:r>
            <a:r>
              <a:rPr lang="zh-CN" altLang="en-US" sz="2800" dirty="0" smtClean="0">
                <a:solidFill>
                  <a:srgbClr val="0000FF"/>
                </a:solidFill>
              </a:rPr>
              <a:t>模块分解或合并</a:t>
            </a:r>
            <a:r>
              <a:rPr lang="zh-CN" altLang="en-US" sz="2800" dirty="0" smtClean="0"/>
              <a:t>，力求降低耦合、提高内聚。</a:t>
            </a:r>
            <a:endParaRPr lang="en-US" altLang="zh-CN" sz="2800" dirty="0" smtClean="0"/>
          </a:p>
          <a:p>
            <a:pPr marL="228600" indent="-228600" algn="l" eaLnBrk="1" hangingPunct="1">
              <a:buFont typeface="Arial" panose="020B0604020202020204" pitchFamily="34" charset="0"/>
              <a:buChar char="•"/>
            </a:pPr>
            <a:endParaRPr lang="zh-CN" altLang="en-US" sz="2800" dirty="0" smtClean="0"/>
          </a:p>
          <a:p>
            <a:pPr marL="228600" indent="-228600" algn="l" eaLnBrk="1" hangingPunct="1"/>
            <a:r>
              <a:rPr lang="zh-CN" altLang="en-US" sz="2800" dirty="0" smtClean="0"/>
              <a:t>   例如：功能类似的模块可以合并成一个模块。</a:t>
            </a:r>
            <a:endParaRPr lang="zh-CN" altLang="en-US" sz="2800" dirty="0" smtClean="0"/>
          </a:p>
        </p:txBody>
      </p:sp>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207690" y="2817325"/>
            <a:ext cx="2905125" cy="397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r:id="rId2" p14:bwMode="auto">
            <p14:nvContentPartPr>
              <p14:cNvPr id="2" name="墨迹 1"/>
              <p14:cNvContentPartPr/>
              <p14:nvPr/>
            </p14:nvContentPartPr>
            <p14:xfrm>
              <a:off x="9296280" y="4184640"/>
              <a:ext cx="2692800" cy="2667240"/>
            </p14:xfrm>
          </p:contentPart>
        </mc:Choice>
        <mc:Fallback xmlns="">
          <p:pic>
            <p:nvPicPr>
              <p:cNvPr id="2" name="墨迹 1"/>
            </p:nvPicPr>
            <p:blipFill>
              <a:blip r:embed="rId3"/>
            </p:blipFill>
            <p:spPr>
              <a:xfrm>
                <a:off x="9296280" y="4184640"/>
                <a:ext cx="2692800" cy="2667240"/>
              </a:xfrm>
              <a:prstGeom prst="rect"/>
            </p:spPr>
          </p:pic>
        </mc:Fallback>
      </mc:AlternateContent>
      <p:sp>
        <p:nvSpPr>
          <p:cNvPr id="3" name="文本框 2"/>
          <p:cNvSpPr txBox="1"/>
          <p:nvPr/>
        </p:nvSpPr>
        <p:spPr>
          <a:xfrm>
            <a:off x="1222375" y="4099560"/>
            <a:ext cx="6587490" cy="1568450"/>
          </a:xfrm>
          <a:prstGeom prst="rect">
            <a:avLst/>
          </a:prstGeom>
          <a:noFill/>
        </p:spPr>
        <p:txBody>
          <a:bodyPr wrap="square" rtlCol="0">
            <a:spAutoFit/>
          </a:bodyPr>
          <a:p>
            <a:r>
              <a:rPr lang="zh-CN" altLang="en-US" sz="4800">
                <a:solidFill>
                  <a:srgbClr val="FF0000"/>
                </a:solidFill>
              </a:rPr>
              <a:t>和哪种内聚的思路不谋而合？</a:t>
            </a:r>
            <a:endParaRPr lang="zh-CN" altLang="en-US" sz="480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smtClean="0"/>
              <a:t>（</a:t>
            </a:r>
            <a:r>
              <a:rPr lang="en-US" altLang="zh-CN" sz="4400" smtClean="0"/>
              <a:t>2</a:t>
            </a:r>
            <a:r>
              <a:rPr lang="zh-CN" altLang="en-US" sz="4400" smtClean="0"/>
              <a:t>）模块规模应该适中</a:t>
            </a:r>
            <a:endParaRPr lang="zh-CN" altLang="en-US" sz="4400" smtClean="0"/>
          </a:p>
        </p:txBody>
      </p:sp>
      <p:sp>
        <p:nvSpPr>
          <p:cNvPr id="50179" name="内容占位符 2"/>
          <p:cNvSpPr>
            <a:spLocks noGrp="1" noChangeArrowheads="1"/>
          </p:cNvSpPr>
          <p:nvPr>
            <p:ph type="subTitle" idx="1"/>
          </p:nvPr>
        </p:nvSpPr>
        <p:spPr>
          <a:xfrm>
            <a:off x="838200" y="1547813"/>
            <a:ext cx="10785475" cy="4835525"/>
          </a:xfrm>
        </p:spPr>
        <p:txBody>
          <a:bodyPr/>
          <a:lstStyle/>
          <a:p>
            <a:pPr marL="228600" indent="-228600" algn="l" eaLnBrk="1" hangingPunct="1">
              <a:buFont typeface="Arial" panose="020B0604020202020204" pitchFamily="34" charset="0"/>
              <a:buChar char="•"/>
            </a:pPr>
            <a:r>
              <a:rPr lang="zh-CN" altLang="en-US" sz="2800" dirty="0" smtClean="0">
                <a:solidFill>
                  <a:srgbClr val="0000FF"/>
                </a:solidFill>
              </a:rPr>
              <a:t>一个模块</a:t>
            </a:r>
            <a:r>
              <a:rPr lang="zh-CN" altLang="en-US" sz="2800" dirty="0" smtClean="0"/>
              <a:t>的规模不应过大，</a:t>
            </a:r>
            <a:r>
              <a:rPr lang="zh-CN" altLang="en-US" sz="2800" dirty="0" smtClean="0">
                <a:solidFill>
                  <a:srgbClr val="0000FF"/>
                </a:solidFill>
              </a:rPr>
              <a:t>最好能写在一页</a:t>
            </a:r>
            <a:r>
              <a:rPr lang="en-US" altLang="zh-CN" sz="2800" dirty="0" smtClean="0">
                <a:solidFill>
                  <a:srgbClr val="0000FF"/>
                </a:solidFill>
              </a:rPr>
              <a:t>A4</a:t>
            </a:r>
            <a:r>
              <a:rPr lang="zh-CN" altLang="en-US" sz="2800" dirty="0" smtClean="0">
                <a:solidFill>
                  <a:srgbClr val="0000FF"/>
                </a:solidFill>
              </a:rPr>
              <a:t>纸内</a:t>
            </a:r>
            <a:r>
              <a:rPr lang="zh-CN" altLang="en-US" sz="2800" dirty="0" smtClean="0"/>
              <a:t>（</a:t>
            </a:r>
            <a:r>
              <a:rPr lang="zh-CN" sz="2800" dirty="0" smtClean="0">
                <a:solidFill>
                  <a:srgbClr val="FF0000"/>
                </a:solidFill>
              </a:rPr>
              <a:t>程序的行数在</a:t>
            </a:r>
            <a:r>
              <a:rPr lang="en-US" altLang="zh-CN" sz="2800" dirty="0" smtClean="0">
                <a:solidFill>
                  <a:srgbClr val="FF0000"/>
                </a:solidFill>
              </a:rPr>
              <a:t>50~100</a:t>
            </a:r>
            <a:r>
              <a:rPr lang="zh-CN" altLang="en-US" sz="2800" dirty="0" smtClean="0">
                <a:solidFill>
                  <a:srgbClr val="FF0000"/>
                </a:solidFill>
              </a:rPr>
              <a:t>范围内比较合适</a:t>
            </a:r>
            <a:r>
              <a:rPr lang="zh-CN" altLang="en-US" sz="2800" dirty="0" smtClean="0"/>
              <a:t>），便于人们阅读与研究。</a:t>
            </a:r>
            <a:endParaRPr lang="en-US" altLang="zh-CN" sz="2800" dirty="0" smtClean="0"/>
          </a:p>
          <a:p>
            <a:pPr marL="228600" indent="-228600" algn="l" eaLnBrk="1" hangingPunct="1">
              <a:buFont typeface="Arial" panose="020B0604020202020204" pitchFamily="34" charset="0"/>
              <a:buChar char="•"/>
            </a:pPr>
            <a:r>
              <a:rPr lang="zh-CN" altLang="en-US" sz="2800" dirty="0" smtClean="0">
                <a:solidFill>
                  <a:srgbClr val="0000FF"/>
                </a:solidFill>
              </a:rPr>
              <a:t>过大的模块</a:t>
            </a:r>
            <a:r>
              <a:rPr lang="zh-CN" altLang="en-US" sz="2800" dirty="0" smtClean="0"/>
              <a:t>往往是由于</a:t>
            </a:r>
            <a:r>
              <a:rPr lang="zh-CN" altLang="en-US" sz="2800" dirty="0" smtClean="0">
                <a:solidFill>
                  <a:srgbClr val="FF0000"/>
                </a:solidFill>
              </a:rPr>
              <a:t>分解不充分</a:t>
            </a:r>
            <a:r>
              <a:rPr lang="zh-CN" altLang="en-US" sz="2800" dirty="0" smtClean="0"/>
              <a:t>。进一步分解时，不应降低当前的模块独立性。</a:t>
            </a:r>
            <a:endParaRPr lang="en-US" altLang="zh-CN" sz="2800" dirty="0" smtClean="0"/>
          </a:p>
          <a:p>
            <a:pPr marL="228600" indent="-228600" algn="l" eaLnBrk="1" hangingPunct="1">
              <a:buFont typeface="Arial" panose="020B0604020202020204" pitchFamily="34" charset="0"/>
              <a:buChar char="•"/>
            </a:pPr>
            <a:r>
              <a:rPr lang="zh-CN" altLang="en-US" sz="2800" dirty="0" smtClean="0">
                <a:solidFill>
                  <a:srgbClr val="0000FF"/>
                </a:solidFill>
              </a:rPr>
              <a:t>过小的模块</a:t>
            </a:r>
            <a:r>
              <a:rPr lang="zh-CN" altLang="en-US" sz="2800" dirty="0" smtClean="0"/>
              <a:t>有时不值得单独存在，特别是只有一个模块调用它时，通常可以把它合并到上级模块中去。</a:t>
            </a:r>
            <a:endParaRPr lang="zh-CN" altLang="en-US" sz="2800" dirty="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noChangeArrowheads="1"/>
          </p:cNvSpPr>
          <p:nvPr>
            <p:ph type="ctrTitle"/>
          </p:nvPr>
        </p:nvSpPr>
        <p:spPr>
          <a:xfrm>
            <a:off x="134938" y="-3175"/>
            <a:ext cx="10515600" cy="1325563"/>
          </a:xfrm>
        </p:spPr>
        <p:txBody>
          <a:bodyPr anchor="ctr"/>
          <a:lstStyle/>
          <a:p>
            <a:pPr marL="0" indent="0" algn="l" eaLnBrk="1" hangingPunct="1"/>
            <a:r>
              <a:rPr lang="zh-CN" altLang="en-US" sz="4400" smtClean="0"/>
              <a:t>（</a:t>
            </a:r>
            <a:r>
              <a:rPr lang="en-US" altLang="zh-CN" sz="4400" smtClean="0"/>
              <a:t>3</a:t>
            </a:r>
            <a:r>
              <a:rPr lang="zh-CN" altLang="en-US" sz="4400" smtClean="0"/>
              <a:t>）深度、宽度、扇出和扇入都应适当</a:t>
            </a:r>
            <a:endParaRPr lang="zh-CN" altLang="en-US" sz="4400" smtClean="0"/>
          </a:p>
        </p:txBody>
      </p:sp>
      <p:sp>
        <p:nvSpPr>
          <p:cNvPr id="52227" name="内容占位符 2"/>
          <p:cNvSpPr>
            <a:spLocks noGrp="1" noChangeArrowheads="1"/>
          </p:cNvSpPr>
          <p:nvPr>
            <p:ph type="subTitle" idx="1"/>
          </p:nvPr>
        </p:nvSpPr>
        <p:spPr>
          <a:xfrm>
            <a:off x="557530" y="1266825"/>
            <a:ext cx="10771505" cy="5486400"/>
          </a:xfrm>
        </p:spPr>
        <p:txBody>
          <a:bodyPr/>
          <a:lstStyle/>
          <a:p>
            <a:pPr marL="228600" indent="-228600" algn="l" eaLnBrk="1" hangingPunct="1">
              <a:buFont typeface="Arial" panose="020B0604020202020204" pitchFamily="34" charset="0"/>
              <a:buChar char="•"/>
            </a:pPr>
            <a:r>
              <a:rPr lang="zh-CN" altLang="en-US" sz="2800" b="1" u="sng" dirty="0" smtClean="0"/>
              <a:t>深度</a:t>
            </a:r>
            <a:r>
              <a:rPr lang="zh-CN" altLang="en-US" sz="2800" u="sng" dirty="0" smtClean="0"/>
              <a:t>：软件结构中的层数</a:t>
            </a:r>
            <a:r>
              <a:rPr lang="zh-CN" altLang="en-US" sz="2800" dirty="0" smtClean="0"/>
              <a:t>，往往能粗略表示一个系统的大小和复杂程度。</a:t>
            </a:r>
            <a:endParaRPr lang="zh-CN" altLang="en-US" sz="2800" dirty="0" smtClean="0"/>
          </a:p>
          <a:p>
            <a:pPr marL="228600" indent="-228600" algn="l" eaLnBrk="1" hangingPunct="1">
              <a:buFont typeface="Arial" panose="020B0604020202020204" pitchFamily="34" charset="0"/>
              <a:buChar char="•"/>
            </a:pPr>
            <a:endParaRPr lang="en-US" altLang="zh-CN" sz="2800" dirty="0" smtClean="0"/>
          </a:p>
          <a:p>
            <a:pPr marL="228600" indent="-228600" algn="l" eaLnBrk="1" hangingPunct="1">
              <a:buFont typeface="Arial" panose="020B0604020202020204" pitchFamily="34" charset="0"/>
              <a:buChar char="•"/>
            </a:pPr>
            <a:r>
              <a:rPr lang="zh-CN" altLang="en-US" sz="2800" b="1" u="sng" dirty="0" smtClean="0"/>
              <a:t>宽度</a:t>
            </a:r>
            <a:r>
              <a:rPr lang="zh-CN" altLang="en-US" sz="2800" u="sng" dirty="0" smtClean="0"/>
              <a:t>：</a:t>
            </a:r>
            <a:r>
              <a:rPr lang="zh-CN" altLang="en-US" sz="2800" u="sng" dirty="0" smtClean="0">
                <a:solidFill>
                  <a:schemeClr val="tx1"/>
                </a:solidFill>
              </a:rPr>
              <a:t>软件结构内同一个层次上的模块总数的最大值。</a:t>
            </a:r>
            <a:r>
              <a:rPr lang="zh-CN" altLang="en-US" sz="2800" dirty="0" smtClean="0">
                <a:solidFill>
                  <a:schemeClr val="tx1"/>
                </a:solidFill>
              </a:rPr>
              <a:t>一般来说，宽度越大，系统越复杂。</a:t>
            </a:r>
            <a:endParaRPr lang="zh-CN" altLang="en-US" sz="2800" dirty="0" smtClean="0">
              <a:solidFill>
                <a:schemeClr val="tx1"/>
              </a:solidFill>
            </a:endParaRPr>
          </a:p>
          <a:p>
            <a:pPr algn="l" eaLnBrk="1" hangingPunct="1">
              <a:buFont typeface="Arial" panose="020B0604020202020204" pitchFamily="34" charset="0"/>
            </a:pPr>
            <a:endParaRPr lang="en-US" altLang="zh-CN" sz="2800" dirty="0" smtClean="0"/>
          </a:p>
          <a:p>
            <a:pPr marL="228600" indent="-228600" algn="l" eaLnBrk="1" hangingPunct="1">
              <a:buFont typeface="Arial" panose="020B0604020202020204" pitchFamily="34" charset="0"/>
              <a:buChar char="•"/>
            </a:pPr>
            <a:r>
              <a:rPr lang="zh-CN" altLang="en-US" sz="2800" dirty="0" smtClean="0"/>
              <a:t>（</a:t>
            </a:r>
            <a:r>
              <a:rPr lang="zh-CN" altLang="en-US" sz="2800" b="1" dirty="0" smtClean="0">
                <a:solidFill>
                  <a:srgbClr val="FF0000"/>
                </a:solidFill>
              </a:rPr>
              <a:t>模块的</a:t>
            </a:r>
            <a:r>
              <a:rPr lang="zh-CN" altLang="en-US" sz="2800" b="1" dirty="0" smtClean="0"/>
              <a:t>）</a:t>
            </a:r>
            <a:r>
              <a:rPr lang="zh-CN" altLang="en-US" sz="2800" b="1" dirty="0" smtClean="0">
                <a:highlight>
                  <a:srgbClr val="FFFF00"/>
                </a:highlight>
              </a:rPr>
              <a:t>扇出</a:t>
            </a:r>
            <a:r>
              <a:rPr lang="zh-CN" altLang="en-US" sz="2800" dirty="0" smtClean="0"/>
              <a:t>：一个模块直接控制（调用）的模块数目。</a:t>
            </a:r>
            <a:endParaRPr lang="zh-CN" altLang="en-US" sz="2800" dirty="0" smtClean="0"/>
          </a:p>
          <a:p>
            <a:pPr algn="l" eaLnBrk="1" hangingPunct="1">
              <a:buFont typeface="Arial" panose="020B0604020202020204" pitchFamily="34" charset="0"/>
            </a:pPr>
            <a:endParaRPr lang="en-US" altLang="zh-CN" sz="2800" dirty="0" smtClean="0"/>
          </a:p>
          <a:p>
            <a:pPr marL="228600" indent="-228600" algn="l" eaLnBrk="1" hangingPunct="1">
              <a:buFont typeface="Arial" panose="020B0604020202020204" pitchFamily="34" charset="0"/>
              <a:buChar char="•"/>
            </a:pPr>
            <a:r>
              <a:rPr lang="zh-CN" altLang="en-US" sz="2800" b="1" dirty="0" smtClean="0"/>
              <a:t>（</a:t>
            </a:r>
            <a:r>
              <a:rPr lang="zh-CN" altLang="en-US" sz="2800" b="1" dirty="0" smtClean="0">
                <a:solidFill>
                  <a:srgbClr val="FF0000"/>
                </a:solidFill>
              </a:rPr>
              <a:t>模块的</a:t>
            </a:r>
            <a:r>
              <a:rPr lang="zh-CN" altLang="en-US" sz="2800" b="1" dirty="0" smtClean="0"/>
              <a:t>）</a:t>
            </a:r>
            <a:r>
              <a:rPr lang="zh-CN" altLang="en-US" sz="2800" b="1" dirty="0" smtClean="0">
                <a:highlight>
                  <a:srgbClr val="FFFF00"/>
                </a:highlight>
              </a:rPr>
              <a:t>扇入</a:t>
            </a:r>
            <a:r>
              <a:rPr lang="zh-CN" altLang="en-US" sz="2800" dirty="0" smtClean="0"/>
              <a:t>：有多少上级模块直接调用当前模块。</a:t>
            </a:r>
            <a:endParaRPr lang="en-US" altLang="zh-CN" sz="2800" dirty="0" smtClean="0"/>
          </a:p>
          <a:p>
            <a:pPr lvl="1" algn="l" eaLnBrk="1" hangingPunct="1">
              <a:buFont typeface="Calibri Light" panose="020F0302020204030204" pitchFamily="34" charset="0"/>
            </a:pPr>
            <a:endParaRPr lang="zh-CN" altLang="en-US" sz="2400" dirty="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2227">
                                            <p:txEl>
                                              <p:pRg st="4" end="4"/>
                                            </p:txEl>
                                          </p:spTgt>
                                        </p:tgtEl>
                                        <p:attrNameLst>
                                          <p:attrName>style.visibility</p:attrName>
                                        </p:attrNameLst>
                                      </p:cBhvr>
                                      <p:to>
                                        <p:strVal val="visible"/>
                                      </p:to>
                                    </p:set>
                                    <p:animEffect filter="randombar(horizontal)">
                                      <p:cBhvr>
                                        <p:cTn id="7" dur="500"/>
                                        <p:tgtEl>
                                          <p:spTgt spid="52227">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nodeType="clickEffect">
                                  <p:stCondLst>
                                    <p:cond delay="0"/>
                                  </p:stCondLst>
                                  <p:childTnLst>
                                    <p:set>
                                      <p:cBhvr>
                                        <p:cTn id="11" dur="1" fill="hold">
                                          <p:stCondLst>
                                            <p:cond delay="0"/>
                                          </p:stCondLst>
                                        </p:cTn>
                                        <p:tgtEl>
                                          <p:spTgt spid="52227">
                                            <p:txEl>
                                              <p:pRg st="6" end="6"/>
                                            </p:txEl>
                                          </p:spTgt>
                                        </p:tgtEl>
                                        <p:attrNameLst>
                                          <p:attrName>style.visibility</p:attrName>
                                        </p:attrNameLst>
                                      </p:cBhvr>
                                      <p:to>
                                        <p:strVal val="visible"/>
                                      </p:to>
                                    </p:set>
                                    <p:animEffect filter="wipe(down)">
                                      <p:cBhvr>
                                        <p:cTn id="12" dur="580">
                                          <p:stCondLst>
                                            <p:cond delay="0"/>
                                          </p:stCondLst>
                                        </p:cTn>
                                        <p:tgtEl>
                                          <p:spTgt spid="52227">
                                            <p:txEl>
                                              <p:pRg st="6" end="6"/>
                                            </p:txEl>
                                          </p:spTgt>
                                        </p:tgtEl>
                                      </p:cBhvr>
                                    </p:animEffect>
                                    <p:anim calcmode="lin" valueType="num">
                                      <p:cBhvr>
                                        <p:cTn id="13" dur="1822" tmFilter="0,0; 0.14,0.36; 0.43,0.73; 0.71,0.91; 1.0,1.0">
                                          <p:stCondLst>
                                            <p:cond delay="0"/>
                                          </p:stCondLst>
                                        </p:cTn>
                                        <p:tgtEl>
                                          <p:spTgt spid="52227">
                                            <p:txEl>
                                              <p:pRg st="6" end="6"/>
                                            </p:txEl>
                                          </p:spTgt>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52227">
                                            <p:txEl>
                                              <p:pRg st="6" end="6"/>
                                            </p:txEl>
                                          </p:spTgt>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52227">
                                            <p:txEl>
                                              <p:pRg st="6" end="6"/>
                                            </p:txEl>
                                          </p:spTgt>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52227">
                                            <p:txEl>
                                              <p:pRg st="6" end="6"/>
                                            </p:txEl>
                                          </p:spTgt>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52227">
                                            <p:txEl>
                                              <p:pRg st="6" end="6"/>
                                            </p:txEl>
                                          </p:spTgt>
                                        </p:tgtEl>
                                        <p:attrNameLst>
                                          <p:attrName>ppt_y</p:attrName>
                                        </p:attrNameLst>
                                      </p:cBhvr>
                                      <p:tavLst>
                                        <p:tav tm="0" fmla="#ppt_y-sin(pi*$)/81">
                                          <p:val>
                                            <p:fltVal val="0"/>
                                          </p:val>
                                        </p:tav>
                                        <p:tav tm="100000">
                                          <p:val>
                                            <p:fltVal val="1"/>
                                          </p:val>
                                        </p:tav>
                                      </p:tavLst>
                                    </p:anim>
                                    <p:animScale>
                                      <p:cBhvr>
                                        <p:cTn id="18" dur="26">
                                          <p:stCondLst>
                                            <p:cond delay="650"/>
                                          </p:stCondLst>
                                        </p:cTn>
                                        <p:tgtEl>
                                          <p:spTgt spid="52227">
                                            <p:txEl>
                                              <p:pRg st="6" end="6"/>
                                            </p:txEl>
                                          </p:spTgt>
                                        </p:tgtEl>
                                      </p:cBhvr>
                                      <p:to x="100000" y="60000"/>
                                    </p:animScale>
                                    <p:animScale>
                                      <p:cBhvr>
                                        <p:cTn id="19" dur="166" decel="50000">
                                          <p:stCondLst>
                                            <p:cond delay="676"/>
                                          </p:stCondLst>
                                        </p:cTn>
                                        <p:tgtEl>
                                          <p:spTgt spid="52227">
                                            <p:txEl>
                                              <p:pRg st="6" end="6"/>
                                            </p:txEl>
                                          </p:spTgt>
                                        </p:tgtEl>
                                      </p:cBhvr>
                                      <p:to x="100000" y="100000"/>
                                    </p:animScale>
                                    <p:animScale>
                                      <p:cBhvr>
                                        <p:cTn id="20" dur="26">
                                          <p:stCondLst>
                                            <p:cond delay="1312"/>
                                          </p:stCondLst>
                                        </p:cTn>
                                        <p:tgtEl>
                                          <p:spTgt spid="52227">
                                            <p:txEl>
                                              <p:pRg st="6" end="6"/>
                                            </p:txEl>
                                          </p:spTgt>
                                        </p:tgtEl>
                                      </p:cBhvr>
                                      <p:to x="100000" y="80000"/>
                                    </p:animScale>
                                    <p:animScale>
                                      <p:cBhvr>
                                        <p:cTn id="21" dur="166" decel="50000">
                                          <p:stCondLst>
                                            <p:cond delay="1338"/>
                                          </p:stCondLst>
                                        </p:cTn>
                                        <p:tgtEl>
                                          <p:spTgt spid="52227">
                                            <p:txEl>
                                              <p:pRg st="6" end="6"/>
                                            </p:txEl>
                                          </p:spTgt>
                                        </p:tgtEl>
                                      </p:cBhvr>
                                      <p:to x="100000" y="100000"/>
                                    </p:animScale>
                                    <p:animScale>
                                      <p:cBhvr>
                                        <p:cTn id="22" dur="26">
                                          <p:stCondLst>
                                            <p:cond delay="1642"/>
                                          </p:stCondLst>
                                        </p:cTn>
                                        <p:tgtEl>
                                          <p:spTgt spid="52227">
                                            <p:txEl>
                                              <p:pRg st="6" end="6"/>
                                            </p:txEl>
                                          </p:spTgt>
                                        </p:tgtEl>
                                      </p:cBhvr>
                                      <p:to x="100000" y="90000"/>
                                    </p:animScale>
                                    <p:animScale>
                                      <p:cBhvr>
                                        <p:cTn id="23" dur="166" decel="50000">
                                          <p:stCondLst>
                                            <p:cond delay="1668"/>
                                          </p:stCondLst>
                                        </p:cTn>
                                        <p:tgtEl>
                                          <p:spTgt spid="52227">
                                            <p:txEl>
                                              <p:pRg st="6" end="6"/>
                                            </p:txEl>
                                          </p:spTgt>
                                        </p:tgtEl>
                                      </p:cBhvr>
                                      <p:to x="100000" y="100000"/>
                                    </p:animScale>
                                    <p:animScale>
                                      <p:cBhvr>
                                        <p:cTn id="24" dur="26">
                                          <p:stCondLst>
                                            <p:cond delay="1808"/>
                                          </p:stCondLst>
                                        </p:cTn>
                                        <p:tgtEl>
                                          <p:spTgt spid="52227">
                                            <p:txEl>
                                              <p:pRg st="6" end="6"/>
                                            </p:txEl>
                                          </p:spTgt>
                                        </p:tgtEl>
                                      </p:cBhvr>
                                      <p:to x="100000" y="95000"/>
                                    </p:animScale>
                                    <p:animScale>
                                      <p:cBhvr>
                                        <p:cTn id="25" dur="166" decel="50000">
                                          <p:stCondLst>
                                            <p:cond delay="1834"/>
                                          </p:stCondLst>
                                        </p:cTn>
                                        <p:tgtEl>
                                          <p:spTgt spid="52227">
                                            <p:txEl>
                                              <p:pRg st="6" end="6"/>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smtClean="0"/>
              <a:t>深度、宽度、扇出和扇入</a:t>
            </a:r>
            <a:endParaRPr lang="zh-CN" altLang="en-US" sz="4400" smtClean="0"/>
          </a:p>
        </p:txBody>
      </p:sp>
      <p:pic>
        <p:nvPicPr>
          <p:cNvPr id="5222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55688" y="1636713"/>
            <a:ext cx="6545262" cy="389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8" name="TextBox 3"/>
          <p:cNvSpPr>
            <a:spLocks noChangeArrowheads="1"/>
          </p:cNvSpPr>
          <p:nvPr/>
        </p:nvSpPr>
        <p:spPr bwMode="auto">
          <a:xfrm>
            <a:off x="7754938" y="2743200"/>
            <a:ext cx="336708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1000"/>
              </a:spcBef>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en-US" altLang="zh-CN" sz="1800">
                <a:solidFill>
                  <a:srgbClr val="FF0000"/>
                </a:solidFill>
              </a:rPr>
              <a:t>Q: </a:t>
            </a:r>
            <a:r>
              <a:rPr lang="zh-CN" altLang="en-US" sz="1800">
                <a:solidFill>
                  <a:srgbClr val="FF0000"/>
                </a:solidFill>
                <a:sym typeface="宋体" panose="02010600030101010101" pitchFamily="2" charset="-122"/>
              </a:rPr>
              <a:t>图中的深度、宽度、标记的扇出和扇入分别是多少？</a:t>
            </a:r>
            <a:endParaRPr lang="zh-CN" altLang="en-US" sz="1800">
              <a:solidFill>
                <a:srgbClr val="FF0000"/>
              </a:solidFill>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noChangeArrowheads="1"/>
          </p:cNvSpPr>
          <p:nvPr>
            <p:ph type="ctrTitle"/>
          </p:nvPr>
        </p:nvSpPr>
        <p:spPr>
          <a:xfrm>
            <a:off x="2908300" y="295275"/>
            <a:ext cx="6015038" cy="1325563"/>
          </a:xfrm>
        </p:spPr>
        <p:txBody>
          <a:bodyPr anchor="ctr"/>
          <a:lstStyle/>
          <a:p>
            <a:pPr marL="0" indent="0" algn="l" eaLnBrk="1" hangingPunct="1"/>
            <a:r>
              <a:rPr lang="zh-CN" altLang="en-US" sz="4400" smtClean="0"/>
              <a:t>扇入与扇出过大的改进</a:t>
            </a:r>
            <a:endParaRPr lang="zh-CN" altLang="en-US" sz="4400" smtClean="0"/>
          </a:p>
        </p:txBody>
      </p:sp>
      <p:pic>
        <p:nvPicPr>
          <p:cNvPr id="58371"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54275" y="1539875"/>
            <a:ext cx="6769100" cy="433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r:id="rId2" p14:bwMode="auto">
            <p14:nvContentPartPr>
              <p14:cNvPr id="2" name="墨迹 1"/>
              <p14:cNvContentPartPr/>
              <p14:nvPr/>
            </p14:nvContentPartPr>
            <p14:xfrm>
              <a:off x="2882900" y="1543050"/>
              <a:ext cx="152400" cy="1384300"/>
            </p14:xfrm>
          </p:contentPart>
        </mc:Choice>
        <mc:Fallback xmlns="">
          <p:pic>
            <p:nvPicPr>
              <p:cNvPr id="2" name="墨迹 1"/>
            </p:nvPicPr>
            <p:blipFill>
              <a:blip r:embed="rId3"/>
            </p:blipFill>
            <p:spPr>
              <a:xfrm>
                <a:off x="2882900" y="1543050"/>
                <a:ext cx="152400" cy="138430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3" name="墨迹 2"/>
              <p14:cNvContentPartPr/>
              <p14:nvPr/>
            </p14:nvContentPartPr>
            <p14:xfrm>
              <a:off x="3041650" y="1562100"/>
              <a:ext cx="146050" cy="69850"/>
            </p14:xfrm>
          </p:contentPart>
        </mc:Choice>
        <mc:Fallback xmlns="">
          <p:pic>
            <p:nvPicPr>
              <p:cNvPr id="3" name="墨迹 2"/>
            </p:nvPicPr>
            <p:blipFill>
              <a:blip r:embed="rId5"/>
            </p:blipFill>
            <p:spPr>
              <a:xfrm>
                <a:off x="3041650" y="1562100"/>
                <a:ext cx="146050" cy="6985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4" name="墨迹 3"/>
              <p14:cNvContentPartPr/>
              <p14:nvPr/>
            </p14:nvContentPartPr>
            <p14:xfrm>
              <a:off x="6470650" y="1600200"/>
              <a:ext cx="63500" cy="1250950"/>
            </p14:xfrm>
          </p:contentPart>
        </mc:Choice>
        <mc:Fallback xmlns="">
          <p:pic>
            <p:nvPicPr>
              <p:cNvPr id="4" name="墨迹 3"/>
            </p:nvPicPr>
            <p:blipFill>
              <a:blip r:embed="rId7"/>
            </p:blipFill>
            <p:spPr>
              <a:xfrm>
                <a:off x="6470650" y="1600200"/>
                <a:ext cx="63500" cy="125095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5" name="墨迹 4"/>
              <p14:cNvContentPartPr/>
              <p14:nvPr/>
            </p14:nvContentPartPr>
            <p14:xfrm>
              <a:off x="6242050" y="2641600"/>
              <a:ext cx="584200" cy="292100"/>
            </p14:xfrm>
          </p:contentPart>
        </mc:Choice>
        <mc:Fallback xmlns="">
          <p:pic>
            <p:nvPicPr>
              <p:cNvPr id="5" name="墨迹 4"/>
            </p:nvPicPr>
            <p:blipFill>
              <a:blip r:embed="rId9"/>
            </p:blipFill>
            <p:spPr>
              <a:xfrm>
                <a:off x="6242050" y="2641600"/>
                <a:ext cx="584200" cy="29210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05840" y="2446020"/>
            <a:ext cx="10515600" cy="1325563"/>
          </a:xfrm>
        </p:spPr>
        <p:txBody>
          <a:bodyPr/>
          <a:lstStyle/>
          <a:p>
            <a:r>
              <a:rPr lang="zh-CN" altLang="en-US">
                <a:solidFill>
                  <a:srgbClr val="FF0000"/>
                </a:solidFill>
              </a:rPr>
              <a:t>思考：好的软件结构中，模块的扇出、扇入应该是怎样的？</a:t>
            </a:r>
            <a:endParaRPr lang="zh-CN" altLang="en-US">
              <a:solidFill>
                <a:srgbClr val="FF0000"/>
              </a:solidFill>
            </a:endParaRPr>
          </a:p>
        </p:txBody>
      </p:sp>
      <p:sp>
        <p:nvSpPr>
          <p:cNvPr id="4" name="日期占位符 3"/>
          <p:cNvSpPr>
            <a:spLocks noGrp="1"/>
          </p:cNvSpPr>
          <p:nvPr>
            <p:ph type="dt" sz="half" idx="10"/>
          </p:nvPr>
        </p:nvSpPr>
        <p:spPr/>
        <p:txBody>
          <a:bodyPr/>
          <a:lstStyle/>
          <a:p>
            <a:pPr>
              <a:defRPr/>
            </a:pPr>
            <a:fld id="{3A8BC6BA-AF10-49C9-98D9-A16852FCDFBC}" type="datetime11">
              <a:rPr lang="zh-CN" altLang="en-US" smtClean="0"/>
            </a:fld>
            <a:endParaRPr lang="zh-CN" altLang="en-US"/>
          </a:p>
        </p:txBody>
      </p:sp>
      <p:sp>
        <p:nvSpPr>
          <p:cNvPr id="5" name="灯片编号占位符 4"/>
          <p:cNvSpPr>
            <a:spLocks noGrp="1"/>
          </p:cNvSpPr>
          <p:nvPr>
            <p:ph type="sldNum" sz="quarter" idx="12"/>
          </p:nvPr>
        </p:nvSpPr>
        <p:spPr/>
        <p:txBody>
          <a:bodyPr/>
          <a:lstStyle/>
          <a:p>
            <a:pPr>
              <a:defRPr/>
            </a:pPr>
            <a:fld id="{B52A34D6-6B14-4C5A-A8EB-982FC2EEEDDF}" type="slidenum">
              <a:rPr lang="zh-CN" altLang="en-US"/>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smtClean="0"/>
              <a:t>（</a:t>
            </a:r>
            <a:r>
              <a:rPr lang="en-US" altLang="zh-CN" sz="4400" smtClean="0"/>
              <a:t>4</a:t>
            </a:r>
            <a:r>
              <a:rPr lang="zh-CN" altLang="en-US" sz="4400" smtClean="0"/>
              <a:t>）模块的</a:t>
            </a:r>
            <a:r>
              <a:rPr lang="zh-CN" altLang="en-US" sz="4400" u="sng" smtClean="0"/>
              <a:t>作用域</a:t>
            </a:r>
            <a:r>
              <a:rPr lang="zh-CN" altLang="en-US" sz="4400" smtClean="0"/>
              <a:t>应该在</a:t>
            </a:r>
            <a:r>
              <a:rPr lang="zh-CN" altLang="en-US" sz="4400" u="sng" smtClean="0"/>
              <a:t>控制域</a:t>
            </a:r>
            <a:r>
              <a:rPr lang="zh-CN" altLang="en-US" sz="4400" smtClean="0"/>
              <a:t>之内</a:t>
            </a:r>
            <a:endParaRPr lang="zh-CN" altLang="en-US" sz="4400" smtClean="0"/>
          </a:p>
        </p:txBody>
      </p:sp>
      <p:sp>
        <p:nvSpPr>
          <p:cNvPr id="59395" name="内容占位符 2"/>
          <p:cNvSpPr>
            <a:spLocks noGrp="1" noChangeArrowheads="1"/>
          </p:cNvSpPr>
          <p:nvPr>
            <p:ph type="subTitle" idx="1"/>
          </p:nvPr>
        </p:nvSpPr>
        <p:spPr>
          <a:xfrm>
            <a:off x="838200" y="1576388"/>
            <a:ext cx="10515600" cy="4506912"/>
          </a:xfrm>
        </p:spPr>
        <p:txBody>
          <a:bodyPr/>
          <a:lstStyle/>
          <a:p>
            <a:pPr marL="228600" indent="-228600" algn="l" eaLnBrk="1" hangingPunct="1">
              <a:buFont typeface="Arial" panose="020B0604020202020204" pitchFamily="34" charset="0"/>
              <a:buChar char="•"/>
            </a:pPr>
            <a:r>
              <a:rPr lang="zh-CN" altLang="en-US" sz="2800" dirty="0" smtClean="0">
                <a:solidFill>
                  <a:srgbClr val="0000FF"/>
                </a:solidFill>
              </a:rPr>
              <a:t>控制域</a:t>
            </a:r>
            <a:r>
              <a:rPr lang="zh-CN" altLang="en-US" sz="2800" dirty="0" smtClean="0"/>
              <a:t>：模块本身以及所有从属于它的模块（</a:t>
            </a:r>
            <a:r>
              <a:rPr lang="zh-CN" altLang="en-US" sz="2800" dirty="0" smtClean="0">
                <a:solidFill>
                  <a:srgbClr val="0000FF"/>
                </a:solidFill>
              </a:rPr>
              <a:t>下级模块</a:t>
            </a:r>
            <a:r>
              <a:rPr lang="zh-CN" altLang="en-US" sz="2800" dirty="0" smtClean="0"/>
              <a:t>）的集合。</a:t>
            </a:r>
            <a:endParaRPr lang="en-US" altLang="zh-CN" sz="2800" dirty="0" smtClean="0"/>
          </a:p>
          <a:p>
            <a:pPr marL="228600" indent="-228600" algn="l" eaLnBrk="1" hangingPunct="1">
              <a:buFont typeface="Arial" panose="020B0604020202020204" pitchFamily="34" charset="0"/>
              <a:buChar char="•"/>
            </a:pPr>
            <a:r>
              <a:rPr lang="zh-CN" altLang="en-US" sz="2800" dirty="0" smtClean="0">
                <a:solidFill>
                  <a:srgbClr val="0000FF"/>
                </a:solidFill>
              </a:rPr>
              <a:t>作用域</a:t>
            </a:r>
            <a:r>
              <a:rPr lang="zh-CN" altLang="en-US" sz="2800" dirty="0" smtClean="0"/>
              <a:t>：受</a:t>
            </a:r>
            <a:r>
              <a:rPr lang="zh-CN" altLang="en-US" sz="2800" dirty="0"/>
              <a:t>当前</a:t>
            </a:r>
            <a:r>
              <a:rPr lang="zh-CN" altLang="en-US" sz="2800" dirty="0" smtClean="0"/>
              <a:t>模块影响的所有模块的集合。作用域应控制在当前模块的下级模块中，即</a:t>
            </a:r>
            <a:r>
              <a:rPr lang="zh-CN" altLang="en-US" sz="2800" dirty="0" smtClean="0">
                <a:solidFill>
                  <a:srgbClr val="0000FF"/>
                </a:solidFill>
                <a:highlight>
                  <a:srgbClr val="FFFF00"/>
                </a:highlight>
              </a:rPr>
              <a:t>作用域应是控制域的子集</a:t>
            </a:r>
            <a:r>
              <a:rPr lang="zh-CN" altLang="en-US" sz="2800" dirty="0" smtClean="0"/>
              <a:t>。</a:t>
            </a:r>
            <a:endParaRPr lang="en-US" altLang="zh-CN" sz="2800" dirty="0" smtClean="0"/>
          </a:p>
          <a:p>
            <a:pPr marL="228600" indent="-228600" algn="l" eaLnBrk="1" hangingPunct="1"/>
            <a:endParaRPr lang="zh-CN" altLang="en-US" sz="2800" dirty="0" smtClean="0"/>
          </a:p>
        </p:txBody>
      </p:sp>
      <p:pic>
        <p:nvPicPr>
          <p:cNvPr id="5939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01788" y="3548063"/>
            <a:ext cx="2914650" cy="250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7" name="TextBox 4"/>
          <p:cNvSpPr>
            <a:spLocks noChangeArrowheads="1"/>
          </p:cNvSpPr>
          <p:nvPr/>
        </p:nvSpPr>
        <p:spPr bwMode="auto">
          <a:xfrm>
            <a:off x="5111750" y="3756025"/>
            <a:ext cx="5991225"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1000"/>
              </a:spcBef>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marL="514350" indent="-514350" eaLnBrk="1" hangingPunct="1">
              <a:lnSpc>
                <a:spcPct val="100000"/>
              </a:lnSpc>
              <a:spcBef>
                <a:spcPct val="0"/>
              </a:spcBef>
              <a:buFont typeface="+mj-lt"/>
              <a:buAutoNum type="arabicPeriod"/>
            </a:pPr>
            <a:r>
              <a:rPr lang="zh-CN" altLang="en-US" dirty="0"/>
              <a:t>模块</a:t>
            </a:r>
            <a:r>
              <a:rPr lang="en-US" altLang="zh-CN" dirty="0"/>
              <a:t>C</a:t>
            </a:r>
            <a:r>
              <a:rPr lang="zh-CN" altLang="en-US" dirty="0"/>
              <a:t>的控制域包括哪些模块</a:t>
            </a:r>
            <a:r>
              <a:rPr lang="zh-CN" altLang="en-US" dirty="0" smtClean="0"/>
              <a:t>？</a:t>
            </a:r>
            <a:endParaRPr lang="en-US" altLang="zh-CN" dirty="0">
              <a:sym typeface="宋体" panose="02010600030101010101" pitchFamily="2" charset="-122"/>
            </a:endParaRPr>
          </a:p>
          <a:p>
            <a:pPr marL="514350" indent="-514350" eaLnBrk="1" hangingPunct="1">
              <a:lnSpc>
                <a:spcPct val="100000"/>
              </a:lnSpc>
              <a:spcBef>
                <a:spcPct val="0"/>
              </a:spcBef>
              <a:buFont typeface="+mj-lt"/>
              <a:buAutoNum type="arabicPeriod"/>
            </a:pPr>
            <a:r>
              <a:rPr lang="zh-CN" altLang="en-US" dirty="0" smtClean="0">
                <a:sym typeface="宋体" panose="02010600030101010101" pitchFamily="2" charset="-122"/>
              </a:rPr>
              <a:t>如果</a:t>
            </a:r>
            <a:r>
              <a:rPr lang="zh-CN" altLang="en-US" dirty="0">
                <a:sym typeface="宋体" panose="02010600030101010101" pitchFamily="2" charset="-122"/>
              </a:rPr>
              <a:t>模块</a:t>
            </a:r>
            <a:r>
              <a:rPr lang="en-US" altLang="zh-CN" dirty="0"/>
              <a:t>C</a:t>
            </a:r>
            <a:r>
              <a:rPr lang="zh-CN" altLang="en-US" dirty="0">
                <a:sym typeface="宋体" panose="02010600030101010101" pitchFamily="2" charset="-122"/>
              </a:rPr>
              <a:t>作出的决策影响了模块</a:t>
            </a:r>
            <a:r>
              <a:rPr lang="en-US" altLang="zh-CN" dirty="0"/>
              <a:t>L, </a:t>
            </a:r>
            <a:r>
              <a:rPr lang="zh-CN" altLang="en-US" dirty="0">
                <a:sym typeface="宋体" panose="02010600030101010101" pitchFamily="2" charset="-122"/>
              </a:rPr>
              <a:t>符合</a:t>
            </a:r>
            <a:r>
              <a:rPr lang="zh-CN" altLang="en-US" dirty="0" smtClean="0">
                <a:sym typeface="宋体" panose="02010600030101010101" pitchFamily="2" charset="-122"/>
              </a:rPr>
              <a:t>这个启发规则吗？</a:t>
            </a:r>
            <a:endParaRPr lang="zh-CN" altLang="en-US" dirty="0">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9397"/>
                                        </p:tgtEl>
                                        <p:attrNameLst>
                                          <p:attrName>style.visibility</p:attrName>
                                        </p:attrNameLst>
                                      </p:cBhvr>
                                      <p:to>
                                        <p:strVal val="visible"/>
                                      </p:to>
                                    </p:set>
                                    <p:animEffect transition="in" filter="barn(inVertical)">
                                      <p:cBhvr>
                                        <p:cTn id="7" dur="500"/>
                                        <p:tgtEl>
                                          <p:spTgt spid="59397"/>
                                        </p:tgtEl>
                                      </p:cBhvr>
                                    </p:animEffect>
                                  </p:childTnLst>
                                </p:cTn>
                              </p:par>
                              <p:par>
                                <p:cTn id="8" presetID="16" presetClass="entr" presetSubtype="21" fill="hold" nodeType="withEffect">
                                  <p:stCondLst>
                                    <p:cond delay="0"/>
                                  </p:stCondLst>
                                  <p:childTnLst>
                                    <p:set>
                                      <p:cBhvr>
                                        <p:cTn id="9" dur="1" fill="hold">
                                          <p:stCondLst>
                                            <p:cond delay="0"/>
                                          </p:stCondLst>
                                        </p:cTn>
                                        <p:tgtEl>
                                          <p:spTgt spid="59396"/>
                                        </p:tgtEl>
                                        <p:attrNameLst>
                                          <p:attrName>style.visibility</p:attrName>
                                        </p:attrNameLst>
                                      </p:cBhvr>
                                      <p:to>
                                        <p:strVal val="visible"/>
                                      </p:to>
                                    </p:set>
                                    <p:animEffect transition="in" filter="barn(inVertical)">
                                      <p:cBhvr>
                                        <p:cTn id="10" dur="500"/>
                                        <p:tgtEl>
                                          <p:spTgt spid="593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7"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smtClean="0"/>
              <a:t>（</a:t>
            </a:r>
            <a:r>
              <a:rPr lang="en-US" altLang="zh-CN" sz="4400" smtClean="0"/>
              <a:t>5</a:t>
            </a:r>
            <a:r>
              <a:rPr lang="zh-CN" altLang="en-US" sz="4400" smtClean="0"/>
              <a:t>）力争降低模块接口的复杂程度</a:t>
            </a:r>
            <a:endParaRPr lang="zh-CN" altLang="en-US" sz="4400" smtClean="0"/>
          </a:p>
        </p:txBody>
      </p:sp>
      <p:sp>
        <p:nvSpPr>
          <p:cNvPr id="60419" name="内容占位符 2"/>
          <p:cNvSpPr>
            <a:spLocks noGrp="1" noChangeArrowheads="1"/>
          </p:cNvSpPr>
          <p:nvPr>
            <p:ph type="subTitle" idx="1"/>
          </p:nvPr>
        </p:nvSpPr>
        <p:spPr>
          <a:xfrm>
            <a:off x="1406525" y="1420813"/>
            <a:ext cx="10299700" cy="4625975"/>
          </a:xfrm>
        </p:spPr>
        <p:txBody>
          <a:bodyPr/>
          <a:lstStyle/>
          <a:p>
            <a:pPr algn="l" eaLnBrk="1" hangingPunct="1">
              <a:buFont typeface="Arial" panose="020B0604020202020204" pitchFamily="34" charset="0"/>
              <a:buChar char="•"/>
            </a:pPr>
            <a:r>
              <a:rPr lang="zh-CN" altLang="en-US" sz="2800" smtClean="0"/>
              <a:t> 接口传递信息应</a:t>
            </a:r>
            <a:r>
              <a:rPr lang="zh-CN" altLang="en-US" sz="2800" u="sng" smtClean="0"/>
              <a:t>简单</a:t>
            </a:r>
            <a:r>
              <a:rPr lang="zh-CN" altLang="en-US" sz="2800" smtClean="0"/>
              <a:t>，且</a:t>
            </a:r>
            <a:r>
              <a:rPr lang="zh-CN" altLang="en-US" sz="2800" u="sng" smtClean="0"/>
              <a:t>和模块功能吻合</a:t>
            </a:r>
            <a:r>
              <a:rPr lang="zh-CN" altLang="en-US" sz="2800" smtClean="0"/>
              <a:t>。</a:t>
            </a:r>
            <a:endParaRPr lang="en-US" altLang="zh-CN" sz="2800" smtClean="0"/>
          </a:p>
          <a:p>
            <a:pPr algn="l" eaLnBrk="1" hangingPunct="1"/>
            <a:endParaRPr lang="zh-CN" altLang="en-US" sz="2800" smtClean="0"/>
          </a:p>
          <a:p>
            <a:pPr algn="l" eaLnBrk="1" hangingPunct="1">
              <a:buFont typeface="Arial" panose="020B0604020202020204" pitchFamily="34" charset="0"/>
              <a:buChar char="•"/>
            </a:pPr>
            <a:r>
              <a:rPr lang="zh-CN" altLang="en-US" sz="2800" smtClean="0"/>
              <a:t> 模块的接口要简单、清晰、含义明确，便于理解，易于实现、测试与维护。</a:t>
            </a:r>
            <a:endParaRPr lang="en-US" altLang="zh-CN" sz="2800" smtClean="0"/>
          </a:p>
          <a:p>
            <a:pPr algn="l" eaLnBrk="1" hangingPunct="1"/>
            <a:endParaRPr lang="zh-CN" altLang="en-US" sz="280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smtClean="0"/>
              <a:t>（</a:t>
            </a:r>
            <a:r>
              <a:rPr lang="en-US" altLang="zh-CN" sz="4400" smtClean="0"/>
              <a:t>6</a:t>
            </a:r>
            <a:r>
              <a:rPr lang="zh-CN" altLang="en-US" sz="4400" smtClean="0"/>
              <a:t>）设计单入口单出口的模块</a:t>
            </a:r>
            <a:endParaRPr lang="zh-CN" altLang="en-US" sz="4400" smtClean="0"/>
          </a:p>
        </p:txBody>
      </p:sp>
      <p:sp>
        <p:nvSpPr>
          <p:cNvPr id="61443" name="内容占位符 2"/>
          <p:cNvSpPr>
            <a:spLocks noGrp="1" noChangeArrowheads="1"/>
          </p:cNvSpPr>
          <p:nvPr>
            <p:ph type="subTitle" idx="1"/>
          </p:nvPr>
        </p:nvSpPr>
        <p:spPr>
          <a:xfrm>
            <a:off x="838200" y="1825625"/>
            <a:ext cx="10515600" cy="4351338"/>
          </a:xfrm>
        </p:spPr>
        <p:txBody>
          <a:bodyPr/>
          <a:lstStyle/>
          <a:p>
            <a:pPr algn="l" eaLnBrk="1" hangingPunct="1">
              <a:buFont typeface="Arial" panose="020B0604020202020204" pitchFamily="34" charset="0"/>
              <a:buChar char="•"/>
            </a:pPr>
            <a:r>
              <a:rPr lang="zh-CN" altLang="en-US" sz="2800" dirty="0" smtClean="0"/>
              <a:t> </a:t>
            </a:r>
            <a:r>
              <a:rPr lang="zh-CN" altLang="en-US" sz="2800" dirty="0" smtClean="0">
                <a:solidFill>
                  <a:srgbClr val="FF0000"/>
                </a:solidFill>
              </a:rPr>
              <a:t>不要使模块间出现内容耦合！</a:t>
            </a:r>
            <a:endParaRPr lang="en-US" altLang="zh-CN" sz="2800" dirty="0" smtClean="0">
              <a:solidFill>
                <a:srgbClr val="FF0000"/>
              </a:solidFill>
            </a:endParaRPr>
          </a:p>
          <a:p>
            <a:pPr algn="l" eaLnBrk="1" hangingPunct="1"/>
            <a:r>
              <a:rPr lang="en-US" altLang="zh-CN" sz="2800" dirty="0" smtClean="0"/>
              <a:t>  </a:t>
            </a:r>
            <a:r>
              <a:rPr lang="zh-CN" altLang="en-US" sz="2800" dirty="0" smtClean="0"/>
              <a:t>（内容耦合：一个模块与另一模块的内容直接发生联系。）</a:t>
            </a:r>
            <a:endParaRPr lang="en-US" altLang="zh-CN" sz="2800" dirty="0" smtClean="0"/>
          </a:p>
          <a:p>
            <a:pPr algn="l" eaLnBrk="1" hangingPunct="1"/>
            <a:endParaRPr lang="zh-CN" altLang="en-US" sz="2800" dirty="0" smtClean="0"/>
          </a:p>
          <a:p>
            <a:pPr algn="l" eaLnBrk="1" hangingPunct="1">
              <a:buFont typeface="Arial" panose="020B0604020202020204" pitchFamily="34" charset="0"/>
              <a:buChar char="•"/>
            </a:pPr>
            <a:r>
              <a:rPr lang="zh-CN" altLang="en-US" sz="2800" dirty="0" smtClean="0"/>
              <a:t> 单入口单出口的模块易理解，易维护。</a:t>
            </a:r>
            <a:endParaRPr lang="zh-CN" altLang="en-US" sz="2800" dirty="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smtClean="0"/>
              <a:t>（</a:t>
            </a:r>
            <a:r>
              <a:rPr lang="en-US" altLang="zh-CN" sz="4400" smtClean="0"/>
              <a:t>7</a:t>
            </a:r>
            <a:r>
              <a:rPr lang="zh-CN" altLang="en-US" sz="4400" smtClean="0"/>
              <a:t>）模块功能应该可以预测</a:t>
            </a:r>
            <a:endParaRPr lang="zh-CN" altLang="en-US" sz="4400" smtClean="0"/>
          </a:p>
        </p:txBody>
      </p:sp>
      <p:sp>
        <p:nvSpPr>
          <p:cNvPr id="62467" name="内容占位符 2"/>
          <p:cNvSpPr>
            <a:spLocks noGrp="1" noChangeArrowheads="1"/>
          </p:cNvSpPr>
          <p:nvPr>
            <p:ph type="subTitle" idx="1"/>
          </p:nvPr>
        </p:nvSpPr>
        <p:spPr>
          <a:xfrm>
            <a:off x="868363" y="1892300"/>
            <a:ext cx="10517187" cy="5045075"/>
          </a:xfrm>
        </p:spPr>
        <p:txBody>
          <a:bodyPr/>
          <a:lstStyle/>
          <a:p>
            <a:pPr marL="228600" indent="-228600" algn="l" eaLnBrk="1" hangingPunct="1">
              <a:buFont typeface="Arial" panose="020B0604020202020204" pitchFamily="34" charset="0"/>
              <a:buChar char="•"/>
            </a:pPr>
            <a:r>
              <a:rPr lang="zh-CN" altLang="en-US" sz="2800" dirty="0" smtClean="0"/>
              <a:t>如果一个模块可以当做一个</a:t>
            </a:r>
            <a:r>
              <a:rPr lang="zh-CN" altLang="en-US" sz="2800" dirty="0" smtClean="0">
                <a:solidFill>
                  <a:srgbClr val="0000FF"/>
                </a:solidFill>
              </a:rPr>
              <a:t>黑盒子</a:t>
            </a:r>
            <a:r>
              <a:rPr lang="zh-CN" altLang="en-US" sz="2800" dirty="0" smtClean="0"/>
              <a:t>，</a:t>
            </a:r>
            <a:r>
              <a:rPr lang="zh-CN" altLang="en-US" sz="2800" dirty="0" smtClean="0">
                <a:solidFill>
                  <a:srgbClr val="0000FF"/>
                </a:solidFill>
              </a:rPr>
              <a:t>相同输入产生相同输出</a:t>
            </a:r>
            <a:r>
              <a:rPr lang="zh-CN" altLang="en-US" sz="2800" dirty="0" smtClean="0"/>
              <a:t>，则称这个模块的功能是可预测的 </a:t>
            </a:r>
            <a:r>
              <a:rPr lang="en-US" altLang="zh-CN" sz="2800" dirty="0" smtClean="0"/>
              <a:t>(predictable)</a:t>
            </a:r>
            <a:r>
              <a:rPr lang="zh-CN" altLang="en-US" sz="2800" dirty="0" smtClean="0"/>
              <a:t>。</a:t>
            </a:r>
            <a:endParaRPr lang="en-US" altLang="zh-CN" sz="2800" dirty="0" smtClean="0"/>
          </a:p>
          <a:p>
            <a:pPr marL="228600" indent="-228600" algn="l" eaLnBrk="1" hangingPunct="1">
              <a:buFont typeface="Arial" panose="020B0604020202020204" pitchFamily="34" charset="0"/>
              <a:buChar char="•"/>
            </a:pPr>
            <a:endParaRPr lang="zh-CN" altLang="en-US" sz="2800" dirty="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noChangeArrowheads="1"/>
          </p:cNvSpPr>
          <p:nvPr>
            <p:ph type="ctrTitle"/>
          </p:nvPr>
        </p:nvSpPr>
        <p:spPr>
          <a:xfrm>
            <a:off x="838200" y="365125"/>
            <a:ext cx="10515600" cy="1325563"/>
          </a:xfrm>
        </p:spPr>
        <p:txBody>
          <a:bodyPr anchor="ctr"/>
          <a:lstStyle/>
          <a:p>
            <a:pPr marL="0" indent="0" algn="l" eaLnBrk="1" hangingPunct="1"/>
            <a:r>
              <a:rPr lang="en-US" altLang="zh-CN" sz="4400" smtClean="0"/>
              <a:t>5.4 </a:t>
            </a:r>
            <a:r>
              <a:rPr lang="zh-CN" altLang="en-US" sz="4400" smtClean="0"/>
              <a:t>描绘</a:t>
            </a:r>
            <a:r>
              <a:rPr lang="zh-CN" altLang="en-US" smtClean="0">
                <a:solidFill>
                  <a:srgbClr val="FF0000"/>
                </a:solidFill>
              </a:rPr>
              <a:t>软件结构</a:t>
            </a:r>
            <a:r>
              <a:rPr lang="zh-CN" altLang="en-US" sz="4400" smtClean="0"/>
              <a:t>的图形工具</a:t>
            </a:r>
            <a:endParaRPr lang="zh-CN" altLang="en-US" sz="4400" smtClean="0"/>
          </a:p>
        </p:txBody>
      </p:sp>
      <p:sp>
        <p:nvSpPr>
          <p:cNvPr id="59395" name="内容占位符 2"/>
          <p:cNvSpPr>
            <a:spLocks noGrp="1" noChangeArrowheads="1"/>
          </p:cNvSpPr>
          <p:nvPr>
            <p:ph type="subTitle" idx="1"/>
          </p:nvPr>
        </p:nvSpPr>
        <p:spPr>
          <a:xfrm>
            <a:off x="838200" y="1551305"/>
            <a:ext cx="4427220" cy="4479290"/>
          </a:xfrm>
        </p:spPr>
        <p:txBody>
          <a:bodyPr/>
          <a:lstStyle/>
          <a:p>
            <a:pPr marL="228600" indent="-228600" algn="l" eaLnBrk="1" hangingPunct="1">
              <a:defRPr/>
            </a:pPr>
            <a:r>
              <a:rPr lang="en-US" altLang="zh-CN" sz="2800" dirty="0" smtClean="0"/>
              <a:t>5.4.1 </a:t>
            </a:r>
            <a:r>
              <a:rPr lang="zh-CN" altLang="en-US" sz="2800" dirty="0" smtClean="0"/>
              <a:t>层次图与</a:t>
            </a:r>
            <a:r>
              <a:rPr lang="en-US" altLang="zh-CN" sz="2800" dirty="0" smtClean="0"/>
              <a:t>HIPO</a:t>
            </a:r>
            <a:r>
              <a:rPr lang="zh-CN" altLang="en-US" sz="2800" dirty="0" smtClean="0"/>
              <a:t>图</a:t>
            </a:r>
            <a:endParaRPr lang="en-US" altLang="zh-CN" sz="2800" dirty="0" smtClean="0"/>
          </a:p>
          <a:p>
            <a:pPr marL="228600" indent="-228600" algn="l" eaLnBrk="1" hangingPunct="1">
              <a:defRPr/>
            </a:pPr>
            <a:r>
              <a:rPr lang="zh-CN" altLang="en-US" sz="2800" dirty="0" smtClean="0"/>
              <a:t>（</a:t>
            </a:r>
            <a:r>
              <a:rPr lang="en-US" altLang="zh-CN" sz="2800" dirty="0" smtClean="0"/>
              <a:t>1</a:t>
            </a:r>
            <a:r>
              <a:rPr lang="zh-CN" altLang="en-US" sz="2800" dirty="0" smtClean="0"/>
              <a:t>）层次图</a:t>
            </a:r>
            <a:endParaRPr lang="en-US" altLang="zh-CN" sz="2800" dirty="0" smtClean="0"/>
          </a:p>
          <a:p>
            <a:pPr marL="228600" indent="-228600" algn="l" eaLnBrk="1" hangingPunct="1">
              <a:buFont typeface="Arial" panose="020B0604020202020204" pitchFamily="34" charset="0"/>
              <a:buChar char="•"/>
              <a:defRPr/>
            </a:pPr>
            <a:r>
              <a:rPr lang="zh-CN" altLang="en-US" sz="2000" dirty="0" smtClean="0"/>
              <a:t>层次图用来描绘</a:t>
            </a:r>
            <a:r>
              <a:rPr lang="zh-CN" altLang="en-US" sz="2000" b="1" dirty="0" smtClean="0"/>
              <a:t>软件的层次结构</a:t>
            </a:r>
            <a:r>
              <a:rPr lang="zh-CN" altLang="en-US" sz="2000" dirty="0" smtClean="0"/>
              <a:t>。</a:t>
            </a:r>
            <a:endParaRPr lang="en-US" altLang="zh-CN" sz="2000" dirty="0" smtClean="0"/>
          </a:p>
          <a:p>
            <a:pPr marL="228600" indent="-228600" algn="l" eaLnBrk="1" hangingPunct="1">
              <a:buFont typeface="Arial" panose="020B0604020202020204" pitchFamily="34" charset="0"/>
              <a:buChar char="•"/>
              <a:defRPr/>
            </a:pPr>
            <a:r>
              <a:rPr lang="zh-CN" altLang="en-US" sz="2000" dirty="0">
                <a:solidFill>
                  <a:srgbClr val="0000FF"/>
                </a:solidFill>
              </a:rPr>
              <a:t>层次图</a:t>
            </a:r>
            <a:r>
              <a:rPr lang="zh-CN" altLang="en-US" sz="2000" dirty="0"/>
              <a:t>中的一个</a:t>
            </a:r>
            <a:r>
              <a:rPr lang="zh-CN" altLang="en-US" sz="2000" dirty="0">
                <a:highlight>
                  <a:srgbClr val="FFFF00"/>
                </a:highlight>
              </a:rPr>
              <a:t>方框</a:t>
            </a:r>
            <a:r>
              <a:rPr lang="zh-CN" altLang="en-US" sz="2000" dirty="0"/>
              <a:t>代表一个</a:t>
            </a:r>
            <a:r>
              <a:rPr lang="zh-CN" altLang="en-US" sz="2000" dirty="0">
                <a:highlight>
                  <a:srgbClr val="FFFF00"/>
                </a:highlight>
              </a:rPr>
              <a:t>模块</a:t>
            </a:r>
            <a:r>
              <a:rPr lang="zh-CN" altLang="en-US" sz="2000" dirty="0"/>
              <a:t>，方框间的</a:t>
            </a:r>
            <a:r>
              <a:rPr lang="zh-CN" altLang="en-US" sz="2000" dirty="0">
                <a:highlight>
                  <a:srgbClr val="FFFF00"/>
                </a:highlight>
              </a:rPr>
              <a:t>连线</a:t>
            </a:r>
            <a:r>
              <a:rPr lang="zh-CN" altLang="en-US" sz="2000" dirty="0"/>
              <a:t>表示</a:t>
            </a:r>
            <a:r>
              <a:rPr lang="zh-CN" altLang="en-US" sz="2000" dirty="0">
                <a:solidFill>
                  <a:srgbClr val="0000FF"/>
                </a:solidFill>
                <a:highlight>
                  <a:srgbClr val="FFFF00"/>
                </a:highlight>
              </a:rPr>
              <a:t>调用</a:t>
            </a:r>
            <a:r>
              <a:rPr lang="zh-CN" altLang="en-US" sz="2000" dirty="0" smtClean="0">
                <a:solidFill>
                  <a:srgbClr val="0000FF"/>
                </a:solidFill>
                <a:highlight>
                  <a:srgbClr val="FFFF00"/>
                </a:highlight>
              </a:rPr>
              <a:t>关系</a:t>
            </a:r>
            <a:r>
              <a:rPr lang="zh-CN" altLang="en-US" sz="2000" dirty="0" smtClean="0">
                <a:solidFill>
                  <a:srgbClr val="0000FF"/>
                </a:solidFill>
              </a:rPr>
              <a:t>。</a:t>
            </a:r>
            <a:endParaRPr lang="en-US" altLang="zh-CN" sz="2000" dirty="0" smtClean="0">
              <a:solidFill>
                <a:srgbClr val="FF0000"/>
              </a:solidFill>
            </a:endParaRPr>
          </a:p>
          <a:p>
            <a:pPr algn="l" eaLnBrk="1" hangingPunct="1">
              <a:buFont typeface="Arial" panose="020B0604020202020204" pitchFamily="34" charset="0"/>
              <a:defRPr/>
            </a:pPr>
            <a:endParaRPr lang="en-US" altLang="zh-CN" sz="2000" dirty="0" smtClean="0"/>
          </a:p>
          <a:p>
            <a:pPr marL="228600" indent="-228600" algn="l" eaLnBrk="1" hangingPunct="1">
              <a:buFont typeface="Arial" panose="020B0604020202020204" pitchFamily="34" charset="0"/>
              <a:buChar char="•"/>
              <a:defRPr/>
            </a:pPr>
            <a:r>
              <a:rPr lang="zh-CN" altLang="en-US" sz="2800" dirty="0" smtClean="0"/>
              <a:t>很明显，层次图适合自顶向下设计软件的情况。</a:t>
            </a:r>
            <a:endParaRPr lang="zh-CN" altLang="en-US" sz="2800" dirty="0" smtClean="0"/>
          </a:p>
        </p:txBody>
      </p:sp>
      <p:pic>
        <p:nvPicPr>
          <p:cNvPr id="2560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25142" y="2766825"/>
            <a:ext cx="6966857" cy="35434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59395">
                                            <p:txEl>
                                              <p:pRg st="5" end="5"/>
                                            </p:txEl>
                                          </p:spTgt>
                                        </p:tgtEl>
                                        <p:attrNameLst>
                                          <p:attrName>style.visibility</p:attrName>
                                        </p:attrNameLst>
                                      </p:cBhvr>
                                      <p:to>
                                        <p:strVal val="visible"/>
                                      </p:to>
                                    </p:set>
                                    <p:anim calcmode="lin" valueType="num">
                                      <p:cBhvr additive="base">
                                        <p:cTn id="7" dur="500" fill="hold"/>
                                        <p:tgtEl>
                                          <p:spTgt spid="59395">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939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rgbClr val="FF0000"/>
                </a:solidFill>
              </a:rPr>
              <a:t>层次图</a:t>
            </a:r>
            <a:r>
              <a:rPr lang="en-US" altLang="zh-CN">
                <a:solidFill>
                  <a:srgbClr val="FF0000"/>
                </a:solidFill>
              </a:rPr>
              <a:t> vs </a:t>
            </a:r>
            <a:r>
              <a:rPr lang="zh-CN" altLang="en-US">
                <a:solidFill>
                  <a:srgbClr val="FF0000"/>
                </a:solidFill>
              </a:rPr>
              <a:t>层次方框图</a:t>
            </a:r>
            <a:endParaRPr lang="zh-CN" altLang="en-US">
              <a:solidFill>
                <a:srgbClr val="FF0000"/>
              </a:solidFill>
            </a:endParaRPr>
          </a:p>
        </p:txBody>
      </p:sp>
      <p:sp>
        <p:nvSpPr>
          <p:cNvPr id="3" name="内容占位符 2"/>
          <p:cNvSpPr>
            <a:spLocks noGrp="1"/>
          </p:cNvSpPr>
          <p:nvPr>
            <p:ph idx="1"/>
          </p:nvPr>
        </p:nvSpPr>
        <p:spPr>
          <a:xfrm>
            <a:off x="838200" y="1825625"/>
            <a:ext cx="10773410" cy="4351655"/>
          </a:xfrm>
        </p:spPr>
        <p:txBody>
          <a:bodyPr/>
          <a:lstStyle/>
          <a:p>
            <a:pPr marL="514350" indent="-514350">
              <a:buFont typeface="+mj-lt"/>
              <a:buAutoNum type="arabicPeriod"/>
            </a:pPr>
            <a:r>
              <a:rPr lang="zh-CN" altLang="en-US"/>
              <a:t>层次图描绘系统的</a:t>
            </a:r>
            <a:r>
              <a:rPr lang="zh-CN" altLang="en-US">
                <a:highlight>
                  <a:srgbClr val="FFFF00"/>
                </a:highlight>
              </a:rPr>
              <a:t>层次结构</a:t>
            </a:r>
            <a:r>
              <a:rPr lang="zh-CN" altLang="en-US"/>
              <a:t>，而层次方框图描绘的是</a:t>
            </a:r>
            <a:r>
              <a:rPr lang="zh-CN" altLang="en-US">
                <a:highlight>
                  <a:srgbClr val="FFFF00"/>
                </a:highlight>
              </a:rPr>
              <a:t>数据结构</a:t>
            </a:r>
            <a:r>
              <a:rPr lang="zh-CN" altLang="en-US"/>
              <a:t>；</a:t>
            </a:r>
            <a:endParaRPr lang="zh-CN" altLang="en-US"/>
          </a:p>
          <a:p>
            <a:pPr marL="514350" indent="-514350">
              <a:buFont typeface="+mj-lt"/>
              <a:buAutoNum type="arabicPeriod"/>
            </a:pPr>
            <a:r>
              <a:rPr lang="zh-CN" altLang="en-US"/>
              <a:t>层次图的方框表示</a:t>
            </a:r>
            <a:r>
              <a:rPr lang="zh-CN" altLang="en-US">
                <a:highlight>
                  <a:srgbClr val="FFFF00"/>
                </a:highlight>
              </a:rPr>
              <a:t>模块</a:t>
            </a:r>
            <a:r>
              <a:rPr lang="zh-CN" altLang="en-US"/>
              <a:t>（或子模块），而层次方框图的方框表示</a:t>
            </a:r>
            <a:r>
              <a:rPr lang="zh-CN" altLang="en-US">
                <a:highlight>
                  <a:srgbClr val="FFFF00"/>
                </a:highlight>
              </a:rPr>
              <a:t>数据结构</a:t>
            </a:r>
            <a:r>
              <a:rPr lang="zh-CN" altLang="en-US"/>
              <a:t>（整体或其子集）；</a:t>
            </a:r>
            <a:endParaRPr lang="zh-CN" altLang="en-US"/>
          </a:p>
          <a:p>
            <a:pPr marL="514350" indent="-514350">
              <a:buFont typeface="+mj-lt"/>
              <a:buAutoNum type="arabicPeriod"/>
            </a:pPr>
            <a:r>
              <a:rPr lang="zh-CN" altLang="en-US"/>
              <a:t>层次图的连线表示</a:t>
            </a:r>
            <a:r>
              <a:rPr lang="zh-CN" altLang="en-US">
                <a:highlight>
                  <a:srgbClr val="FFFF00"/>
                </a:highlight>
              </a:rPr>
              <a:t>调用关系</a:t>
            </a:r>
            <a:r>
              <a:rPr lang="zh-CN" altLang="en-US"/>
              <a:t>，层次方框图表示</a:t>
            </a:r>
            <a:r>
              <a:rPr lang="zh-CN" altLang="en-US">
                <a:highlight>
                  <a:srgbClr val="FFFF00"/>
                </a:highlight>
              </a:rPr>
              <a:t>组成关</a:t>
            </a:r>
            <a:r>
              <a:rPr lang="zh-CN" altLang="en-US"/>
              <a:t>系。</a:t>
            </a:r>
            <a:endParaRPr lang="zh-CN" altLang="en-US"/>
          </a:p>
        </p:txBody>
      </p:sp>
      <p:sp>
        <p:nvSpPr>
          <p:cNvPr id="4" name="日期占位符 3"/>
          <p:cNvSpPr>
            <a:spLocks noGrp="1"/>
          </p:cNvSpPr>
          <p:nvPr>
            <p:ph type="dt" sz="half" idx="10"/>
          </p:nvPr>
        </p:nvSpPr>
        <p:spPr/>
        <p:txBody>
          <a:bodyPr/>
          <a:lstStyle/>
          <a:p>
            <a:pPr>
              <a:defRPr/>
            </a:pPr>
            <a:fld id="{3A8BC6BA-AF10-49C9-98D9-A16852FCDFBC}" type="datetime11">
              <a:rPr lang="zh-CN" altLang="en-US" smtClean="0"/>
            </a:fld>
            <a:endParaRPr lang="zh-CN" altLang="en-US"/>
          </a:p>
        </p:txBody>
      </p:sp>
      <p:sp>
        <p:nvSpPr>
          <p:cNvPr id="5" name="灯片编号占位符 4"/>
          <p:cNvSpPr>
            <a:spLocks noGrp="1"/>
          </p:cNvSpPr>
          <p:nvPr>
            <p:ph type="sldNum" sz="quarter" idx="12"/>
          </p:nvPr>
        </p:nvSpPr>
        <p:spPr/>
        <p:txBody>
          <a:bodyPr/>
          <a:lstStyle/>
          <a:p>
            <a:pPr>
              <a:defRPr/>
            </a:pPr>
            <a:fld id="{B52A34D6-6B14-4C5A-A8EB-982FC2EEEDDF}" type="slidenum">
              <a:rPr lang="zh-CN" altLang="en-US"/>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smtClean="0">
                <a:latin typeface="Times New Roman" panose="02020603050405020304" pitchFamily="18" charset="0"/>
                <a:sym typeface="Times New Roman" panose="02020603050405020304" pitchFamily="18" charset="0"/>
              </a:rPr>
              <a:t>（</a:t>
            </a:r>
            <a:r>
              <a:rPr lang="en-US" altLang="zh-CN" sz="4400" smtClean="0">
                <a:latin typeface="Times New Roman" panose="02020603050405020304" pitchFamily="18" charset="0"/>
                <a:sym typeface="Times New Roman" panose="02020603050405020304" pitchFamily="18" charset="0"/>
              </a:rPr>
              <a:t>2</a:t>
            </a:r>
            <a:r>
              <a:rPr lang="zh-CN" altLang="en-US" sz="4400" smtClean="0">
                <a:latin typeface="Times New Roman" panose="02020603050405020304" pitchFamily="18" charset="0"/>
                <a:sym typeface="Times New Roman" panose="02020603050405020304" pitchFamily="18" charset="0"/>
              </a:rPr>
              <a:t>）</a:t>
            </a:r>
            <a:r>
              <a:rPr lang="en-US" altLang="zh-CN" sz="4400" smtClean="0">
                <a:latin typeface="Times New Roman" panose="02020603050405020304" pitchFamily="18" charset="0"/>
                <a:sym typeface="Times New Roman" panose="02020603050405020304" pitchFamily="18" charset="0"/>
              </a:rPr>
              <a:t>HIPO</a:t>
            </a:r>
            <a:r>
              <a:rPr lang="zh-CN" altLang="en-US" sz="4400" smtClean="0"/>
              <a:t>图</a:t>
            </a:r>
            <a:endParaRPr lang="zh-CN" altLang="en-US" sz="4400" smtClean="0"/>
          </a:p>
        </p:txBody>
      </p:sp>
      <p:sp>
        <p:nvSpPr>
          <p:cNvPr id="64515" name="内容占位符 2"/>
          <p:cNvSpPr>
            <a:spLocks noGrp="1" noChangeArrowheads="1"/>
          </p:cNvSpPr>
          <p:nvPr>
            <p:ph type="subTitle" idx="1"/>
          </p:nvPr>
        </p:nvSpPr>
        <p:spPr>
          <a:xfrm>
            <a:off x="838200" y="1825625"/>
            <a:ext cx="10515600" cy="4351338"/>
          </a:xfrm>
        </p:spPr>
        <p:txBody>
          <a:bodyPr/>
          <a:lstStyle/>
          <a:p>
            <a:pPr marL="514350" indent="-514350" algn="l" eaLnBrk="1" hangingPunct="1">
              <a:buFont typeface="Arial" panose="020B0604020202020204" pitchFamily="34" charset="0"/>
              <a:buChar char="•"/>
            </a:pPr>
            <a:r>
              <a:rPr lang="en-US" altLang="zh-CN" sz="2800" dirty="0" smtClean="0">
                <a:latin typeface="Times New Roman" panose="02020603050405020304" pitchFamily="18" charset="0"/>
                <a:sym typeface="Times New Roman" panose="02020603050405020304" pitchFamily="18" charset="0"/>
              </a:rPr>
              <a:t>HIPO: Hierarchical plus Input Process Output</a:t>
            </a:r>
            <a:endParaRPr lang="zh-CN" altLang="en-US" sz="2800" dirty="0" smtClean="0">
              <a:latin typeface="Times New Roman" panose="02020603050405020304" pitchFamily="18" charset="0"/>
              <a:sym typeface="Times New Roman" panose="02020603050405020304" pitchFamily="18" charset="0"/>
            </a:endParaRPr>
          </a:p>
          <a:p>
            <a:pPr algn="l" eaLnBrk="1" hangingPunct="1">
              <a:buFont typeface="Arial" panose="020B0604020202020204" pitchFamily="34" charset="0"/>
            </a:pPr>
            <a:r>
              <a:rPr lang="en-US" altLang="zh-CN" sz="2800" dirty="0" smtClean="0">
                <a:solidFill>
                  <a:srgbClr val="FF0000"/>
                </a:solidFill>
                <a:latin typeface="Times New Roman" panose="02020603050405020304" pitchFamily="18" charset="0"/>
                <a:sym typeface="Times New Roman" panose="02020603050405020304" pitchFamily="18" charset="0"/>
              </a:rPr>
              <a:t>      HIPO</a:t>
            </a:r>
            <a:r>
              <a:rPr lang="zh-CN" altLang="en-US" sz="2800" dirty="0" smtClean="0">
                <a:solidFill>
                  <a:srgbClr val="FF0000"/>
                </a:solidFill>
                <a:latin typeface="Times New Roman" panose="02020603050405020304" pitchFamily="18" charset="0"/>
                <a:sym typeface="Times New Roman" panose="02020603050405020304" pitchFamily="18" charset="0"/>
              </a:rPr>
              <a:t>图 </a:t>
            </a:r>
            <a:r>
              <a:rPr lang="en-US" altLang="zh-CN" sz="2800" dirty="0" smtClean="0">
                <a:solidFill>
                  <a:srgbClr val="FF0000"/>
                </a:solidFill>
                <a:latin typeface="Times New Roman" panose="02020603050405020304" pitchFamily="18" charset="0"/>
                <a:sym typeface="Times New Roman" panose="02020603050405020304" pitchFamily="18" charset="0"/>
              </a:rPr>
              <a:t>= </a:t>
            </a:r>
            <a:r>
              <a:rPr lang="zh-CN" altLang="en-US" sz="2800" dirty="0" smtClean="0">
                <a:solidFill>
                  <a:srgbClr val="FF0000"/>
                </a:solidFill>
                <a:latin typeface="Times New Roman" panose="02020603050405020304" pitchFamily="18" charset="0"/>
                <a:sym typeface="Times New Roman" panose="02020603050405020304" pitchFamily="18" charset="0"/>
              </a:rPr>
              <a:t>层次图 </a:t>
            </a:r>
            <a:r>
              <a:rPr lang="en-US" altLang="zh-CN" sz="2800" dirty="0" smtClean="0">
                <a:solidFill>
                  <a:srgbClr val="FF0000"/>
                </a:solidFill>
                <a:latin typeface="Times New Roman" panose="02020603050405020304" pitchFamily="18" charset="0"/>
                <a:sym typeface="Times New Roman" panose="02020603050405020304" pitchFamily="18" charset="0"/>
              </a:rPr>
              <a:t>+ IPO</a:t>
            </a:r>
            <a:r>
              <a:rPr lang="zh-CN" altLang="en-US" sz="2800" dirty="0" smtClean="0">
                <a:solidFill>
                  <a:srgbClr val="FF0000"/>
                </a:solidFill>
                <a:latin typeface="Times New Roman" panose="02020603050405020304" pitchFamily="18" charset="0"/>
                <a:sym typeface="Times New Roman" panose="02020603050405020304" pitchFamily="18" charset="0"/>
              </a:rPr>
              <a:t>图</a:t>
            </a:r>
            <a:endParaRPr lang="en-US" altLang="zh-CN" sz="2800" dirty="0" smtClean="0">
              <a:solidFill>
                <a:srgbClr val="FF0000"/>
              </a:solidFill>
              <a:latin typeface="Times New Roman" panose="02020603050405020304" pitchFamily="18" charset="0"/>
              <a:sym typeface="Times New Roman" panose="02020603050405020304" pitchFamily="18" charset="0"/>
            </a:endParaRPr>
          </a:p>
          <a:p>
            <a:pPr marL="514350" indent="-514350" algn="l" eaLnBrk="1" hangingPunct="1">
              <a:buFont typeface="Arial" panose="020B0604020202020204" pitchFamily="34" charset="0"/>
              <a:buChar char="•"/>
            </a:pPr>
            <a:r>
              <a:rPr lang="zh-CN" altLang="en-US" sz="2800" dirty="0" smtClean="0">
                <a:latin typeface="Times New Roman" panose="02020603050405020304" pitchFamily="18" charset="0"/>
                <a:sym typeface="Times New Roman" panose="02020603050405020304" pitchFamily="18" charset="0"/>
              </a:rPr>
              <a:t>如何生成</a:t>
            </a:r>
            <a:r>
              <a:rPr lang="en-US" altLang="zh-CN" sz="2800" dirty="0" smtClean="0">
                <a:latin typeface="Times New Roman" panose="02020603050405020304" pitchFamily="18" charset="0"/>
                <a:sym typeface="Times New Roman" panose="02020603050405020304" pitchFamily="18" charset="0"/>
              </a:rPr>
              <a:t>HIPO</a:t>
            </a:r>
            <a:r>
              <a:rPr lang="zh-CN" altLang="en-US" sz="2800" dirty="0" smtClean="0">
                <a:latin typeface="Times New Roman" panose="02020603050405020304" pitchFamily="18" charset="0"/>
                <a:sym typeface="Times New Roman" panose="02020603050405020304" pitchFamily="18" charset="0"/>
              </a:rPr>
              <a:t>图？（</a:t>
            </a:r>
            <a:r>
              <a:rPr lang="en-US" altLang="zh-CN" sz="2800" dirty="0" smtClean="0">
                <a:latin typeface="Times New Roman" panose="02020603050405020304" pitchFamily="18" charset="0"/>
                <a:sym typeface="Times New Roman" panose="02020603050405020304" pitchFamily="18" charset="0"/>
              </a:rPr>
              <a:t>3</a:t>
            </a:r>
            <a:r>
              <a:rPr lang="zh-CN" altLang="en-US" sz="2800" dirty="0" smtClean="0">
                <a:latin typeface="Times New Roman" panose="02020603050405020304" pitchFamily="18" charset="0"/>
                <a:sym typeface="Times New Roman" panose="02020603050405020304" pitchFamily="18" charset="0"/>
              </a:rPr>
              <a:t>步）</a:t>
            </a:r>
            <a:endParaRPr lang="en-US" altLang="zh-CN" sz="2800" dirty="0" smtClean="0">
              <a:latin typeface="Times New Roman" panose="02020603050405020304" pitchFamily="18" charset="0"/>
              <a:sym typeface="Times New Roman" panose="02020603050405020304" pitchFamily="18" charset="0"/>
            </a:endParaRPr>
          </a:p>
          <a:p>
            <a:pPr marL="514350" indent="-514350" algn="l">
              <a:buFont typeface="Calibri Light" panose="020F0302020204030204" pitchFamily="34" charset="0"/>
              <a:buAutoNum type="alphaLcParenR"/>
            </a:pPr>
            <a:r>
              <a:rPr lang="zh-CN" altLang="en-US" sz="2800" dirty="0" smtClean="0">
                <a:latin typeface="Times New Roman" panose="02020603050405020304" pitchFamily="18" charset="0"/>
                <a:sym typeface="Times New Roman" panose="02020603050405020304" pitchFamily="18" charset="0"/>
              </a:rPr>
              <a:t>在层次图中，除了</a:t>
            </a:r>
            <a:r>
              <a:rPr lang="zh-CN" altLang="en-US" sz="2800" dirty="0" smtClean="0">
                <a:solidFill>
                  <a:srgbClr val="FF0000"/>
                </a:solidFill>
                <a:latin typeface="Times New Roman" panose="02020603050405020304" pitchFamily="18" charset="0"/>
                <a:sym typeface="Times New Roman" panose="02020603050405020304" pitchFamily="18" charset="0"/>
              </a:rPr>
              <a:t>最顶层的方框之外</a:t>
            </a:r>
            <a:r>
              <a:rPr lang="zh-CN" altLang="en-US" sz="2800" dirty="0" smtClean="0">
                <a:latin typeface="Times New Roman" panose="02020603050405020304" pitchFamily="18" charset="0"/>
                <a:sym typeface="Times New Roman" panose="02020603050405020304" pitchFamily="18" charset="0"/>
              </a:rPr>
              <a:t>，</a:t>
            </a:r>
            <a:r>
              <a:rPr lang="zh-CN" altLang="en-US" sz="2800" dirty="0" smtClean="0">
                <a:highlight>
                  <a:srgbClr val="FFFF00"/>
                </a:highlight>
                <a:latin typeface="Times New Roman" panose="02020603050405020304" pitchFamily="18" charset="0"/>
                <a:sym typeface="Times New Roman" panose="02020603050405020304" pitchFamily="18" charset="0"/>
              </a:rPr>
              <a:t>每个方框</a:t>
            </a:r>
            <a:r>
              <a:rPr lang="zh-CN" altLang="en-US" sz="2800" dirty="0" smtClean="0">
                <a:latin typeface="Times New Roman" panose="02020603050405020304" pitchFamily="18" charset="0"/>
                <a:sym typeface="Times New Roman" panose="02020603050405020304" pitchFamily="18" charset="0"/>
              </a:rPr>
              <a:t>都加上</a:t>
            </a:r>
            <a:r>
              <a:rPr lang="zh-CN" altLang="en-US" sz="2800" dirty="0" smtClean="0">
                <a:highlight>
                  <a:srgbClr val="FFFF00"/>
                </a:highlight>
                <a:latin typeface="Times New Roman" panose="02020603050405020304" pitchFamily="18" charset="0"/>
                <a:sym typeface="Times New Roman" panose="02020603050405020304" pitchFamily="18" charset="0"/>
              </a:rPr>
              <a:t>编号</a:t>
            </a:r>
            <a:r>
              <a:rPr lang="zh-CN" altLang="en-US" sz="2800" dirty="0" smtClean="0">
                <a:latin typeface="Times New Roman" panose="02020603050405020304" pitchFamily="18" charset="0"/>
                <a:sym typeface="Times New Roman" panose="02020603050405020304" pitchFamily="18" charset="0"/>
              </a:rPr>
              <a:t>；</a:t>
            </a:r>
            <a:endParaRPr lang="en-US" altLang="zh-CN" sz="2800" dirty="0" smtClean="0">
              <a:latin typeface="Times New Roman" panose="02020603050405020304" pitchFamily="18" charset="0"/>
              <a:sym typeface="Times New Roman" panose="02020603050405020304" pitchFamily="18" charset="0"/>
            </a:endParaRPr>
          </a:p>
          <a:p>
            <a:pPr marL="514350" indent="-514350" algn="l">
              <a:buFont typeface="Calibri Light" panose="020F0302020204030204" pitchFamily="34" charset="0"/>
              <a:buAutoNum type="alphaLcParenR"/>
            </a:pPr>
            <a:r>
              <a:rPr lang="zh-CN" altLang="en-US" sz="2800" dirty="0" smtClean="0">
                <a:latin typeface="Times New Roman" panose="02020603050405020304" pitchFamily="18" charset="0"/>
                <a:sym typeface="Times New Roman" panose="02020603050405020304" pitchFamily="18" charset="0"/>
              </a:rPr>
              <a:t>针对层次图的</a:t>
            </a:r>
            <a:r>
              <a:rPr lang="zh-CN" altLang="en-US" sz="2800" dirty="0" smtClean="0">
                <a:highlight>
                  <a:srgbClr val="FFFF00"/>
                </a:highlight>
                <a:latin typeface="Times New Roman" panose="02020603050405020304" pitchFamily="18" charset="0"/>
                <a:sym typeface="Times New Roman" panose="02020603050405020304" pitchFamily="18" charset="0"/>
              </a:rPr>
              <a:t>每个</a:t>
            </a:r>
            <a:r>
              <a:rPr lang="zh-CN" altLang="en-US" sz="2800" dirty="0">
                <a:highlight>
                  <a:srgbClr val="FFFF00"/>
                </a:highlight>
                <a:latin typeface="Times New Roman" panose="02020603050405020304" pitchFamily="18" charset="0"/>
                <a:sym typeface="Times New Roman" panose="02020603050405020304" pitchFamily="18" charset="0"/>
              </a:rPr>
              <a:t>方框</a:t>
            </a:r>
            <a:r>
              <a:rPr lang="zh-CN" altLang="en-US" sz="2800" dirty="0">
                <a:latin typeface="Times New Roman" panose="02020603050405020304" pitchFamily="18" charset="0"/>
                <a:sym typeface="Times New Roman" panose="02020603050405020304" pitchFamily="18" charset="0"/>
              </a:rPr>
              <a:t>，用</a:t>
            </a:r>
            <a:r>
              <a:rPr lang="zh-CN" altLang="en-US" sz="2800" dirty="0">
                <a:highlight>
                  <a:srgbClr val="FFFF00"/>
                </a:highlight>
                <a:latin typeface="Times New Roman" panose="02020603050405020304" pitchFamily="18" charset="0"/>
                <a:sym typeface="Times New Roman" panose="02020603050405020304" pitchFamily="18" charset="0"/>
              </a:rPr>
              <a:t>一个</a:t>
            </a:r>
            <a:r>
              <a:rPr lang="en-US" altLang="zh-CN" sz="2800" dirty="0">
                <a:highlight>
                  <a:srgbClr val="FFFF00"/>
                </a:highlight>
                <a:latin typeface="Times New Roman" panose="02020603050405020304" pitchFamily="18" charset="0"/>
                <a:sym typeface="Times New Roman" panose="02020603050405020304" pitchFamily="18" charset="0"/>
              </a:rPr>
              <a:t>IPO</a:t>
            </a:r>
            <a:r>
              <a:rPr lang="zh-CN" altLang="en-US" sz="2800" dirty="0">
                <a:highlight>
                  <a:srgbClr val="FFFF00"/>
                </a:highlight>
                <a:latin typeface="Times New Roman" panose="02020603050405020304" pitchFamily="18" charset="0"/>
                <a:sym typeface="Times New Roman" panose="02020603050405020304" pitchFamily="18" charset="0"/>
              </a:rPr>
              <a:t>图</a:t>
            </a:r>
            <a:r>
              <a:rPr lang="zh-CN" altLang="en-US" sz="2800" dirty="0" smtClean="0">
                <a:latin typeface="Times New Roman" panose="02020603050405020304" pitchFamily="18" charset="0"/>
                <a:sym typeface="Times New Roman" panose="02020603050405020304" pitchFamily="18" charset="0"/>
              </a:rPr>
              <a:t>描绘这个方框代表的模块的处理过程；</a:t>
            </a:r>
            <a:endParaRPr lang="en-US" altLang="zh-CN" sz="2800" dirty="0" smtClean="0">
              <a:latin typeface="Times New Roman" panose="02020603050405020304" pitchFamily="18" charset="0"/>
              <a:sym typeface="Times New Roman" panose="02020603050405020304" pitchFamily="18" charset="0"/>
            </a:endParaRPr>
          </a:p>
          <a:p>
            <a:pPr marL="514350" indent="-514350" algn="l">
              <a:buFont typeface="Calibri Light" panose="020F0302020204030204" pitchFamily="34" charset="0"/>
              <a:buAutoNum type="alphaLcParenR"/>
            </a:pPr>
            <a:r>
              <a:rPr lang="zh-CN" altLang="en-US" sz="2800" dirty="0" smtClean="0">
                <a:latin typeface="Times New Roman" panose="02020603050405020304" pitchFamily="18" charset="0"/>
                <a:sym typeface="Times New Roman" panose="02020603050405020304" pitchFamily="18" charset="0"/>
              </a:rPr>
              <a:t>给每个</a:t>
            </a:r>
            <a:r>
              <a:rPr lang="en-US" altLang="zh-CN" sz="2800" dirty="0" smtClean="0">
                <a:latin typeface="Times New Roman" panose="02020603050405020304" pitchFamily="18" charset="0"/>
                <a:sym typeface="Times New Roman" panose="02020603050405020304" pitchFamily="18" charset="0"/>
              </a:rPr>
              <a:t>IPO</a:t>
            </a:r>
            <a:r>
              <a:rPr lang="zh-CN" altLang="en-US" sz="2800" dirty="0" smtClean="0">
                <a:latin typeface="Times New Roman" panose="02020603050405020304" pitchFamily="18" charset="0"/>
                <a:sym typeface="Times New Roman" panose="02020603050405020304" pitchFamily="18" charset="0"/>
              </a:rPr>
              <a:t>图加编号（对应层次图中的一个方框），以便追踪了解这个模块在软件结构中的位置。</a:t>
            </a:r>
            <a:endParaRPr lang="zh-CN" altLang="en-US" sz="2800" dirty="0" smtClean="0">
              <a:latin typeface="Times New Roman" panose="02020603050405020304" pitchFamily="18" charset="0"/>
              <a:sym typeface="Times New Roman" panose="02020603050405020304" pitchFamily="18" charset="0"/>
            </a:endParaRPr>
          </a:p>
          <a:p>
            <a:pPr marL="514350" indent="-514350">
              <a:buFont typeface="Calibri Light" panose="020F0302020204030204" pitchFamily="34" charset="0"/>
              <a:buAutoNum type="alphaLcParenR"/>
            </a:pPr>
            <a:endParaRPr lang="zh-CN" altLang="en-US" sz="2800" dirty="0" smtClean="0">
              <a:latin typeface="Times New Roman" panose="02020603050405020304" pitchFamily="18" charset="0"/>
              <a:sym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4515">
                                            <p:txEl>
                                              <p:pRg st="2" end="2"/>
                                            </p:txEl>
                                          </p:spTgt>
                                        </p:tgtEl>
                                        <p:attrNameLst>
                                          <p:attrName>style.visibility</p:attrName>
                                        </p:attrNameLst>
                                      </p:cBhvr>
                                      <p:to>
                                        <p:strVal val="visible"/>
                                      </p:to>
                                    </p:set>
                                    <p:animEffect transition="in" filter="barn(inVertical)">
                                      <p:cBhvr>
                                        <p:cTn id="7" dur="500"/>
                                        <p:tgtEl>
                                          <p:spTgt spid="64515">
                                            <p:txEl>
                                              <p:pRg st="2" end="2"/>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64515">
                                            <p:txEl>
                                              <p:pRg st="3" end="3"/>
                                            </p:txEl>
                                          </p:spTgt>
                                        </p:tgtEl>
                                        <p:attrNameLst>
                                          <p:attrName>style.visibility</p:attrName>
                                        </p:attrNameLst>
                                      </p:cBhvr>
                                      <p:to>
                                        <p:strVal val="visible"/>
                                      </p:to>
                                    </p:set>
                                    <p:animEffect transition="in" filter="barn(inVertical)">
                                      <p:cBhvr>
                                        <p:cTn id="10" dur="500"/>
                                        <p:tgtEl>
                                          <p:spTgt spid="64515">
                                            <p:txEl>
                                              <p:pRg st="3" end="3"/>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64515">
                                            <p:txEl>
                                              <p:pRg st="4" end="4"/>
                                            </p:txEl>
                                          </p:spTgt>
                                        </p:tgtEl>
                                        <p:attrNameLst>
                                          <p:attrName>style.visibility</p:attrName>
                                        </p:attrNameLst>
                                      </p:cBhvr>
                                      <p:to>
                                        <p:strVal val="visible"/>
                                      </p:to>
                                    </p:set>
                                    <p:animEffect transition="in" filter="barn(inVertical)">
                                      <p:cBhvr>
                                        <p:cTn id="13" dur="500"/>
                                        <p:tgtEl>
                                          <p:spTgt spid="64515">
                                            <p:txEl>
                                              <p:pRg st="4" end="4"/>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64515">
                                            <p:txEl>
                                              <p:pRg st="5" end="5"/>
                                            </p:txEl>
                                          </p:spTgt>
                                        </p:tgtEl>
                                        <p:attrNameLst>
                                          <p:attrName>style.visibility</p:attrName>
                                        </p:attrNameLst>
                                      </p:cBhvr>
                                      <p:to>
                                        <p:strVal val="visible"/>
                                      </p:to>
                                    </p:set>
                                    <p:animEffect transition="in" filter="barn(inVertical)">
                                      <p:cBhvr>
                                        <p:cTn id="16" dur="500"/>
                                        <p:tgtEl>
                                          <p:spTgt spid="6451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带编号的层次图</a:t>
            </a:r>
            <a:endParaRPr lang="zh-CN" altLang="en-US" dirty="0"/>
          </a:p>
        </p:txBody>
      </p:sp>
      <p:sp>
        <p:nvSpPr>
          <p:cNvPr id="4" name="日期占位符 3"/>
          <p:cNvSpPr>
            <a:spLocks noGrp="1"/>
          </p:cNvSpPr>
          <p:nvPr>
            <p:ph type="dt" sz="half" idx="10"/>
          </p:nvPr>
        </p:nvSpPr>
        <p:spPr/>
        <p:txBody>
          <a:bodyPr/>
          <a:lstStyle/>
          <a:p>
            <a:pPr>
              <a:defRPr/>
            </a:pPr>
            <a:fld id="{3A8BC6BA-AF10-49C9-98D9-A16852FCDFBC}" type="datetime11">
              <a:rPr lang="zh-CN" altLang="en-US" smtClean="0"/>
            </a:fld>
            <a:endParaRPr lang="zh-CN" altLang="en-US"/>
          </a:p>
        </p:txBody>
      </p:sp>
      <p:sp>
        <p:nvSpPr>
          <p:cNvPr id="5" name="灯片编号占位符 4"/>
          <p:cNvSpPr>
            <a:spLocks noGrp="1"/>
          </p:cNvSpPr>
          <p:nvPr>
            <p:ph type="sldNum" sz="quarter" idx="12"/>
          </p:nvPr>
        </p:nvSpPr>
        <p:spPr/>
        <p:txBody>
          <a:bodyPr/>
          <a:lstStyle/>
          <a:p>
            <a:pPr>
              <a:defRPr/>
            </a:pPr>
            <a:fld id="{B52A34D6-6B14-4C5A-A8EB-982FC2EEEDDF}" type="slidenum">
              <a:rPr lang="zh-CN" altLang="en-US" smtClean="0"/>
            </a:fld>
            <a:endParaRPr lang="zh-CN" altLang="en-US"/>
          </a:p>
        </p:txBody>
      </p:sp>
      <p:pic>
        <p:nvPicPr>
          <p:cNvPr id="266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32187" y="1496890"/>
            <a:ext cx="8397407" cy="49139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noChangeArrowheads="1"/>
          </p:cNvSpPr>
          <p:nvPr>
            <p:ph type="ctrTitle"/>
          </p:nvPr>
        </p:nvSpPr>
        <p:spPr>
          <a:xfrm>
            <a:off x="838200" y="365125"/>
            <a:ext cx="10515600" cy="1325563"/>
          </a:xfrm>
        </p:spPr>
        <p:txBody>
          <a:bodyPr anchor="ctr"/>
          <a:lstStyle/>
          <a:p>
            <a:pPr marL="0" indent="0" algn="l" eaLnBrk="1" hangingPunct="1"/>
            <a:r>
              <a:rPr lang="en-US" altLang="zh-CN" sz="4400" smtClean="0"/>
              <a:t>5.4.2 </a:t>
            </a:r>
            <a:r>
              <a:rPr lang="zh-CN" altLang="en-US" sz="4400" smtClean="0"/>
              <a:t>结构图 </a:t>
            </a:r>
            <a:r>
              <a:rPr lang="en-US" altLang="zh-CN" sz="4400" smtClean="0"/>
              <a:t>(SC: Structure Chart)</a:t>
            </a:r>
            <a:endParaRPr lang="zh-CN" altLang="en-US" sz="4400" smtClean="0"/>
          </a:p>
        </p:txBody>
      </p:sp>
      <p:sp>
        <p:nvSpPr>
          <p:cNvPr id="65539" name="内容占位符 2"/>
          <p:cNvSpPr>
            <a:spLocks noGrp="1" noChangeArrowheads="1"/>
          </p:cNvSpPr>
          <p:nvPr>
            <p:ph type="subTitle" idx="1"/>
          </p:nvPr>
        </p:nvSpPr>
        <p:spPr>
          <a:xfrm>
            <a:off x="838200" y="1568450"/>
            <a:ext cx="10515600" cy="4608513"/>
          </a:xfrm>
        </p:spPr>
        <p:txBody>
          <a:bodyPr/>
          <a:lstStyle/>
          <a:p>
            <a:pPr marL="228600" indent="-228600" algn="l" eaLnBrk="1" hangingPunct="1">
              <a:buFont typeface="Arial" panose="020B0604020202020204" pitchFamily="34" charset="0"/>
              <a:buChar char="•"/>
            </a:pPr>
            <a:r>
              <a:rPr lang="zh-CN" altLang="en-US" sz="2800" dirty="0" smtClean="0"/>
              <a:t>结构图由</a:t>
            </a:r>
            <a:r>
              <a:rPr lang="en-US" altLang="zh-CN" sz="2800" dirty="0" smtClean="0"/>
              <a:t>Yourdon</a:t>
            </a:r>
            <a:r>
              <a:rPr lang="zh-CN" altLang="en-US" sz="2800" dirty="0" smtClean="0"/>
              <a:t>提出；</a:t>
            </a:r>
            <a:endParaRPr lang="en-US" altLang="zh-CN" sz="2800" dirty="0" smtClean="0"/>
          </a:p>
          <a:p>
            <a:pPr marL="228600" indent="-228600" algn="l" eaLnBrk="1" hangingPunct="1">
              <a:buFont typeface="Arial" panose="020B0604020202020204" pitchFamily="34" charset="0"/>
              <a:buChar char="•"/>
            </a:pPr>
            <a:endParaRPr lang="zh-CN" altLang="en-US" sz="2800" dirty="0" smtClean="0"/>
          </a:p>
          <a:p>
            <a:pPr marL="228600" indent="-228600" algn="l" eaLnBrk="1" hangingPunct="1">
              <a:buFont typeface="Arial" panose="020B0604020202020204" pitchFamily="34" charset="0"/>
              <a:buChar char="•"/>
            </a:pPr>
            <a:r>
              <a:rPr lang="zh-CN" altLang="en-US" sz="2800" dirty="0" smtClean="0"/>
              <a:t>结构图是进行软件结构设计的另一有力工具。</a:t>
            </a:r>
            <a:endParaRPr lang="zh-CN" altLang="en-US" sz="2800" dirty="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内容占位符 2"/>
          <p:cNvSpPr>
            <a:spLocks noGrp="1" noChangeArrowheads="1"/>
          </p:cNvSpPr>
          <p:nvPr>
            <p:ph type="subTitle" idx="1"/>
          </p:nvPr>
        </p:nvSpPr>
        <p:spPr>
          <a:xfrm>
            <a:off x="692150" y="539750"/>
            <a:ext cx="10515600" cy="2252663"/>
          </a:xfrm>
        </p:spPr>
        <p:txBody>
          <a:bodyPr/>
          <a:lstStyle/>
          <a:p>
            <a:pPr algn="l" eaLnBrk="1" hangingPunct="1"/>
            <a:r>
              <a:rPr lang="zh-CN" altLang="en-US" sz="2800" smtClean="0"/>
              <a:t>结构图的主要成分说明：</a:t>
            </a:r>
            <a:endParaRPr lang="en-US" altLang="zh-CN" sz="2800" smtClean="0"/>
          </a:p>
          <a:p>
            <a:pPr algn="l" eaLnBrk="1" hangingPunct="1">
              <a:buFont typeface="Arial" panose="020B0604020202020204" pitchFamily="34" charset="0"/>
              <a:buChar char="•"/>
            </a:pPr>
            <a:r>
              <a:rPr lang="zh-CN" altLang="en-US" sz="2800" smtClean="0"/>
              <a:t>一个方框表示一个模块，框内注明模块的名字或主要功能；</a:t>
            </a:r>
            <a:endParaRPr lang="en-US" altLang="zh-CN" sz="2800" smtClean="0"/>
          </a:p>
          <a:p>
            <a:pPr algn="l" eaLnBrk="1" hangingPunct="1">
              <a:buFont typeface="Arial" panose="020B0604020202020204" pitchFamily="34" charset="0"/>
              <a:buChar char="•"/>
            </a:pPr>
            <a:r>
              <a:rPr lang="zh-CN" altLang="en-US" sz="2800" smtClean="0"/>
              <a:t>方框之间的</a:t>
            </a:r>
            <a:r>
              <a:rPr lang="zh-CN" altLang="en-US" sz="2800" smtClean="0">
                <a:solidFill>
                  <a:srgbClr val="0000FF"/>
                </a:solidFill>
              </a:rPr>
              <a:t>箭头</a:t>
            </a:r>
            <a:r>
              <a:rPr lang="zh-CN" altLang="en-US" sz="2800" smtClean="0"/>
              <a:t>（或直线）表示</a:t>
            </a:r>
            <a:r>
              <a:rPr lang="zh-CN" altLang="en-US" sz="2800" smtClean="0">
                <a:solidFill>
                  <a:srgbClr val="0000FF"/>
                </a:solidFill>
              </a:rPr>
              <a:t>模块间的调用关系</a:t>
            </a:r>
            <a:r>
              <a:rPr lang="zh-CN" altLang="en-US" sz="2800" smtClean="0"/>
              <a:t>；</a:t>
            </a:r>
            <a:endParaRPr lang="en-US" altLang="zh-CN" sz="2800" smtClean="0"/>
          </a:p>
          <a:p>
            <a:pPr algn="l" eaLnBrk="1" hangingPunct="1">
              <a:buFont typeface="Arial" panose="020B0604020202020204" pitchFamily="34" charset="0"/>
              <a:buChar char="•"/>
            </a:pPr>
            <a:r>
              <a:rPr lang="zh-CN" altLang="en-US" sz="2800" smtClean="0"/>
              <a:t>箭头旁边的文字表示模块间传递的</a:t>
            </a:r>
            <a:r>
              <a:rPr lang="zh-CN" altLang="en-US" sz="2800" smtClean="0">
                <a:solidFill>
                  <a:srgbClr val="0000FF"/>
                </a:solidFill>
              </a:rPr>
              <a:t>数据信息（箭头尾部为空心圆）</a:t>
            </a:r>
            <a:r>
              <a:rPr lang="zh-CN" altLang="en-US" sz="2800" smtClean="0"/>
              <a:t>或</a:t>
            </a:r>
            <a:r>
              <a:rPr lang="zh-CN" altLang="en-US" sz="2800" smtClean="0">
                <a:solidFill>
                  <a:srgbClr val="0000FF"/>
                </a:solidFill>
              </a:rPr>
              <a:t>控制信息（箭头尾部为实心圆）</a:t>
            </a:r>
            <a:r>
              <a:rPr lang="zh-CN" altLang="en-US" sz="2800" smtClean="0"/>
              <a:t> 。</a:t>
            </a:r>
            <a:endParaRPr lang="en-US" altLang="zh-CN" sz="2800" smtClean="0"/>
          </a:p>
          <a:p>
            <a:pPr algn="l" eaLnBrk="1" hangingPunct="1">
              <a:buFont typeface="Arial" panose="020B0604020202020204" pitchFamily="34" charset="0"/>
              <a:buChar char="•"/>
            </a:pPr>
            <a:endParaRPr lang="zh-CN" altLang="en-US" sz="2800" smtClean="0"/>
          </a:p>
        </p:txBody>
      </p:sp>
      <p:pic>
        <p:nvPicPr>
          <p:cNvPr id="66563"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19300" y="3303588"/>
            <a:ext cx="6454775" cy="303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noChangeArrowheads="1"/>
          </p:cNvSpPr>
          <p:nvPr>
            <p:ph type="ctrTitle"/>
          </p:nvPr>
        </p:nvSpPr>
        <p:spPr>
          <a:xfrm>
            <a:off x="678180" y="255905"/>
            <a:ext cx="10515600" cy="1325563"/>
          </a:xfrm>
        </p:spPr>
        <p:txBody>
          <a:bodyPr anchor="ctr"/>
          <a:lstStyle/>
          <a:p>
            <a:pPr marL="0" indent="0" algn="l" eaLnBrk="1" hangingPunct="1"/>
            <a:r>
              <a:rPr lang="zh-CN" altLang="en-US" sz="4400" smtClean="0"/>
              <a:t>结构图举例</a:t>
            </a:r>
            <a:endParaRPr lang="zh-CN" altLang="en-US" sz="4400" smtClean="0"/>
          </a:p>
        </p:txBody>
      </p:sp>
      <p:pic>
        <p:nvPicPr>
          <p:cNvPr id="67587"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59230" y="1477645"/>
            <a:ext cx="7380605" cy="469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8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04655" y="2169160"/>
            <a:ext cx="1123950" cy="186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smtClean="0"/>
              <a:t>结构图中的选择调用与循环调用</a:t>
            </a:r>
            <a:endParaRPr lang="zh-CN" altLang="en-US" sz="4400" smtClean="0"/>
          </a:p>
        </p:txBody>
      </p:sp>
      <p:pic>
        <p:nvPicPr>
          <p:cNvPr id="68611"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30325" y="1657350"/>
            <a:ext cx="8794750" cy="157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2" name="TextBox 3"/>
          <p:cNvSpPr>
            <a:spLocks noChangeArrowheads="1"/>
          </p:cNvSpPr>
          <p:nvPr/>
        </p:nvSpPr>
        <p:spPr bwMode="auto">
          <a:xfrm>
            <a:off x="979488" y="3821113"/>
            <a:ext cx="3571875"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1000"/>
              </a:spcBef>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zh-CN" altLang="en-US">
                <a:solidFill>
                  <a:srgbClr val="000000"/>
                </a:solidFill>
                <a:sym typeface="宋体" panose="02010600030101010101" pitchFamily="2" charset="-122"/>
              </a:rPr>
              <a:t>模块</a:t>
            </a:r>
            <a:r>
              <a:rPr lang="en-US" altLang="zh-CN">
                <a:solidFill>
                  <a:srgbClr val="000000"/>
                </a:solidFill>
              </a:rPr>
              <a:t>M</a:t>
            </a:r>
            <a:r>
              <a:rPr lang="zh-CN" altLang="en-US">
                <a:solidFill>
                  <a:srgbClr val="000000"/>
                </a:solidFill>
                <a:sym typeface="宋体" panose="02010600030101010101" pitchFamily="2" charset="-122"/>
              </a:rPr>
              <a:t>中判定为真时调用模块</a:t>
            </a:r>
            <a:r>
              <a:rPr lang="en-US" altLang="zh-CN">
                <a:solidFill>
                  <a:srgbClr val="000000"/>
                </a:solidFill>
              </a:rPr>
              <a:t>A, </a:t>
            </a:r>
            <a:r>
              <a:rPr lang="zh-CN" altLang="en-US">
                <a:solidFill>
                  <a:srgbClr val="000000"/>
                </a:solidFill>
                <a:sym typeface="宋体" panose="02010600030101010101" pitchFamily="2" charset="-122"/>
              </a:rPr>
              <a:t>判定为假时调用模块</a:t>
            </a:r>
            <a:r>
              <a:rPr lang="en-US" altLang="zh-CN">
                <a:solidFill>
                  <a:srgbClr val="000000"/>
                </a:solidFill>
              </a:rPr>
              <a:t>B</a:t>
            </a:r>
            <a:r>
              <a:rPr lang="zh-CN" altLang="en-US">
                <a:solidFill>
                  <a:srgbClr val="000000"/>
                </a:solidFill>
                <a:sym typeface="宋体" panose="02010600030101010101" pitchFamily="2" charset="-122"/>
              </a:rPr>
              <a:t>。</a:t>
            </a:r>
            <a:endParaRPr lang="zh-CN" altLang="en-US">
              <a:solidFill>
                <a:srgbClr val="000000"/>
              </a:solidFill>
              <a:sym typeface="宋体" panose="02010600030101010101" pitchFamily="2" charset="-122"/>
            </a:endParaRPr>
          </a:p>
        </p:txBody>
      </p:sp>
      <p:sp>
        <p:nvSpPr>
          <p:cNvPr id="68613" name="TextBox 3"/>
          <p:cNvSpPr>
            <a:spLocks noChangeArrowheads="1"/>
          </p:cNvSpPr>
          <p:nvPr/>
        </p:nvSpPr>
        <p:spPr bwMode="auto">
          <a:xfrm>
            <a:off x="5788025" y="3451225"/>
            <a:ext cx="42005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ts val="1000"/>
              </a:spcBef>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zh-CN" altLang="en-US">
                <a:solidFill>
                  <a:srgbClr val="000000"/>
                </a:solidFill>
                <a:sym typeface="宋体" panose="02010600030101010101" pitchFamily="2" charset="-122"/>
              </a:rPr>
              <a:t>循环调用模块</a:t>
            </a:r>
            <a:r>
              <a:rPr lang="en-US" altLang="zh-CN">
                <a:solidFill>
                  <a:srgbClr val="000000"/>
                </a:solidFill>
                <a:sym typeface="宋体" panose="02010600030101010101" pitchFamily="2" charset="-122"/>
              </a:rPr>
              <a:t>A</a:t>
            </a:r>
            <a:r>
              <a:rPr lang="zh-CN" altLang="en-US">
                <a:solidFill>
                  <a:srgbClr val="000000"/>
                </a:solidFill>
                <a:sym typeface="宋体" panose="02010600030101010101" pitchFamily="2" charset="-122"/>
              </a:rPr>
              <a:t>、</a:t>
            </a:r>
            <a:r>
              <a:rPr lang="en-US" altLang="zh-CN">
                <a:solidFill>
                  <a:srgbClr val="000000"/>
                </a:solidFill>
                <a:sym typeface="宋体" panose="02010600030101010101" pitchFamily="2" charset="-122"/>
              </a:rPr>
              <a:t>B</a:t>
            </a:r>
            <a:r>
              <a:rPr lang="zh-CN" altLang="en-US">
                <a:solidFill>
                  <a:srgbClr val="000000"/>
                </a:solidFill>
                <a:sym typeface="宋体" panose="02010600030101010101" pitchFamily="2" charset="-122"/>
              </a:rPr>
              <a:t>和</a:t>
            </a:r>
            <a:r>
              <a:rPr lang="en-US" altLang="zh-CN">
                <a:solidFill>
                  <a:srgbClr val="000000"/>
                </a:solidFill>
                <a:sym typeface="宋体" panose="02010600030101010101" pitchFamily="2" charset="-122"/>
              </a:rPr>
              <a:t>C</a:t>
            </a:r>
            <a:endParaRPr lang="zh-CN" altLang="en-US">
              <a:solidFill>
                <a:srgbClr val="000000"/>
              </a:solidFill>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noChangeArrowheads="1"/>
          </p:cNvSpPr>
          <p:nvPr>
            <p:ph type="ctrTitle"/>
          </p:nvPr>
        </p:nvSpPr>
        <p:spPr>
          <a:xfrm>
            <a:off x="838200" y="365125"/>
            <a:ext cx="10515600" cy="1325563"/>
          </a:xfrm>
        </p:spPr>
        <p:txBody>
          <a:bodyPr anchor="ctr"/>
          <a:lstStyle/>
          <a:p>
            <a:pPr marL="0" indent="0" algn="l" eaLnBrk="1" hangingPunct="1"/>
            <a:r>
              <a:rPr lang="en-US" altLang="zh-CN" sz="4400" dirty="0" smtClean="0"/>
              <a:t>5.5 </a:t>
            </a:r>
            <a:r>
              <a:rPr lang="zh-CN" altLang="en-US" sz="4400" dirty="0" smtClean="0"/>
              <a:t>面向数据流的设计方法</a:t>
            </a:r>
            <a:endParaRPr lang="zh-CN" altLang="en-US" sz="4400" dirty="0" smtClean="0"/>
          </a:p>
        </p:txBody>
      </p:sp>
      <p:sp>
        <p:nvSpPr>
          <p:cNvPr id="69635" name="内容占位符 2"/>
          <p:cNvSpPr>
            <a:spLocks noGrp="1" noChangeArrowheads="1"/>
          </p:cNvSpPr>
          <p:nvPr>
            <p:ph type="subTitle" idx="1"/>
          </p:nvPr>
        </p:nvSpPr>
        <p:spPr>
          <a:xfrm>
            <a:off x="838200" y="1825625"/>
            <a:ext cx="10515600" cy="4351338"/>
          </a:xfrm>
        </p:spPr>
        <p:txBody>
          <a:bodyPr/>
          <a:lstStyle/>
          <a:p>
            <a:pPr marL="228600" indent="-228600" algn="l" eaLnBrk="1" hangingPunct="1">
              <a:buFont typeface="Arial" panose="020B0604020202020204" pitchFamily="34" charset="0"/>
              <a:buChar char="•"/>
            </a:pPr>
            <a:r>
              <a:rPr lang="zh-CN" altLang="en-US" sz="2800" dirty="0" smtClean="0"/>
              <a:t>通常所说的</a:t>
            </a:r>
            <a:r>
              <a:rPr lang="zh-CN" altLang="en-US" sz="2800" dirty="0" smtClean="0">
                <a:solidFill>
                  <a:srgbClr val="0000FF"/>
                </a:solidFill>
              </a:rPr>
              <a:t>结构化设计方法</a:t>
            </a:r>
            <a:r>
              <a:rPr lang="zh-CN" altLang="en-US" sz="2800" dirty="0" smtClean="0"/>
              <a:t>（简称</a:t>
            </a:r>
            <a:r>
              <a:rPr lang="en-US" altLang="zh-CN" sz="2800" dirty="0" smtClean="0"/>
              <a:t>SD</a:t>
            </a:r>
            <a:r>
              <a:rPr lang="zh-CN" altLang="en-US" sz="2800" dirty="0" smtClean="0"/>
              <a:t>方法），也就是面向数据流的设计方法。</a:t>
            </a:r>
            <a:endParaRPr lang="en-US" altLang="zh-CN" sz="2800" dirty="0" smtClean="0"/>
          </a:p>
          <a:p>
            <a:pPr marL="228600" indent="-228600" algn="l" eaLnBrk="1" hangingPunct="1">
              <a:buFont typeface="Arial" panose="020B0604020202020204" pitchFamily="34" charset="0"/>
              <a:buChar char="•"/>
            </a:pPr>
            <a:endParaRPr lang="zh-CN" altLang="en-US" sz="2800" dirty="0" smtClean="0"/>
          </a:p>
          <a:p>
            <a:pPr marL="228600" indent="-228600" algn="l" eaLnBrk="1" hangingPunct="1">
              <a:buFont typeface="Arial" panose="020B0604020202020204" pitchFamily="34" charset="0"/>
              <a:buChar char="•"/>
            </a:pPr>
            <a:r>
              <a:rPr lang="zh-CN" altLang="en-US" sz="2800" smtClean="0"/>
              <a:t>面向数据流的设计方法的设计目标是</a:t>
            </a:r>
            <a:r>
              <a:rPr lang="zh-CN" altLang="en-US" sz="2800" smtClean="0">
                <a:solidFill>
                  <a:srgbClr val="0000FF"/>
                </a:solidFill>
              </a:rPr>
              <a:t>给出设计软件结构的一个系统化途径 </a:t>
            </a:r>
            <a:r>
              <a:rPr lang="zh-CN" altLang="en-US" sz="2800" smtClean="0"/>
              <a:t>（规范、系统化，而</a:t>
            </a:r>
            <a:r>
              <a:rPr lang="zh-CN" altLang="en-US" sz="2800" smtClean="0">
                <a:solidFill>
                  <a:srgbClr val="FF0000"/>
                </a:solidFill>
              </a:rPr>
              <a:t>不是凭空或仓促设计软件结构</a:t>
            </a:r>
            <a:r>
              <a:rPr lang="zh-CN" altLang="en-US" sz="2800" smtClean="0"/>
              <a:t>）。</a:t>
            </a:r>
            <a:endParaRPr lang="zh-CN" altLang="en-US" sz="2800" smtClean="0"/>
          </a:p>
        </p:txBody>
      </p:sp>
      <p:sp>
        <p:nvSpPr>
          <p:cNvPr id="69636" name="灯片编号占位符 1"/>
          <p:cNvSpPr>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lnSpc>
                <a:spcPct val="90000"/>
              </a:lnSpc>
              <a:spcBef>
                <a:spcPts val="1000"/>
              </a:spcBef>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lnSpc>
                <a:spcPct val="100000"/>
              </a:lnSpc>
              <a:spcBef>
                <a:spcPct val="0"/>
              </a:spcBef>
              <a:buFont typeface="Arial" panose="020B0604020202020204" pitchFamily="34" charset="0"/>
              <a:buNone/>
            </a:pPr>
            <a:fld id="{F9215D59-4502-4788-8318-BA0C6A1CA983}" type="slidenum">
              <a:rPr lang="zh-CN" altLang="en-US" sz="1200">
                <a:solidFill>
                  <a:srgbClr val="898989"/>
                </a:solidFill>
                <a:latin typeface="Arial" panose="020B0604020202020204" pitchFamily="34" charset="0"/>
              </a:rPr>
            </a:fld>
            <a:endParaRPr lang="zh-CN" altLang="en-US" sz="1200">
              <a:solidFill>
                <a:srgbClr val="898989"/>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noChangeArrowheads="1"/>
          </p:cNvSpPr>
          <p:nvPr>
            <p:ph type="ctrTitle"/>
          </p:nvPr>
        </p:nvSpPr>
        <p:spPr>
          <a:xfrm>
            <a:off x="838200" y="365125"/>
            <a:ext cx="10515600" cy="1325563"/>
          </a:xfrm>
        </p:spPr>
        <p:txBody>
          <a:bodyPr anchor="ctr"/>
          <a:lstStyle/>
          <a:p>
            <a:pPr marL="0" indent="0" algn="l" eaLnBrk="1" hangingPunct="1"/>
            <a:r>
              <a:rPr lang="en-US" altLang="zh-CN" sz="4400" smtClean="0"/>
              <a:t>5.5.1 </a:t>
            </a:r>
            <a:r>
              <a:rPr lang="zh-CN" altLang="en-US" sz="4400" smtClean="0"/>
              <a:t>概念</a:t>
            </a:r>
            <a:endParaRPr lang="zh-CN" altLang="en-US" sz="4400" smtClean="0"/>
          </a:p>
        </p:txBody>
      </p:sp>
      <p:sp>
        <p:nvSpPr>
          <p:cNvPr id="70659" name="内容占位符 2"/>
          <p:cNvSpPr>
            <a:spLocks noGrp="1" noChangeArrowheads="1"/>
          </p:cNvSpPr>
          <p:nvPr>
            <p:ph type="subTitle" idx="1"/>
          </p:nvPr>
        </p:nvSpPr>
        <p:spPr>
          <a:xfrm>
            <a:off x="838200" y="1825625"/>
            <a:ext cx="10515600" cy="4351338"/>
          </a:xfrm>
        </p:spPr>
        <p:txBody>
          <a:bodyPr/>
          <a:lstStyle/>
          <a:p>
            <a:pPr marL="514350" indent="-514350" algn="l" eaLnBrk="1" hangingPunct="1">
              <a:buFont typeface="Arial" panose="020B0604020202020204" pitchFamily="34" charset="0"/>
              <a:buChar char="•"/>
            </a:pPr>
            <a:r>
              <a:rPr lang="zh-CN" altLang="en-US" sz="2800" dirty="0" smtClean="0"/>
              <a:t>把</a:t>
            </a:r>
            <a:r>
              <a:rPr lang="zh-CN" altLang="en-US" sz="2800" dirty="0" smtClean="0">
                <a:solidFill>
                  <a:srgbClr val="0000FF"/>
                </a:solidFill>
              </a:rPr>
              <a:t>信息流</a:t>
            </a:r>
            <a:r>
              <a:rPr lang="zh-CN" altLang="en-US" sz="2800" dirty="0" smtClean="0"/>
              <a:t>映射成</a:t>
            </a:r>
            <a:r>
              <a:rPr lang="zh-CN" altLang="en-US" sz="2800" dirty="0" smtClean="0">
                <a:solidFill>
                  <a:srgbClr val="0000FF"/>
                </a:solidFill>
              </a:rPr>
              <a:t>软件结</a:t>
            </a:r>
            <a:r>
              <a:rPr lang="zh-CN" altLang="en-US" sz="2800" dirty="0" smtClean="0"/>
              <a:t>构</a:t>
            </a:r>
            <a:endParaRPr lang="en-US" altLang="zh-CN" sz="2800" dirty="0" smtClean="0"/>
          </a:p>
          <a:p>
            <a:pPr marL="514350" indent="-514350" algn="l" eaLnBrk="1" hangingPunct="1">
              <a:buFont typeface="Arial" panose="020B0604020202020204" pitchFamily="34" charset="0"/>
              <a:buChar char="•"/>
            </a:pPr>
            <a:r>
              <a:rPr lang="zh-CN" altLang="en-US" sz="2800" dirty="0" smtClean="0"/>
              <a:t>信息流的类型决定了映射的方法</a:t>
            </a:r>
            <a:endParaRPr lang="en-US" altLang="zh-CN" sz="2800" dirty="0" smtClean="0"/>
          </a:p>
          <a:p>
            <a:pPr algn="l" eaLnBrk="1" hangingPunct="1"/>
            <a:r>
              <a:rPr lang="zh-CN" altLang="en-US" sz="2800" dirty="0" smtClean="0"/>
              <a:t>      信息流可分为两种类型：</a:t>
            </a:r>
            <a:endParaRPr lang="en-US" altLang="zh-CN" sz="2800" dirty="0" smtClean="0"/>
          </a:p>
          <a:p>
            <a:pPr marL="971550" lvl="1" indent="-514350" algn="l" eaLnBrk="1" hangingPunct="1">
              <a:buFont typeface="Calibri Light" panose="020F0302020204030204" pitchFamily="34" charset="0"/>
              <a:buAutoNum type="alphaLcParenR"/>
            </a:pPr>
            <a:r>
              <a:rPr lang="zh-CN" altLang="en-US" sz="2800" dirty="0" smtClean="0">
                <a:solidFill>
                  <a:srgbClr val="FF0000"/>
                </a:solidFill>
              </a:rPr>
              <a:t>变换流</a:t>
            </a:r>
            <a:endParaRPr lang="en-US" altLang="zh-CN" sz="2800" dirty="0" smtClean="0">
              <a:solidFill>
                <a:srgbClr val="FF0000"/>
              </a:solidFill>
            </a:endParaRPr>
          </a:p>
          <a:p>
            <a:pPr marL="971550" lvl="1" indent="-514350" algn="l" eaLnBrk="1" hangingPunct="1">
              <a:buFont typeface="Calibri Light" panose="020F0302020204030204" pitchFamily="34" charset="0"/>
              <a:buAutoNum type="alphaLcParenR"/>
            </a:pPr>
            <a:r>
              <a:rPr lang="zh-CN" altLang="en-US" sz="2800" dirty="0" smtClean="0">
                <a:solidFill>
                  <a:srgbClr val="FF0000"/>
                </a:solidFill>
              </a:rPr>
              <a:t>事务流</a:t>
            </a:r>
            <a:r>
              <a:rPr lang="en-US" altLang="zh-CN" sz="2800" dirty="0" smtClean="0"/>
              <a:t>   </a:t>
            </a:r>
            <a:endParaRPr lang="zh-CN" altLang="en-US" sz="2800" dirty="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smtClean="0"/>
              <a:t>变换流</a:t>
            </a:r>
            <a:endParaRPr lang="zh-CN" altLang="en-US" sz="4400" smtClean="0"/>
          </a:p>
        </p:txBody>
      </p:sp>
      <p:sp>
        <p:nvSpPr>
          <p:cNvPr id="71683" name="内容占位符 2"/>
          <p:cNvSpPr>
            <a:spLocks noGrp="1" noChangeArrowheads="1"/>
          </p:cNvSpPr>
          <p:nvPr>
            <p:ph type="subTitle" idx="1"/>
          </p:nvPr>
        </p:nvSpPr>
        <p:spPr>
          <a:xfrm>
            <a:off x="838200" y="1563688"/>
            <a:ext cx="10515600" cy="1081087"/>
          </a:xfrm>
        </p:spPr>
        <p:txBody>
          <a:bodyPr/>
          <a:lstStyle/>
          <a:p>
            <a:pPr algn="l" eaLnBrk="1" hangingPunct="1">
              <a:buFont typeface="Arial" panose="020B0604020202020204" pitchFamily="34" charset="0"/>
              <a:buChar char="•"/>
            </a:pPr>
            <a:r>
              <a:rPr lang="zh-CN" altLang="en-US" sz="2800" dirty="0" smtClean="0"/>
              <a:t>信息以</a:t>
            </a:r>
            <a:r>
              <a:rPr lang="zh-CN" altLang="en-US" sz="2800" dirty="0" smtClean="0">
                <a:solidFill>
                  <a:srgbClr val="0000FF"/>
                </a:solidFill>
              </a:rPr>
              <a:t>“外部世界”（外部表示）</a:t>
            </a:r>
            <a:r>
              <a:rPr lang="zh-CN" altLang="en-US" sz="2800" dirty="0" smtClean="0"/>
              <a:t>的形式进入软件系统，经过处理后又以这种形式离开系统。</a:t>
            </a:r>
            <a:endParaRPr lang="en-US" altLang="zh-CN" sz="2800" dirty="0" smtClean="0"/>
          </a:p>
          <a:p>
            <a:pPr algn="l" eaLnBrk="1" hangingPunct="1">
              <a:buFont typeface="Arial" panose="020B0604020202020204" pitchFamily="34" charset="0"/>
              <a:buChar char="•"/>
            </a:pPr>
            <a:endParaRPr lang="zh-CN" altLang="en-US" sz="2800" dirty="0" smtClean="0"/>
          </a:p>
          <a:p>
            <a:pPr algn="l" eaLnBrk="1" hangingPunct="1"/>
            <a:endParaRPr lang="zh-CN" altLang="en-US" sz="2800" dirty="0" smtClean="0"/>
          </a:p>
        </p:txBody>
      </p:sp>
      <p:pic>
        <p:nvPicPr>
          <p:cNvPr id="7168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14575" y="2530475"/>
            <a:ext cx="5295900" cy="274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内容占位符 2"/>
          <p:cNvSpPr txBox="1">
            <a:spLocks noChangeArrowheads="1"/>
          </p:cNvSpPr>
          <p:nvPr/>
        </p:nvSpPr>
        <p:spPr bwMode="auto">
          <a:xfrm>
            <a:off x="792163" y="5472113"/>
            <a:ext cx="11168062"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90000"/>
              </a:lnSpc>
              <a:spcBef>
                <a:spcPts val="1000"/>
              </a:spcBef>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r>
              <a:rPr lang="en-US" altLang="zh-CN"/>
              <a:t> Can you give an example?</a:t>
            </a:r>
            <a:endParaRPr lang="en-US" altLang="zh-CN"/>
          </a:p>
          <a:p>
            <a:pPr eaLnBrk="1" hangingPunct="1">
              <a:buFont typeface="Arial" panose="020B0604020202020204" pitchFamily="34" charset="0"/>
              <a:buNone/>
            </a:pPr>
            <a:r>
              <a:rPr lang="en-US" altLang="zh-CN"/>
              <a:t>   </a:t>
            </a:r>
            <a:r>
              <a:rPr lang="zh-CN" altLang="en-US"/>
              <a:t>社交或聊天软件 （通信双方，一端输入、一端输出，表示形式相同）</a:t>
            </a:r>
            <a:endParaRPr lang="en-US" altLang="zh-CN"/>
          </a:p>
          <a:p>
            <a:pPr eaLnBrk="1" hangingPunct="1">
              <a:buFont typeface="Arial" panose="020B0604020202020204" pitchFamily="34" charset="0"/>
              <a:buNone/>
            </a:pPr>
            <a:endParaRPr lang="zh-CN" altLang="en-US"/>
          </a:p>
          <a:p>
            <a:pPr eaLnBrk="1" hangingPunct="1">
              <a:buFont typeface="Arial" panose="020B0604020202020204" pitchFamily="34" charset="0"/>
              <a:buNone/>
            </a:pP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Effect transition="in" filter="barn(inVertical)">
                                      <p:cBhvr>
                                        <p:cTn id="13"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smtClean="0"/>
              <a:t>事务流</a:t>
            </a:r>
            <a:endParaRPr lang="zh-CN" altLang="en-US" sz="4400" smtClean="0"/>
          </a:p>
        </p:txBody>
      </p:sp>
      <p:sp>
        <p:nvSpPr>
          <p:cNvPr id="67587" name="内容占位符 2"/>
          <p:cNvSpPr>
            <a:spLocks noGrp="1" noChangeArrowheads="1"/>
          </p:cNvSpPr>
          <p:nvPr>
            <p:ph type="subTitle" idx="1"/>
          </p:nvPr>
        </p:nvSpPr>
        <p:spPr>
          <a:xfrm>
            <a:off x="838200" y="1763713"/>
            <a:ext cx="7418388" cy="2867025"/>
          </a:xfrm>
        </p:spPr>
        <p:txBody>
          <a:bodyPr/>
          <a:lstStyle/>
          <a:p>
            <a:pPr algn="l" eaLnBrk="1" hangingPunct="1">
              <a:defRPr/>
            </a:pPr>
            <a:r>
              <a:rPr lang="zh-CN" altLang="en-US" sz="2800" dirty="0" smtClean="0"/>
              <a:t>图中处理</a:t>
            </a:r>
            <a:r>
              <a:rPr lang="en-US" altLang="zh-CN" sz="2800" dirty="0" smtClean="0"/>
              <a:t>T</a:t>
            </a:r>
            <a:r>
              <a:rPr lang="zh-CN" altLang="en-US" sz="2800" dirty="0" smtClean="0"/>
              <a:t>（称作</a:t>
            </a:r>
            <a:r>
              <a:rPr lang="zh-CN" altLang="en-US" sz="2800" dirty="0" smtClean="0">
                <a:solidFill>
                  <a:srgbClr val="0000FF"/>
                </a:solidFill>
              </a:rPr>
              <a:t>事务中心</a:t>
            </a:r>
            <a:r>
              <a:rPr lang="zh-CN" altLang="en-US" sz="2800" dirty="0" smtClean="0"/>
              <a:t>）需完成的任务：</a:t>
            </a:r>
            <a:endParaRPr lang="en-US" altLang="zh-CN" sz="2800" dirty="0" smtClean="0"/>
          </a:p>
          <a:p>
            <a:pPr marL="514350" indent="-514350" algn="l" eaLnBrk="1" hangingPunct="1">
              <a:buFont typeface="+mj-ea"/>
              <a:buAutoNum type="circleNumDbPlain"/>
              <a:defRPr/>
            </a:pPr>
            <a:r>
              <a:rPr lang="zh-CN" altLang="en-US" sz="2800" dirty="0" smtClean="0">
                <a:solidFill>
                  <a:srgbClr val="0000FF"/>
                </a:solidFill>
              </a:rPr>
              <a:t>接收</a:t>
            </a:r>
            <a:r>
              <a:rPr lang="zh-CN" altLang="en-US" sz="2800" dirty="0" smtClean="0"/>
              <a:t>输入</a:t>
            </a:r>
            <a:r>
              <a:rPr lang="zh-CN" altLang="en-US" sz="2800" dirty="0" smtClean="0">
                <a:solidFill>
                  <a:srgbClr val="0000FF"/>
                </a:solidFill>
              </a:rPr>
              <a:t>数据</a:t>
            </a:r>
            <a:r>
              <a:rPr lang="zh-CN" altLang="en-US" sz="2800" dirty="0" smtClean="0"/>
              <a:t>（也称为事务）；</a:t>
            </a:r>
            <a:endParaRPr lang="en-US" altLang="zh-CN" sz="2800" dirty="0"/>
          </a:p>
          <a:p>
            <a:pPr marL="514350" indent="-514350" algn="l" eaLnBrk="1" hangingPunct="1">
              <a:buFont typeface="+mj-ea"/>
              <a:buAutoNum type="circleNumDbPlain"/>
              <a:defRPr/>
            </a:pPr>
            <a:r>
              <a:rPr lang="zh-CN" altLang="en-US" sz="2800" dirty="0" smtClean="0"/>
              <a:t>分析每个事务以</a:t>
            </a:r>
            <a:r>
              <a:rPr lang="zh-CN" altLang="en-US" sz="2800" dirty="0" smtClean="0">
                <a:solidFill>
                  <a:srgbClr val="0000FF"/>
                </a:solidFill>
              </a:rPr>
              <a:t>确定</a:t>
            </a:r>
            <a:r>
              <a:rPr lang="zh-CN" altLang="en-US" sz="2800" dirty="0" smtClean="0"/>
              <a:t>它的</a:t>
            </a:r>
            <a:r>
              <a:rPr lang="zh-CN" altLang="en-US" sz="2800" dirty="0" smtClean="0">
                <a:solidFill>
                  <a:srgbClr val="0000FF"/>
                </a:solidFill>
              </a:rPr>
              <a:t>类型</a:t>
            </a:r>
            <a:r>
              <a:rPr lang="zh-CN" altLang="en-US" sz="2800" dirty="0" smtClean="0"/>
              <a:t>；</a:t>
            </a:r>
            <a:endParaRPr lang="en-US" altLang="zh-CN" sz="2800" dirty="0"/>
          </a:p>
          <a:p>
            <a:pPr marL="514350" indent="-514350" algn="l" eaLnBrk="1" hangingPunct="1">
              <a:buFont typeface="+mj-ea"/>
              <a:buAutoNum type="circleNumDbPlain"/>
              <a:defRPr/>
            </a:pPr>
            <a:r>
              <a:rPr lang="zh-CN" altLang="en-US" sz="2800" dirty="0" smtClean="0"/>
              <a:t>根据事务类型</a:t>
            </a:r>
            <a:r>
              <a:rPr lang="zh-CN" altLang="en-US" sz="2800" dirty="0" smtClean="0">
                <a:solidFill>
                  <a:srgbClr val="0000FF"/>
                </a:solidFill>
              </a:rPr>
              <a:t>选取</a:t>
            </a:r>
            <a:r>
              <a:rPr lang="zh-CN" altLang="en-US" sz="2800" dirty="0" smtClean="0"/>
              <a:t>一条活动</a:t>
            </a:r>
            <a:r>
              <a:rPr lang="zh-CN" altLang="en-US" sz="2800" dirty="0" smtClean="0">
                <a:solidFill>
                  <a:srgbClr val="0000FF"/>
                </a:solidFill>
              </a:rPr>
              <a:t>通路</a:t>
            </a:r>
            <a:r>
              <a:rPr lang="zh-CN" altLang="en-US" sz="2800" dirty="0" smtClean="0"/>
              <a:t>。</a:t>
            </a:r>
            <a:endParaRPr lang="en-US" altLang="zh-CN" sz="2800" dirty="0" smtClean="0"/>
          </a:p>
          <a:p>
            <a:pPr algn="l" eaLnBrk="1" hangingPunct="1">
              <a:defRPr/>
            </a:pPr>
            <a:r>
              <a:rPr lang="en-US" altLang="zh-CN" sz="2800" dirty="0" smtClean="0"/>
              <a:t>  </a:t>
            </a:r>
            <a:r>
              <a:rPr lang="zh-CN" altLang="en-US" sz="2800" dirty="0" smtClean="0"/>
              <a:t>（</a:t>
            </a:r>
            <a:r>
              <a:rPr lang="zh-CN" altLang="en-US" sz="2800" dirty="0" smtClean="0">
                <a:solidFill>
                  <a:srgbClr val="FF0000"/>
                </a:solidFill>
              </a:rPr>
              <a:t>有多个离开通道；可据此区分变换流与事务流</a:t>
            </a:r>
            <a:r>
              <a:rPr lang="zh-CN" altLang="en-US" sz="2800" dirty="0" smtClean="0"/>
              <a:t>）</a:t>
            </a:r>
            <a:endParaRPr lang="en-US" altLang="zh-CN" sz="2800" dirty="0" smtClean="0"/>
          </a:p>
          <a:p>
            <a:pPr algn="l" eaLnBrk="1" hangingPunct="1">
              <a:defRPr/>
            </a:pPr>
            <a:endParaRPr lang="en-US" altLang="zh-CN" sz="2800" dirty="0" smtClean="0"/>
          </a:p>
          <a:p>
            <a:pPr algn="l" eaLnBrk="1" hangingPunct="1">
              <a:defRPr/>
            </a:pPr>
            <a:r>
              <a:rPr lang="zh-CN" altLang="en-US" sz="2800" dirty="0" smtClean="0"/>
              <a:t>形象化地，事务中心</a:t>
            </a:r>
            <a:r>
              <a:rPr lang="zh-CN" altLang="en-US" sz="2800" dirty="0"/>
              <a:t>也</a:t>
            </a:r>
            <a:r>
              <a:rPr lang="zh-CN" altLang="en-US" sz="2800" dirty="0" smtClean="0"/>
              <a:t>称为“</a:t>
            </a:r>
            <a:r>
              <a:rPr lang="zh-CN" altLang="en-US" sz="2800" dirty="0" smtClean="0">
                <a:solidFill>
                  <a:srgbClr val="0000FF"/>
                </a:solidFill>
              </a:rPr>
              <a:t>发射中心</a:t>
            </a:r>
            <a:r>
              <a:rPr lang="zh-CN" altLang="en-US" sz="2800" dirty="0" smtClean="0"/>
              <a:t>”。</a:t>
            </a:r>
            <a:endParaRPr lang="en-US" altLang="zh-CN" sz="2800" dirty="0" smtClean="0"/>
          </a:p>
        </p:txBody>
      </p:sp>
      <p:pic>
        <p:nvPicPr>
          <p:cNvPr id="7270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42250" y="1484313"/>
            <a:ext cx="4225925"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noChangeArrowheads="1"/>
          </p:cNvSpPr>
          <p:nvPr>
            <p:ph type="ctrTitle"/>
          </p:nvPr>
        </p:nvSpPr>
        <p:spPr>
          <a:xfrm>
            <a:off x="838200" y="96837"/>
            <a:ext cx="10515600" cy="1325563"/>
          </a:xfrm>
        </p:spPr>
        <p:txBody>
          <a:bodyPr anchor="ctr"/>
          <a:lstStyle/>
          <a:p>
            <a:pPr marL="0" indent="0" algn="l" eaLnBrk="1" hangingPunct="1"/>
            <a:r>
              <a:rPr lang="zh-CN" altLang="en-US" sz="4400" dirty="0" smtClean="0"/>
              <a:t>面向数据流的方法的设计过程</a:t>
            </a:r>
            <a:endParaRPr lang="zh-CN" altLang="en-US" sz="4400" dirty="0" smtClean="0"/>
          </a:p>
        </p:txBody>
      </p:sp>
      <p:pic>
        <p:nvPicPr>
          <p:cNvPr id="73731"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26174" y="1050610"/>
            <a:ext cx="5199067" cy="5420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r:id="rId2" p14:bwMode="auto">
            <p14:nvContentPartPr>
              <p14:cNvPr id="3" name="墨迹 2"/>
              <p14:cNvContentPartPr/>
              <p14:nvPr/>
            </p14:nvContentPartPr>
            <p14:xfrm>
              <a:off x="2952720" y="3664080"/>
              <a:ext cx="5353560" cy="1041480"/>
            </p14:xfrm>
          </p:contentPart>
        </mc:Choice>
        <mc:Fallback xmlns="">
          <p:pic>
            <p:nvPicPr>
              <p:cNvPr id="3" name="墨迹 2"/>
            </p:nvPicPr>
            <p:blipFill>
              <a:blip r:embed="rId3"/>
            </p:blipFill>
            <p:spPr>
              <a:xfrm>
                <a:off x="2952720" y="3664080"/>
                <a:ext cx="5353560" cy="104148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4" name="墨迹 3"/>
              <p14:cNvContentPartPr/>
              <p14:nvPr/>
            </p14:nvContentPartPr>
            <p14:xfrm>
              <a:off x="3924360" y="1530360"/>
              <a:ext cx="2927520" cy="565560"/>
            </p14:xfrm>
          </p:contentPart>
        </mc:Choice>
        <mc:Fallback xmlns="">
          <p:pic>
            <p:nvPicPr>
              <p:cNvPr id="4" name="墨迹 3"/>
            </p:nvPicPr>
            <p:blipFill>
              <a:blip r:embed="rId5"/>
            </p:blipFill>
            <p:spPr>
              <a:xfrm>
                <a:off x="3924360" y="1530360"/>
                <a:ext cx="2927520" cy="565560"/>
              </a:xfrm>
              <a:prstGeom prst="rect"/>
            </p:spPr>
          </p:pic>
        </mc:Fallback>
      </mc:AlternateContent>
      <p:sp>
        <p:nvSpPr>
          <p:cNvPr id="2" name="TextBox 1"/>
          <p:cNvSpPr txBox="1"/>
          <p:nvPr/>
        </p:nvSpPr>
        <p:spPr>
          <a:xfrm>
            <a:off x="8792307" y="2242400"/>
            <a:ext cx="2512088" cy="646331"/>
          </a:xfrm>
          <a:prstGeom prst="rect">
            <a:avLst/>
          </a:prstGeom>
          <a:noFill/>
          <a:ln w="25400">
            <a:solidFill>
              <a:srgbClr val="FF0000"/>
            </a:solidFill>
          </a:ln>
        </p:spPr>
        <p:txBody>
          <a:bodyPr wrap="square" rtlCol="0">
            <a:spAutoFit/>
          </a:bodyPr>
          <a:lstStyle/>
          <a:p>
            <a:r>
              <a:rPr lang="zh-CN" altLang="en-US" dirty="0" smtClean="0"/>
              <a:t>事务分析和变换分析的过程得到软件结构。</a:t>
            </a:r>
            <a:endParaRPr lang="zh-CN" altLang="en-US" dirty="0"/>
          </a:p>
        </p:txBody>
      </p:sp>
      <mc:AlternateContent xmlns:mc="http://schemas.openxmlformats.org/markup-compatibility/2006" xmlns:p14="http://schemas.microsoft.com/office/powerpoint/2010/main">
        <mc:Choice Requires="p14">
          <p:contentPart r:id="rId6" p14:bwMode="auto">
            <p14:nvContentPartPr>
              <p14:cNvPr id="5" name="墨迹 4"/>
              <p14:cNvContentPartPr/>
              <p14:nvPr/>
            </p14:nvContentPartPr>
            <p14:xfrm>
              <a:off x="3181350" y="5892800"/>
              <a:ext cx="520700" cy="360"/>
            </p14:xfrm>
          </p:contentPart>
        </mc:Choice>
        <mc:Fallback xmlns="">
          <p:pic>
            <p:nvPicPr>
              <p:cNvPr id="5" name="墨迹 4"/>
            </p:nvPicPr>
            <p:blipFill>
              <a:blip r:embed="rId7"/>
            </p:blipFill>
            <p:spPr>
              <a:xfrm>
                <a:off x="3181350" y="5892800"/>
                <a:ext cx="520700" cy="36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6" name="墨迹 5"/>
              <p14:cNvContentPartPr/>
              <p14:nvPr/>
            </p14:nvContentPartPr>
            <p14:xfrm>
              <a:off x="4114800" y="5924550"/>
              <a:ext cx="438150" cy="360"/>
            </p14:xfrm>
          </p:contentPart>
        </mc:Choice>
        <mc:Fallback xmlns="">
          <p:pic>
            <p:nvPicPr>
              <p:cNvPr id="6" name="墨迹 5"/>
            </p:nvPicPr>
            <p:blipFill>
              <a:blip r:embed="rId9"/>
            </p:blipFill>
            <p:spPr>
              <a:xfrm>
                <a:off x="4114800" y="5924550"/>
                <a:ext cx="438150" cy="360"/>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7" name="墨迹 6"/>
              <p14:cNvContentPartPr/>
              <p14:nvPr/>
            </p14:nvContentPartPr>
            <p14:xfrm>
              <a:off x="4838700" y="5943600"/>
              <a:ext cx="355600" cy="12700"/>
            </p14:xfrm>
          </p:contentPart>
        </mc:Choice>
        <mc:Fallback xmlns="">
          <p:pic>
            <p:nvPicPr>
              <p:cNvPr id="7" name="墨迹 6"/>
            </p:nvPicPr>
            <p:blipFill>
              <a:blip r:embed="rId11"/>
            </p:blipFill>
            <p:spPr>
              <a:xfrm>
                <a:off x="4838700" y="5943600"/>
                <a:ext cx="355600" cy="1270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8" name="墨迹 7"/>
              <p14:cNvContentPartPr/>
              <p14:nvPr/>
            </p14:nvContentPartPr>
            <p14:xfrm>
              <a:off x="5308600" y="5956300"/>
              <a:ext cx="374650" cy="12700"/>
            </p14:xfrm>
          </p:contentPart>
        </mc:Choice>
        <mc:Fallback xmlns="">
          <p:pic>
            <p:nvPicPr>
              <p:cNvPr id="8" name="墨迹 7"/>
            </p:nvPicPr>
            <p:blipFill>
              <a:blip r:embed="rId13"/>
            </p:blipFill>
            <p:spPr>
              <a:xfrm>
                <a:off x="5308600" y="5956300"/>
                <a:ext cx="374650" cy="12700"/>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9" name="墨迹 8"/>
              <p14:cNvContentPartPr/>
              <p14:nvPr/>
            </p14:nvContentPartPr>
            <p14:xfrm>
              <a:off x="5969000" y="5918200"/>
              <a:ext cx="615950" cy="360"/>
            </p14:xfrm>
          </p:contentPart>
        </mc:Choice>
        <mc:Fallback xmlns="">
          <p:pic>
            <p:nvPicPr>
              <p:cNvPr id="9" name="墨迹 8"/>
            </p:nvPicPr>
            <p:blipFill>
              <a:blip r:embed="rId15"/>
            </p:blipFill>
            <p:spPr>
              <a:xfrm>
                <a:off x="5969000" y="5918200"/>
                <a:ext cx="615950" cy="360"/>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10" name="墨迹 9"/>
              <p14:cNvContentPartPr/>
              <p14:nvPr/>
            </p14:nvContentPartPr>
            <p14:xfrm>
              <a:off x="6864350" y="5899150"/>
              <a:ext cx="609600" cy="50800"/>
            </p14:xfrm>
          </p:contentPart>
        </mc:Choice>
        <mc:Fallback xmlns="">
          <p:pic>
            <p:nvPicPr>
              <p:cNvPr id="10" name="墨迹 9"/>
            </p:nvPicPr>
            <p:blipFill>
              <a:blip r:embed="rId17"/>
            </p:blipFill>
            <p:spPr>
              <a:xfrm>
                <a:off x="6864350" y="5899150"/>
                <a:ext cx="609600" cy="50800"/>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11" name="墨迹 10"/>
              <p14:cNvContentPartPr/>
              <p14:nvPr/>
            </p14:nvContentPartPr>
            <p14:xfrm>
              <a:off x="7715250" y="5911850"/>
              <a:ext cx="806450" cy="6350"/>
            </p14:xfrm>
          </p:contentPart>
        </mc:Choice>
        <mc:Fallback xmlns="">
          <p:pic>
            <p:nvPicPr>
              <p:cNvPr id="11" name="墨迹 10"/>
            </p:nvPicPr>
            <p:blipFill>
              <a:blip r:embed="rId19"/>
            </p:blipFill>
            <p:spPr>
              <a:xfrm>
                <a:off x="7715250" y="5911850"/>
                <a:ext cx="806450" cy="6350"/>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12" name="墨迹 11"/>
              <p14:cNvContentPartPr/>
              <p14:nvPr/>
            </p14:nvContentPartPr>
            <p14:xfrm>
              <a:off x="5162550" y="1346200"/>
              <a:ext cx="520700" cy="360"/>
            </p14:xfrm>
          </p:contentPart>
        </mc:Choice>
        <mc:Fallback xmlns="">
          <p:pic>
            <p:nvPicPr>
              <p:cNvPr id="12" name="墨迹 11"/>
            </p:nvPicPr>
            <p:blipFill>
              <a:blip r:embed="rId21"/>
            </p:blipFill>
            <p:spPr>
              <a:xfrm>
                <a:off x="5162550" y="1346200"/>
                <a:ext cx="520700" cy="36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noChangeArrowheads="1"/>
          </p:cNvSpPr>
          <p:nvPr>
            <p:ph type="ctrTitle"/>
          </p:nvPr>
        </p:nvSpPr>
        <p:spPr>
          <a:xfrm>
            <a:off x="838200" y="365125"/>
            <a:ext cx="10515600" cy="1325563"/>
          </a:xfrm>
        </p:spPr>
        <p:txBody>
          <a:bodyPr anchor="ctr"/>
          <a:lstStyle/>
          <a:p>
            <a:pPr marL="0" indent="0" algn="l" eaLnBrk="1" hangingPunct="1"/>
            <a:r>
              <a:rPr lang="en-US" altLang="zh-CN" sz="4400" smtClean="0"/>
              <a:t>5.5.2 </a:t>
            </a:r>
            <a:r>
              <a:rPr lang="zh-CN" altLang="en-US" sz="4400" smtClean="0"/>
              <a:t>变换分析</a:t>
            </a:r>
            <a:endParaRPr lang="zh-CN" altLang="en-US" sz="4400" smtClean="0"/>
          </a:p>
        </p:txBody>
      </p:sp>
      <p:sp>
        <p:nvSpPr>
          <p:cNvPr id="74755" name="内容占位符 2"/>
          <p:cNvSpPr>
            <a:spLocks noGrp="1" noChangeArrowheads="1"/>
          </p:cNvSpPr>
          <p:nvPr>
            <p:ph type="subTitle" idx="1"/>
          </p:nvPr>
        </p:nvSpPr>
        <p:spPr>
          <a:xfrm>
            <a:off x="838200" y="1825625"/>
            <a:ext cx="10515600" cy="4351338"/>
          </a:xfrm>
        </p:spPr>
        <p:txBody>
          <a:bodyPr/>
          <a:lstStyle/>
          <a:p>
            <a:pPr algn="l" eaLnBrk="1" hangingPunct="1"/>
            <a:r>
              <a:rPr lang="zh-CN" altLang="en-US" sz="2800" dirty="0" smtClean="0"/>
              <a:t>步骤：</a:t>
            </a:r>
            <a:endParaRPr lang="en-US" altLang="zh-CN" sz="2800" dirty="0" smtClean="0"/>
          </a:p>
          <a:p>
            <a:pPr algn="l" eaLnBrk="1" hangingPunct="1"/>
            <a:r>
              <a:rPr lang="zh-CN" altLang="en-US" sz="2800" dirty="0" smtClean="0">
                <a:solidFill>
                  <a:srgbClr val="FF0000"/>
                </a:solidFill>
              </a:rPr>
              <a:t>第</a:t>
            </a:r>
            <a:r>
              <a:rPr lang="en-US" altLang="zh-CN" sz="2800" dirty="0" smtClean="0">
                <a:solidFill>
                  <a:srgbClr val="FF0000"/>
                </a:solidFill>
              </a:rPr>
              <a:t>1</a:t>
            </a:r>
            <a:r>
              <a:rPr lang="zh-CN" altLang="en-US" sz="2800" dirty="0" smtClean="0">
                <a:solidFill>
                  <a:srgbClr val="FF0000"/>
                </a:solidFill>
              </a:rPr>
              <a:t>步：复审</a:t>
            </a:r>
            <a:r>
              <a:rPr lang="zh-CN" altLang="en-US" sz="2800" b="1" dirty="0" smtClean="0">
                <a:solidFill>
                  <a:srgbClr val="FF0000"/>
                </a:solidFill>
              </a:rPr>
              <a:t>基本系统模型</a:t>
            </a:r>
            <a:endParaRPr lang="en-US" altLang="zh-CN" sz="2800" b="1" dirty="0" smtClean="0">
              <a:solidFill>
                <a:srgbClr val="FF0000"/>
              </a:solidFill>
            </a:endParaRPr>
          </a:p>
          <a:p>
            <a:pPr algn="l" eaLnBrk="1" hangingPunct="1"/>
            <a:endParaRPr lang="zh-CN" altLang="en-US" sz="2800" b="1" dirty="0" smtClean="0"/>
          </a:p>
          <a:p>
            <a:pPr algn="l" eaLnBrk="1" hangingPunct="1">
              <a:buFont typeface="Arial" panose="020B0604020202020204" pitchFamily="34" charset="0"/>
              <a:buChar char="•"/>
            </a:pPr>
            <a:r>
              <a:rPr lang="zh-CN" altLang="en-US" sz="2800" dirty="0" smtClean="0"/>
              <a:t> 基本系统模型指</a:t>
            </a:r>
            <a:r>
              <a:rPr lang="zh-CN" altLang="en-US" sz="2800" dirty="0" smtClean="0">
                <a:solidFill>
                  <a:srgbClr val="0000FF"/>
                </a:solidFill>
              </a:rPr>
              <a:t>顶级数据流图</a:t>
            </a:r>
            <a:r>
              <a:rPr lang="zh-CN" altLang="en-US" sz="2800" dirty="0" smtClean="0"/>
              <a:t>。</a:t>
            </a:r>
            <a:endParaRPr lang="en-US" altLang="zh-CN" sz="2800" dirty="0" smtClean="0"/>
          </a:p>
          <a:p>
            <a:pPr algn="l" eaLnBrk="1" hangingPunct="1">
              <a:buFont typeface="Arial" panose="020B0604020202020204" pitchFamily="34" charset="0"/>
              <a:buChar char="•"/>
            </a:pPr>
            <a:r>
              <a:rPr lang="zh-CN" altLang="en-US" sz="2800" dirty="0" smtClean="0"/>
              <a:t> 此步骤的目的是确保系统的</a:t>
            </a:r>
            <a:r>
              <a:rPr lang="zh-CN" altLang="en-US" sz="2800" dirty="0" smtClean="0">
                <a:solidFill>
                  <a:srgbClr val="0000FF"/>
                </a:solidFill>
              </a:rPr>
              <a:t>输入</a:t>
            </a:r>
            <a:r>
              <a:rPr lang="zh-CN" altLang="en-US" sz="2800" dirty="0" smtClean="0"/>
              <a:t>数据和</a:t>
            </a:r>
            <a:r>
              <a:rPr lang="zh-CN" altLang="en-US" sz="2800" dirty="0" smtClean="0">
                <a:solidFill>
                  <a:srgbClr val="0000FF"/>
                </a:solidFill>
              </a:rPr>
              <a:t>输出</a:t>
            </a:r>
            <a:r>
              <a:rPr lang="zh-CN" altLang="en-US" sz="2800" dirty="0" smtClean="0"/>
              <a:t>数据</a:t>
            </a:r>
            <a:r>
              <a:rPr lang="zh-CN" altLang="en-US" sz="2800" dirty="0" smtClean="0">
                <a:solidFill>
                  <a:srgbClr val="0000FF"/>
                </a:solidFill>
              </a:rPr>
              <a:t>符合实际</a:t>
            </a:r>
            <a:r>
              <a:rPr lang="zh-CN" altLang="en-US" sz="2800" dirty="0" smtClean="0"/>
              <a:t>。</a:t>
            </a:r>
            <a:endParaRPr lang="zh-CN" altLang="en-US" sz="2800" dirty="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smtClean="0"/>
              <a:t>家庭保安系统的顶级（第一级）数据流图</a:t>
            </a:r>
            <a:endParaRPr lang="zh-CN" altLang="en-US" sz="4400" smtClean="0"/>
          </a:p>
        </p:txBody>
      </p:sp>
      <p:pic>
        <p:nvPicPr>
          <p:cNvPr id="75779"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85875" y="1616075"/>
            <a:ext cx="885825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5780" name="标题 1"/>
          <p:cNvSpPr txBox="1">
            <a:spLocks noChangeArrowheads="1"/>
          </p:cNvSpPr>
          <p:nvPr/>
        </p:nvSpPr>
        <p:spPr bwMode="auto">
          <a:xfrm>
            <a:off x="4557713" y="5405438"/>
            <a:ext cx="2703512" cy="1325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lnSpc>
                <a:spcPct val="90000"/>
              </a:lnSpc>
              <a:spcBef>
                <a:spcPts val="1000"/>
              </a:spcBef>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zh-CN" altLang="en-US" sz="2400">
                <a:latin typeface="Calibri Light" panose="020F0302020204030204" pitchFamily="34" charset="0"/>
                <a:sym typeface="Calibri Light" panose="020F0302020204030204" pitchFamily="34" charset="0"/>
              </a:rPr>
              <a:t>第一级数据流图</a:t>
            </a:r>
            <a:endParaRPr lang="zh-CN" altLang="en-US" sz="2400">
              <a:latin typeface="Calibri Light" panose="020F0302020204030204" pitchFamily="34" charset="0"/>
              <a:sym typeface="Calibri Light" panose="020F03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noChangeArrowheads="1"/>
          </p:cNvSpPr>
          <p:nvPr>
            <p:ph type="ctrTitle"/>
          </p:nvPr>
        </p:nvSpPr>
        <p:spPr>
          <a:xfrm>
            <a:off x="887413" y="0"/>
            <a:ext cx="10515600" cy="1325563"/>
          </a:xfrm>
        </p:spPr>
        <p:txBody>
          <a:bodyPr anchor="ctr"/>
          <a:lstStyle/>
          <a:p>
            <a:pPr marL="0" indent="0" algn="l" eaLnBrk="1" hangingPunct="1"/>
            <a:r>
              <a:rPr lang="zh-CN" altLang="en-US" sz="4400" smtClean="0">
                <a:solidFill>
                  <a:srgbClr val="FF0000"/>
                </a:solidFill>
              </a:rPr>
              <a:t>第</a:t>
            </a:r>
            <a:r>
              <a:rPr lang="en-US" altLang="zh-CN" sz="4400" smtClean="0">
                <a:solidFill>
                  <a:srgbClr val="FF0000"/>
                </a:solidFill>
              </a:rPr>
              <a:t>2</a:t>
            </a:r>
            <a:r>
              <a:rPr lang="zh-CN" altLang="en-US" sz="4400" smtClean="0">
                <a:solidFill>
                  <a:srgbClr val="FF0000"/>
                </a:solidFill>
              </a:rPr>
              <a:t>步：复审和精化数据流图</a:t>
            </a:r>
            <a:endParaRPr lang="zh-CN" altLang="en-US" sz="4400" smtClean="0">
              <a:solidFill>
                <a:srgbClr val="FF0000"/>
              </a:solidFill>
            </a:endParaRPr>
          </a:p>
        </p:txBody>
      </p:sp>
      <p:sp>
        <p:nvSpPr>
          <p:cNvPr id="76803" name="内容占位符 2"/>
          <p:cNvSpPr>
            <a:spLocks noGrp="1" noChangeArrowheads="1"/>
          </p:cNvSpPr>
          <p:nvPr>
            <p:ph type="subTitle" idx="1"/>
          </p:nvPr>
        </p:nvSpPr>
        <p:spPr>
          <a:xfrm>
            <a:off x="430213" y="1890713"/>
            <a:ext cx="3090862" cy="1668462"/>
          </a:xfrm>
        </p:spPr>
        <p:txBody>
          <a:bodyPr/>
          <a:lstStyle/>
          <a:p>
            <a:pPr marL="228600" indent="-228600" algn="l" eaLnBrk="1" hangingPunct="1">
              <a:buFont typeface="Arial" panose="020B0604020202020204" pitchFamily="34" charset="0"/>
              <a:buChar char="•"/>
            </a:pPr>
            <a:r>
              <a:rPr lang="zh-CN" altLang="en-US" sz="2800" smtClean="0"/>
              <a:t>直至获得足够详细的数据流图</a:t>
            </a:r>
            <a:endParaRPr lang="en-US" altLang="zh-CN" sz="2800" smtClean="0"/>
          </a:p>
          <a:p>
            <a:pPr marL="228600" indent="-228600" algn="l" eaLnBrk="1" hangingPunct="1">
              <a:buFont typeface="Arial" panose="020B0604020202020204" pitchFamily="34" charset="0"/>
              <a:buChar char="•"/>
            </a:pPr>
            <a:endParaRPr lang="zh-CN" altLang="en-US" sz="2800" smtClean="0"/>
          </a:p>
          <a:p>
            <a:pPr marL="228600" indent="-228600" algn="l" eaLnBrk="1" hangingPunct="1">
              <a:buFont typeface="Arial" panose="020B0604020202020204" pitchFamily="34" charset="0"/>
              <a:buChar char="•"/>
            </a:pPr>
            <a:r>
              <a:rPr lang="zh-CN" altLang="en-US" sz="2800" smtClean="0"/>
              <a:t>右图为第二级数据流图</a:t>
            </a:r>
            <a:endParaRPr lang="zh-CN" altLang="en-US" sz="2800" smtClean="0"/>
          </a:p>
        </p:txBody>
      </p:sp>
      <p:pic>
        <p:nvPicPr>
          <p:cNvPr id="7680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76650" y="1046163"/>
            <a:ext cx="8220075" cy="581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r:id="rId2" p14:bwMode="auto">
            <p14:nvContentPartPr>
              <p14:cNvPr id="2" name="墨迹 1"/>
              <p14:cNvContentPartPr/>
              <p14:nvPr/>
            </p14:nvContentPartPr>
            <p14:xfrm>
              <a:off x="3549600" y="1022400"/>
              <a:ext cx="8465040" cy="5689800"/>
            </p14:xfrm>
          </p:contentPart>
        </mc:Choice>
        <mc:Fallback xmlns="">
          <p:pic>
            <p:nvPicPr>
              <p:cNvPr id="2" name="墨迹 1"/>
            </p:nvPicPr>
            <p:blipFill>
              <a:blip r:embed="rId3"/>
            </p:blipFill>
            <p:spPr>
              <a:xfrm>
                <a:off x="3549600" y="1022400"/>
                <a:ext cx="8465040" cy="568980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smtClean="0"/>
              <a:t>分解</a:t>
            </a:r>
            <a:r>
              <a:rPr lang="en-US" altLang="zh-CN" sz="4400" smtClean="0"/>
              <a:t>“</a:t>
            </a:r>
            <a:r>
              <a:rPr lang="zh-CN" altLang="en-US" sz="4400" smtClean="0"/>
              <a:t>传感器监测”这个处理</a:t>
            </a:r>
            <a:endParaRPr lang="zh-CN" altLang="en-US" sz="4400" smtClean="0"/>
          </a:p>
        </p:txBody>
      </p:sp>
      <p:pic>
        <p:nvPicPr>
          <p:cNvPr id="77827"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92213" y="2070100"/>
            <a:ext cx="8534400" cy="399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8" name="标题 1"/>
          <p:cNvSpPr txBox="1">
            <a:spLocks noChangeArrowheads="1"/>
          </p:cNvSpPr>
          <p:nvPr/>
        </p:nvSpPr>
        <p:spPr bwMode="auto">
          <a:xfrm>
            <a:off x="4108450" y="5407025"/>
            <a:ext cx="3478213"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lnSpc>
                <a:spcPct val="90000"/>
              </a:lnSpc>
              <a:spcBef>
                <a:spcPts val="1000"/>
              </a:spcBef>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zh-CN" altLang="en-US" sz="2400">
                <a:solidFill>
                  <a:srgbClr val="FF0000"/>
                </a:solidFill>
                <a:latin typeface="Calibri Light" panose="020F0302020204030204" pitchFamily="34" charset="0"/>
                <a:sym typeface="Calibri Light" panose="020F0302020204030204" pitchFamily="34" charset="0"/>
              </a:rPr>
              <a:t>第三级数据流图 （部分）</a:t>
            </a:r>
            <a:endParaRPr lang="zh-CN" altLang="en-US" sz="2400">
              <a:solidFill>
                <a:srgbClr val="FF0000"/>
              </a:solidFill>
              <a:latin typeface="Calibri Light" panose="020F0302020204030204" pitchFamily="34" charset="0"/>
              <a:sym typeface="Calibri Light" panose="020F0302020204030204" pitchFamily="34" charset="0"/>
            </a:endParaRPr>
          </a:p>
        </p:txBody>
      </p:sp>
      <p:sp>
        <p:nvSpPr>
          <p:cNvPr id="5" name="文本框 4"/>
          <p:cNvSpPr txBox="1"/>
          <p:nvPr/>
        </p:nvSpPr>
        <p:spPr>
          <a:xfrm>
            <a:off x="9796780" y="1881505"/>
            <a:ext cx="2329180" cy="2861310"/>
          </a:xfrm>
          <a:prstGeom prst="rect">
            <a:avLst/>
          </a:prstGeom>
          <a:noFill/>
        </p:spPr>
        <p:txBody>
          <a:bodyPr wrap="square" rtlCol="0">
            <a:spAutoFit/>
          </a:bodyPr>
          <a:lstStyle/>
          <a:p>
            <a:r>
              <a:rPr lang="zh-CN" altLang="en-US" sz="3600">
                <a:solidFill>
                  <a:srgbClr val="FF0000"/>
                </a:solidFill>
              </a:rPr>
              <a:t>第二级的</a:t>
            </a:r>
            <a:r>
              <a:rPr lang="en-US" altLang="zh-CN" sz="3600">
                <a:solidFill>
                  <a:srgbClr val="FF0000"/>
                </a:solidFill>
              </a:rPr>
              <a:t>1</a:t>
            </a:r>
            <a:r>
              <a:rPr lang="zh-CN" altLang="en-US" sz="3600">
                <a:solidFill>
                  <a:srgbClr val="FF0000"/>
                </a:solidFill>
              </a:rPr>
              <a:t>个处理分解为第三级的</a:t>
            </a:r>
            <a:r>
              <a:rPr lang="en-US" altLang="zh-CN" sz="3600">
                <a:solidFill>
                  <a:srgbClr val="FF0000"/>
                </a:solidFill>
              </a:rPr>
              <a:t>5</a:t>
            </a:r>
            <a:r>
              <a:rPr lang="zh-CN" altLang="en-US" sz="3600">
                <a:solidFill>
                  <a:srgbClr val="FF0000"/>
                </a:solidFill>
              </a:rPr>
              <a:t>个处理</a:t>
            </a:r>
            <a:endParaRPr lang="zh-CN" altLang="en-US" sz="360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1"/>
          <p:cNvSpPr>
            <a:spLocks noGrp="1" noChangeArrowheads="1"/>
          </p:cNvSpPr>
          <p:nvPr>
            <p:ph type="ctrTitle"/>
          </p:nvPr>
        </p:nvSpPr>
        <p:spPr>
          <a:xfrm>
            <a:off x="838200" y="0"/>
            <a:ext cx="10515600" cy="1325563"/>
          </a:xfrm>
        </p:spPr>
        <p:txBody>
          <a:bodyPr anchor="ctr"/>
          <a:lstStyle/>
          <a:p>
            <a:pPr marL="0" indent="0" algn="l" eaLnBrk="1" hangingPunct="1"/>
            <a:r>
              <a:rPr lang="zh-CN" altLang="en-US" sz="4400" smtClean="0"/>
              <a:t>继续分解</a:t>
            </a:r>
            <a:r>
              <a:rPr lang="en-US" altLang="zh-CN" sz="4400" smtClean="0"/>
              <a:t>“</a:t>
            </a:r>
            <a:r>
              <a:rPr lang="zh-CN" altLang="en-US" sz="4400" smtClean="0"/>
              <a:t>传感器监测”这个处理</a:t>
            </a:r>
            <a:endParaRPr lang="zh-CN" altLang="en-US" sz="4400" smtClean="0"/>
          </a:p>
        </p:txBody>
      </p:sp>
      <p:pic>
        <p:nvPicPr>
          <p:cNvPr id="78851"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28975" y="1054100"/>
            <a:ext cx="8285163" cy="583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52" name="标题 1"/>
          <p:cNvSpPr txBox="1">
            <a:spLocks noChangeArrowheads="1"/>
          </p:cNvSpPr>
          <p:nvPr/>
        </p:nvSpPr>
        <p:spPr bwMode="auto">
          <a:xfrm>
            <a:off x="79375" y="2192338"/>
            <a:ext cx="3478213" cy="1325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lnSpc>
                <a:spcPct val="90000"/>
              </a:lnSpc>
              <a:spcBef>
                <a:spcPts val="1000"/>
              </a:spcBef>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zh-CN" altLang="en-US" sz="2400">
                <a:latin typeface="Calibri Light" panose="020F0302020204030204" pitchFamily="34" charset="0"/>
                <a:sym typeface="Calibri Light" panose="020F0302020204030204" pitchFamily="34" charset="0"/>
              </a:rPr>
              <a:t>第四级数据流图 （部分）</a:t>
            </a:r>
            <a:endParaRPr lang="zh-CN" altLang="en-US" sz="2400">
              <a:latin typeface="Calibri Light" panose="020F0302020204030204" pitchFamily="34" charset="0"/>
              <a:sym typeface="Calibri Light" panose="020F03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内容占位符 2"/>
          <p:cNvSpPr>
            <a:spLocks noGrp="1" noChangeArrowheads="1"/>
          </p:cNvSpPr>
          <p:nvPr>
            <p:ph type="subTitle" idx="1"/>
          </p:nvPr>
        </p:nvSpPr>
        <p:spPr>
          <a:xfrm>
            <a:off x="875481" y="1131476"/>
            <a:ext cx="10515600" cy="4845050"/>
          </a:xfrm>
        </p:spPr>
        <p:txBody>
          <a:bodyPr/>
          <a:lstStyle/>
          <a:p>
            <a:pPr algn="l" eaLnBrk="1" hangingPunct="1">
              <a:buFont typeface="Arial" panose="020B0604020202020204" pitchFamily="34" charset="0"/>
              <a:buChar char="•"/>
            </a:pPr>
            <a:r>
              <a:rPr lang="zh-CN" altLang="en-US" sz="2800" dirty="0" smtClean="0"/>
              <a:t>第</a:t>
            </a:r>
            <a:r>
              <a:rPr lang="en-US" altLang="zh-CN" sz="2800" dirty="0" smtClean="0"/>
              <a:t>3</a:t>
            </a:r>
            <a:r>
              <a:rPr lang="zh-CN" altLang="en-US" sz="2800" dirty="0" smtClean="0"/>
              <a:t>步：确定或判断数据流图具有变换特性还是事务特性。</a:t>
            </a:r>
            <a:endParaRPr lang="en-US" altLang="zh-CN" sz="2800" dirty="0" smtClean="0"/>
          </a:p>
          <a:p>
            <a:pPr algn="l" eaLnBrk="1" hangingPunct="1"/>
            <a:r>
              <a:rPr lang="en-US" altLang="zh-CN" sz="2800" dirty="0" smtClean="0"/>
              <a:t>   </a:t>
            </a:r>
            <a:r>
              <a:rPr lang="zh-CN" altLang="en-US" sz="2800" dirty="0" smtClean="0"/>
              <a:t>数据（</a:t>
            </a:r>
            <a:r>
              <a:rPr lang="zh-CN" altLang="en-US" sz="2800" dirty="0" smtClean="0">
                <a:solidFill>
                  <a:srgbClr val="FF0000"/>
                </a:solidFill>
              </a:rPr>
              <a:t>传感数据</a:t>
            </a:r>
            <a:r>
              <a:rPr lang="zh-CN" altLang="en-US" sz="2800" dirty="0" smtClean="0"/>
              <a:t>）沿一个传入路径进来，沿三个传出路径离开，没有明显的事务中心，也</a:t>
            </a:r>
            <a:r>
              <a:rPr lang="zh-CN" altLang="en-US" sz="2800" dirty="0" smtClean="0">
                <a:solidFill>
                  <a:srgbClr val="FF0000"/>
                </a:solidFill>
              </a:rPr>
              <a:t>不是根据事务类型去选择活动通路离开系统</a:t>
            </a:r>
            <a:r>
              <a:rPr lang="zh-CN" altLang="en-US" sz="2800" dirty="0" smtClean="0"/>
              <a:t>。因此，该信息流应属于变换流。</a:t>
            </a:r>
            <a:endParaRPr lang="en-US" altLang="zh-CN" sz="2800" dirty="0" smtClean="0"/>
          </a:p>
          <a:p>
            <a:pPr algn="l" eaLnBrk="1" hangingPunct="1"/>
            <a:endParaRPr lang="en-US" altLang="zh-CN" sz="2800" dirty="0" smtClean="0"/>
          </a:p>
          <a:p>
            <a:pPr algn="l" eaLnBrk="1" hangingPunct="1"/>
            <a:endParaRPr lang="en-US" altLang="zh-CN" sz="2800" dirty="0" smtClean="0"/>
          </a:p>
          <a:p>
            <a:pPr algn="l" eaLnBrk="1" hangingPunct="1"/>
            <a:endParaRPr lang="en-US" altLang="zh-CN" sz="2800" dirty="0" smtClean="0"/>
          </a:p>
          <a:p>
            <a:pPr algn="l" eaLnBrk="1" hangingPunct="1"/>
            <a:endParaRPr lang="en-US" altLang="zh-CN" sz="2800" dirty="0" smtClean="0"/>
          </a:p>
          <a:p>
            <a:pPr algn="l" eaLnBrk="1" hangingPunct="1"/>
            <a:endParaRPr lang="zh-CN" altLang="en-US" sz="2800" dirty="0" smtClean="0"/>
          </a:p>
        </p:txBody>
      </p:sp>
      <p:pic>
        <p:nvPicPr>
          <p:cNvPr id="7987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67198" y="2970841"/>
            <a:ext cx="4225925"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内容占位符 2"/>
          <p:cNvSpPr>
            <a:spLocks noGrp="1"/>
          </p:cNvSpPr>
          <p:nvPr>
            <p:ph idx="1"/>
          </p:nvPr>
        </p:nvSpPr>
        <p:spPr>
          <a:xfrm>
            <a:off x="630238" y="119063"/>
            <a:ext cx="10515600" cy="935037"/>
          </a:xfrm>
        </p:spPr>
        <p:txBody>
          <a:bodyPr/>
          <a:lstStyle/>
          <a:p>
            <a:pPr marL="0" indent="0" eaLnBrk="1" hangingPunct="1">
              <a:buFont typeface="Arial" panose="020B0604020202020204" pitchFamily="34" charset="0"/>
              <a:buNone/>
            </a:pPr>
            <a:r>
              <a:rPr lang="zh-CN" altLang="en-US" smtClean="0"/>
              <a:t>第</a:t>
            </a:r>
            <a:r>
              <a:rPr lang="en-US" altLang="zh-CN" smtClean="0"/>
              <a:t>4</a:t>
            </a:r>
            <a:r>
              <a:rPr lang="zh-CN" altLang="en-US" smtClean="0"/>
              <a:t>步：划定输入流和输出流的边界，从而孤立出变换中心。</a:t>
            </a:r>
            <a:r>
              <a:rPr lang="en-US" altLang="zh-CN" smtClean="0"/>
              <a:t>                  </a:t>
            </a:r>
            <a:r>
              <a:rPr lang="zh-CN" altLang="en-US" smtClean="0"/>
              <a:t>（</a:t>
            </a:r>
            <a:r>
              <a:rPr lang="en-US" altLang="zh-CN" smtClean="0"/>
              <a:t>See </a:t>
            </a:r>
            <a:r>
              <a:rPr lang="zh-CN" altLang="en-US" smtClean="0"/>
              <a:t>第四级数据流图）</a:t>
            </a:r>
            <a:endParaRPr lang="zh-CN" altLang="en-US" smtClean="0"/>
          </a:p>
        </p:txBody>
      </p:sp>
      <p:sp>
        <p:nvSpPr>
          <p:cNvPr id="4" name="日期占位符 3"/>
          <p:cNvSpPr>
            <a:spLocks noGrp="1"/>
          </p:cNvSpPr>
          <p:nvPr>
            <p:ph type="dt" sz="quarter" idx="10"/>
          </p:nvPr>
        </p:nvSpPr>
        <p:spPr/>
        <p:txBody>
          <a:bodyPr/>
          <a:lstStyle/>
          <a:p>
            <a:pPr>
              <a:defRPr/>
            </a:pPr>
            <a:fld id="{DF9BE5DD-982E-4454-82BB-3D8E9C62C482}" type="datetime11">
              <a:rPr lang="zh-CN" altLang="en-US" smtClean="0"/>
            </a:fld>
            <a:endParaRPr lang="zh-CN" altLang="en-US"/>
          </a:p>
        </p:txBody>
      </p:sp>
      <p:sp>
        <p:nvSpPr>
          <p:cNvPr id="80900" name="灯片编号占位符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90000"/>
              </a:lnSpc>
              <a:spcBef>
                <a:spcPts val="1000"/>
              </a:spcBef>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fld id="{B3782EF4-B507-467E-BD87-D4F658FBAF37}" type="slidenum">
              <a:rPr lang="zh-CN" altLang="en-US" sz="1200" smtClean="0">
                <a:solidFill>
                  <a:srgbClr val="898989"/>
                </a:solidFill>
                <a:latin typeface="Arial" panose="020B0604020202020204" pitchFamily="34" charset="0"/>
              </a:rPr>
            </a:fld>
            <a:endParaRPr lang="zh-CN" altLang="en-US" sz="1200" smtClean="0">
              <a:solidFill>
                <a:srgbClr val="898989"/>
              </a:solidFill>
              <a:latin typeface="Arial" panose="020B0604020202020204" pitchFamily="34" charset="0"/>
            </a:endParaRPr>
          </a:p>
        </p:txBody>
      </p:sp>
      <p:pic>
        <p:nvPicPr>
          <p:cNvPr id="80901"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43113" y="1054100"/>
            <a:ext cx="8285162" cy="583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r:id="rId2" p14:bwMode="auto">
            <p14:nvContentPartPr>
              <p14:cNvPr id="7" name="墨迹 6"/>
              <p14:cNvContentPartPr/>
              <p14:nvPr/>
            </p14:nvContentPartPr>
            <p14:xfrm>
              <a:off x="2711520" y="527040"/>
              <a:ext cx="7067880" cy="3924720"/>
            </p14:xfrm>
          </p:contentPart>
        </mc:Choice>
        <mc:Fallback xmlns="">
          <p:pic>
            <p:nvPicPr>
              <p:cNvPr id="7" name="墨迹 6"/>
            </p:nvPicPr>
            <p:blipFill>
              <a:blip r:embed="rId3"/>
            </p:blipFill>
            <p:spPr>
              <a:xfrm>
                <a:off x="2711520" y="527040"/>
                <a:ext cx="7067880" cy="392472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2" name="墨迹 1"/>
              <p14:cNvContentPartPr/>
              <p14:nvPr/>
            </p14:nvContentPartPr>
            <p14:xfrm>
              <a:off x="4038600" y="1054100"/>
              <a:ext cx="387350" cy="6350"/>
            </p14:xfrm>
          </p:contentPart>
        </mc:Choice>
        <mc:Fallback xmlns="">
          <p:pic>
            <p:nvPicPr>
              <p:cNvPr id="2" name="墨迹 1"/>
            </p:nvPicPr>
            <p:blipFill>
              <a:blip r:embed="rId5"/>
            </p:blipFill>
            <p:spPr>
              <a:xfrm>
                <a:off x="4038600" y="1054100"/>
                <a:ext cx="387350" cy="635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3" name="墨迹 2"/>
              <p14:cNvContentPartPr/>
              <p14:nvPr/>
            </p14:nvContentPartPr>
            <p14:xfrm>
              <a:off x="4235450" y="1073150"/>
              <a:ext cx="25400" cy="565150"/>
            </p14:xfrm>
          </p:contentPart>
        </mc:Choice>
        <mc:Fallback xmlns="">
          <p:pic>
            <p:nvPicPr>
              <p:cNvPr id="3" name="墨迹 2"/>
            </p:nvPicPr>
            <p:blipFill>
              <a:blip r:embed="rId7"/>
            </p:blipFill>
            <p:spPr>
              <a:xfrm>
                <a:off x="4235450" y="1073150"/>
                <a:ext cx="25400" cy="56515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5" name="墨迹 4"/>
              <p14:cNvContentPartPr/>
              <p14:nvPr/>
            </p14:nvContentPartPr>
            <p14:xfrm>
              <a:off x="3994150" y="1651000"/>
              <a:ext cx="501650" cy="360"/>
            </p14:xfrm>
          </p:contentPart>
        </mc:Choice>
        <mc:Fallback xmlns="">
          <p:pic>
            <p:nvPicPr>
              <p:cNvPr id="5" name="墨迹 4"/>
            </p:nvPicPr>
            <p:blipFill>
              <a:blip r:embed="rId9"/>
            </p:blipFill>
            <p:spPr>
              <a:xfrm>
                <a:off x="3994150" y="1651000"/>
                <a:ext cx="501650" cy="360"/>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6" name="墨迹 5"/>
              <p14:cNvContentPartPr/>
              <p14:nvPr/>
            </p14:nvContentPartPr>
            <p14:xfrm>
              <a:off x="5892800" y="1746250"/>
              <a:ext cx="44450" cy="781050"/>
            </p14:xfrm>
          </p:contentPart>
        </mc:Choice>
        <mc:Fallback xmlns="">
          <p:pic>
            <p:nvPicPr>
              <p:cNvPr id="6" name="墨迹 5"/>
            </p:nvPicPr>
            <p:blipFill>
              <a:blip r:embed="rId11"/>
            </p:blipFill>
            <p:spPr>
              <a:xfrm>
                <a:off x="5892800" y="1746250"/>
                <a:ext cx="44450" cy="78105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8" name="墨迹 7"/>
              <p14:cNvContentPartPr/>
              <p14:nvPr/>
            </p14:nvContentPartPr>
            <p14:xfrm>
              <a:off x="5842000" y="1638300"/>
              <a:ext cx="431800" cy="495300"/>
            </p14:xfrm>
          </p:contentPart>
        </mc:Choice>
        <mc:Fallback xmlns="">
          <p:pic>
            <p:nvPicPr>
              <p:cNvPr id="8" name="墨迹 7"/>
            </p:nvPicPr>
            <p:blipFill>
              <a:blip r:embed="rId13"/>
            </p:blipFill>
            <p:spPr>
              <a:xfrm>
                <a:off x="5842000" y="1638300"/>
                <a:ext cx="431800" cy="495300"/>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9" name="墨迹 8"/>
              <p14:cNvContentPartPr/>
              <p14:nvPr/>
            </p14:nvContentPartPr>
            <p14:xfrm>
              <a:off x="8832850" y="2279650"/>
              <a:ext cx="469900" cy="704850"/>
            </p14:xfrm>
          </p:contentPart>
        </mc:Choice>
        <mc:Fallback xmlns="">
          <p:pic>
            <p:nvPicPr>
              <p:cNvPr id="9" name="墨迹 8"/>
            </p:nvPicPr>
            <p:blipFill>
              <a:blip r:embed="rId15"/>
            </p:blipFill>
            <p:spPr>
              <a:xfrm>
                <a:off x="8832850" y="2279650"/>
                <a:ext cx="469900" cy="70485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内容占位符 2"/>
          <p:cNvSpPr>
            <a:spLocks noGrp="1" noChangeArrowheads="1"/>
          </p:cNvSpPr>
          <p:nvPr>
            <p:ph type="subTitle" idx="1"/>
          </p:nvPr>
        </p:nvSpPr>
        <p:spPr>
          <a:xfrm>
            <a:off x="838200" y="488950"/>
            <a:ext cx="10515600" cy="2074863"/>
          </a:xfrm>
        </p:spPr>
        <p:txBody>
          <a:bodyPr/>
          <a:lstStyle/>
          <a:p>
            <a:pPr algn="l" eaLnBrk="1" hangingPunct="1"/>
            <a:r>
              <a:rPr lang="zh-CN" altLang="en-US" sz="4400" smtClean="0"/>
              <a:t>第</a:t>
            </a:r>
            <a:r>
              <a:rPr lang="en-US" altLang="zh-CN" sz="4400" smtClean="0"/>
              <a:t>5</a:t>
            </a:r>
            <a:r>
              <a:rPr lang="zh-CN" altLang="en-US" sz="4400" smtClean="0"/>
              <a:t>步：</a:t>
            </a:r>
            <a:r>
              <a:rPr lang="zh-CN" altLang="en-US" sz="4400" smtClean="0">
                <a:highlight>
                  <a:srgbClr val="FFFF00"/>
                </a:highlight>
              </a:rPr>
              <a:t>执行“第一级分解”</a:t>
            </a:r>
            <a:endParaRPr lang="en-US" altLang="zh-CN" sz="2800" smtClean="0"/>
          </a:p>
          <a:p>
            <a:pPr algn="l" eaLnBrk="1" hangingPunct="1">
              <a:buFont typeface="Arial" panose="020B0604020202020204" pitchFamily="34" charset="0"/>
              <a:buChar char="•"/>
            </a:pPr>
            <a:endParaRPr lang="zh-CN" altLang="en-US" sz="2800" smtClean="0"/>
          </a:p>
          <a:p>
            <a:pPr algn="l" eaLnBrk="1" hangingPunct="1">
              <a:buFont typeface="Arial" panose="020B0604020202020204" pitchFamily="34" charset="0"/>
              <a:buChar char="•"/>
            </a:pPr>
            <a:r>
              <a:rPr lang="zh-CN" altLang="en-US" sz="2800" smtClean="0"/>
              <a:t>分解（</a:t>
            </a:r>
            <a:r>
              <a:rPr lang="zh-CN" altLang="en-US" sz="2800" smtClean="0">
                <a:solidFill>
                  <a:srgbClr val="FF0000"/>
                </a:solidFill>
              </a:rPr>
              <a:t>第</a:t>
            </a:r>
            <a:r>
              <a:rPr lang="en-US" altLang="zh-CN" sz="2800" smtClean="0">
                <a:solidFill>
                  <a:srgbClr val="FF0000"/>
                </a:solidFill>
              </a:rPr>
              <a:t>5</a:t>
            </a:r>
            <a:r>
              <a:rPr lang="zh-CN" altLang="en-US" sz="2800" smtClean="0">
                <a:solidFill>
                  <a:srgbClr val="FF0000"/>
                </a:solidFill>
              </a:rPr>
              <a:t>步和第</a:t>
            </a:r>
            <a:r>
              <a:rPr lang="en-US" altLang="zh-CN" sz="2800" smtClean="0">
                <a:solidFill>
                  <a:srgbClr val="FF0000"/>
                </a:solidFill>
              </a:rPr>
              <a:t>6</a:t>
            </a:r>
            <a:r>
              <a:rPr lang="zh-CN" altLang="en-US" sz="2800" smtClean="0">
                <a:solidFill>
                  <a:srgbClr val="FF0000"/>
                </a:solidFill>
              </a:rPr>
              <a:t>步</a:t>
            </a:r>
            <a:r>
              <a:rPr lang="zh-CN" altLang="en-US" sz="2800" smtClean="0"/>
              <a:t>）的目标是导出具有三个层次的软件结构：</a:t>
            </a:r>
            <a:r>
              <a:rPr lang="zh-CN" altLang="en-US" sz="2800" smtClean="0">
                <a:solidFill>
                  <a:srgbClr val="0000FF"/>
                </a:solidFill>
              </a:rPr>
              <a:t>顶层模块</a:t>
            </a:r>
            <a:r>
              <a:rPr lang="zh-CN" altLang="en-US" sz="2800" smtClean="0"/>
              <a:t>为主控模块；</a:t>
            </a:r>
            <a:r>
              <a:rPr lang="zh-CN" altLang="en-US" sz="2800" smtClean="0">
                <a:solidFill>
                  <a:srgbClr val="0000FF"/>
                </a:solidFill>
              </a:rPr>
              <a:t>底层模块</a:t>
            </a:r>
            <a:r>
              <a:rPr lang="zh-CN" altLang="en-US" sz="2800" smtClean="0"/>
              <a:t>执行输入、计算和输出功能；</a:t>
            </a:r>
            <a:r>
              <a:rPr lang="zh-CN" altLang="en-US" sz="2800" smtClean="0">
                <a:solidFill>
                  <a:srgbClr val="0000FF"/>
                </a:solidFill>
              </a:rPr>
              <a:t>中层模块</a:t>
            </a:r>
            <a:r>
              <a:rPr lang="zh-CN" altLang="en-US" sz="2800" smtClean="0"/>
              <a:t>控制、协调底层的工作。</a:t>
            </a:r>
            <a:endParaRPr lang="en-US" altLang="zh-CN" sz="2800" smtClean="0"/>
          </a:p>
          <a:p>
            <a:pPr algn="l" eaLnBrk="1" hangingPunct="1">
              <a:buFont typeface="Arial" panose="020B0604020202020204" pitchFamily="34" charset="0"/>
              <a:buChar char="•"/>
            </a:pPr>
            <a:endParaRPr lang="zh-CN" altLang="en-US" sz="2800" smtClean="0"/>
          </a:p>
        </p:txBody>
      </p:sp>
      <p:pic>
        <p:nvPicPr>
          <p:cNvPr id="81923"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735638" y="2790825"/>
            <a:ext cx="5781675" cy="356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0" name="TextBox 6"/>
          <p:cNvSpPr>
            <a:spLocks noChangeArrowheads="1"/>
          </p:cNvSpPr>
          <p:nvPr/>
        </p:nvSpPr>
        <p:spPr bwMode="auto">
          <a:xfrm>
            <a:off x="701675" y="2906713"/>
            <a:ext cx="4756150"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defRPr/>
            </a:pPr>
            <a:r>
              <a:rPr lang="zh-CN" altLang="en-US" sz="2000" dirty="0">
                <a:solidFill>
                  <a:srgbClr val="000000"/>
                </a:solidFill>
                <a:latin typeface="Calibri" panose="020F0502020204030204" pitchFamily="34" charset="0"/>
                <a:ea typeface="宋体" panose="02010600030101010101" pitchFamily="2" charset="-122"/>
                <a:sym typeface="宋体" panose="02010600030101010101" pitchFamily="2" charset="-122"/>
              </a:rPr>
              <a:t>中层模块的</a:t>
            </a:r>
            <a:r>
              <a:rPr lang="en-US" altLang="zh-CN" sz="2000" dirty="0">
                <a:solidFill>
                  <a:srgbClr val="000000"/>
                </a:solidFill>
                <a:latin typeface="Calibri" panose="020F0502020204030204" pitchFamily="34" charset="0"/>
                <a:ea typeface="宋体" panose="02010600030101010101" pitchFamily="2" charset="-122"/>
                <a:sym typeface="宋体" panose="02010600030101010101" pitchFamily="2" charset="-122"/>
              </a:rPr>
              <a:t>3</a:t>
            </a:r>
            <a:r>
              <a:rPr lang="zh-CN" altLang="en-US" sz="2000" dirty="0">
                <a:solidFill>
                  <a:srgbClr val="000000"/>
                </a:solidFill>
                <a:latin typeface="Calibri" panose="020F0502020204030204" pitchFamily="34" charset="0"/>
                <a:ea typeface="宋体" panose="02010600030101010101" pitchFamily="2" charset="-122"/>
                <a:sym typeface="宋体" panose="02010600030101010101" pitchFamily="2" charset="-122"/>
              </a:rPr>
              <a:t>部分：</a:t>
            </a:r>
            <a:endParaRPr lang="en-US" altLang="zh-CN" sz="2000" dirty="0">
              <a:solidFill>
                <a:srgbClr val="000000"/>
              </a:solidFill>
              <a:latin typeface="Calibri" panose="020F0502020204030204" pitchFamily="34" charset="0"/>
              <a:ea typeface="宋体" panose="02010600030101010101" pitchFamily="2" charset="-122"/>
              <a:sym typeface="宋体" panose="02010600030101010101" pitchFamily="2" charset="-122"/>
            </a:endParaRPr>
          </a:p>
          <a:p>
            <a:pPr marL="285750" indent="-285750">
              <a:buFont typeface="Arial" panose="020B0604020202020204" pitchFamily="34" charset="0"/>
              <a:buChar char="•"/>
              <a:defRPr/>
            </a:pPr>
            <a:r>
              <a:rPr lang="zh-CN" altLang="en-US" sz="2000" dirty="0">
                <a:solidFill>
                  <a:srgbClr val="000000"/>
                </a:solidFill>
                <a:latin typeface="Calibri" panose="020F0502020204030204" pitchFamily="34" charset="0"/>
                <a:ea typeface="宋体" panose="02010600030101010101" pitchFamily="2" charset="-122"/>
                <a:sym typeface="宋体" panose="02010600030101010101" pitchFamily="2" charset="-122"/>
              </a:rPr>
              <a:t>输入流控制模块，接收所有输入数据；</a:t>
            </a:r>
            <a:endParaRPr lang="en-US" altLang="zh-CN" sz="2000" dirty="0">
              <a:solidFill>
                <a:srgbClr val="000000"/>
              </a:solidFill>
              <a:latin typeface="Calibri" panose="020F0502020204030204" pitchFamily="34" charset="0"/>
              <a:ea typeface="宋体" panose="02010600030101010101" pitchFamily="2" charset="-122"/>
              <a:sym typeface="Calibri" panose="020F0502020204030204" pitchFamily="34" charset="0"/>
            </a:endParaRPr>
          </a:p>
          <a:p>
            <a:pPr marL="285750" indent="-285750">
              <a:buFont typeface="Arial" panose="020B0604020202020204" pitchFamily="34" charset="0"/>
              <a:buChar char="•"/>
              <a:defRPr/>
            </a:pPr>
            <a:endParaRPr lang="zh-CN" altLang="en-US" sz="2000" dirty="0">
              <a:solidFill>
                <a:srgbClr val="000000"/>
              </a:solidFill>
              <a:latin typeface="Calibri" panose="020F0502020204030204" pitchFamily="34" charset="0"/>
              <a:ea typeface="宋体" panose="02010600030101010101" pitchFamily="2" charset="-122"/>
              <a:sym typeface="Calibri" panose="020F0502020204030204" pitchFamily="34" charset="0"/>
            </a:endParaRPr>
          </a:p>
          <a:p>
            <a:pPr marL="285750" indent="-285750">
              <a:buFont typeface="Arial" panose="020B0604020202020204" pitchFamily="34" charset="0"/>
              <a:buChar char="•"/>
              <a:defRPr/>
            </a:pPr>
            <a:r>
              <a:rPr lang="zh-CN" altLang="en-US" sz="2000" dirty="0">
                <a:solidFill>
                  <a:srgbClr val="000000"/>
                </a:solidFill>
                <a:latin typeface="Calibri" panose="020F0502020204030204" pitchFamily="34" charset="0"/>
                <a:ea typeface="宋体" panose="02010600030101010101" pitchFamily="2" charset="-122"/>
                <a:sym typeface="宋体" panose="02010600030101010101" pitchFamily="2" charset="-122"/>
              </a:rPr>
              <a:t>变换流控制模块，对数据进行加工、处理；</a:t>
            </a:r>
            <a:endParaRPr lang="en-US" altLang="zh-CN" sz="2000" dirty="0">
              <a:solidFill>
                <a:srgbClr val="000000"/>
              </a:solidFill>
              <a:latin typeface="Calibri" panose="020F0502020204030204" pitchFamily="34" charset="0"/>
              <a:ea typeface="宋体" panose="02010600030101010101" pitchFamily="2" charset="-122"/>
              <a:sym typeface="Calibri" panose="020F0502020204030204" pitchFamily="34" charset="0"/>
            </a:endParaRPr>
          </a:p>
          <a:p>
            <a:pPr marL="285750" indent="-285750">
              <a:defRPr/>
            </a:pPr>
            <a:endParaRPr lang="zh-CN" altLang="en-US" sz="2000" dirty="0">
              <a:solidFill>
                <a:srgbClr val="000000"/>
              </a:solidFill>
              <a:latin typeface="Calibri" panose="020F0502020204030204" pitchFamily="34" charset="0"/>
              <a:ea typeface="宋体" panose="02010600030101010101" pitchFamily="2" charset="-122"/>
              <a:sym typeface="Calibri" panose="020F0502020204030204" pitchFamily="34" charset="0"/>
            </a:endParaRPr>
          </a:p>
          <a:p>
            <a:pPr marL="285750" indent="-285750">
              <a:buFont typeface="Arial" panose="020B0604020202020204" pitchFamily="34" charset="0"/>
              <a:buChar char="•"/>
              <a:defRPr/>
            </a:pPr>
            <a:r>
              <a:rPr lang="zh-CN" altLang="en-US" sz="2000" dirty="0">
                <a:solidFill>
                  <a:srgbClr val="000000"/>
                </a:solidFill>
                <a:latin typeface="Calibri" panose="020F0502020204030204" pitchFamily="34" charset="0"/>
                <a:ea typeface="宋体" panose="02010600030101010101" pitchFamily="2" charset="-122"/>
                <a:sym typeface="宋体" panose="02010600030101010101" pitchFamily="2" charset="-122"/>
              </a:rPr>
              <a:t>输出流控制模块，产生输出数据。</a:t>
            </a:r>
            <a:endParaRPr lang="zh-CN" altLang="en-US" sz="2000" dirty="0">
              <a:solidFill>
                <a:srgbClr val="000000"/>
              </a:solidFill>
              <a:latin typeface="Calibri" panose="020F0502020204030204" pitchFamily="34" charset="0"/>
              <a:ea typeface="宋体" panose="02010600030101010101" pitchFamily="2" charset="-122"/>
              <a:sym typeface="宋体" panose="02010600030101010101" pitchFamily="2" charset="-122"/>
            </a:endParaRPr>
          </a:p>
        </p:txBody>
      </p:sp>
      <mc:AlternateContent xmlns:mc="http://schemas.openxmlformats.org/markup-compatibility/2006" xmlns:p14="http://schemas.microsoft.com/office/powerpoint/2010/main">
        <mc:Choice Requires="p14">
          <p:contentPart r:id="rId2" p14:bwMode="auto">
            <p14:nvContentPartPr>
              <p14:cNvPr id="2" name="墨迹 1"/>
              <p14:cNvContentPartPr/>
              <p14:nvPr/>
            </p14:nvContentPartPr>
            <p14:xfrm>
              <a:off x="957480" y="2914680"/>
              <a:ext cx="9061920" cy="3518280"/>
            </p14:xfrm>
          </p:contentPart>
        </mc:Choice>
        <mc:Fallback xmlns="">
          <p:pic>
            <p:nvPicPr>
              <p:cNvPr id="2" name="墨迹 1"/>
            </p:nvPicPr>
            <p:blipFill>
              <a:blip r:embed="rId3"/>
            </p:blipFill>
            <p:spPr>
              <a:xfrm>
                <a:off x="957480" y="2914680"/>
                <a:ext cx="9061920" cy="351828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3" name="墨迹 2"/>
              <p14:cNvContentPartPr/>
              <p14:nvPr/>
            </p14:nvContentPartPr>
            <p14:xfrm>
              <a:off x="5010150" y="3759200"/>
              <a:ext cx="7175500" cy="1085850"/>
            </p14:xfrm>
          </p:contentPart>
        </mc:Choice>
        <mc:Fallback xmlns="">
          <p:pic>
            <p:nvPicPr>
              <p:cNvPr id="3" name="墨迹 2"/>
            </p:nvPicPr>
            <p:blipFill>
              <a:blip r:embed="rId5"/>
            </p:blipFill>
            <p:spPr>
              <a:xfrm>
                <a:off x="5010150" y="3759200"/>
                <a:ext cx="7175500" cy="108585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4" name="墨迹 3"/>
              <p14:cNvContentPartPr/>
              <p14:nvPr/>
            </p14:nvContentPartPr>
            <p14:xfrm>
              <a:off x="4914900" y="4254500"/>
              <a:ext cx="133350" cy="285750"/>
            </p14:xfrm>
          </p:contentPart>
        </mc:Choice>
        <mc:Fallback xmlns="">
          <p:pic>
            <p:nvPicPr>
              <p:cNvPr id="4" name="墨迹 3"/>
            </p:nvPicPr>
            <p:blipFill>
              <a:blip r:embed="rId7"/>
            </p:blipFill>
            <p:spPr>
              <a:xfrm>
                <a:off x="4914900" y="4254500"/>
                <a:ext cx="133350" cy="28575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smtClean="0"/>
              <a:t>第</a:t>
            </a:r>
            <a:r>
              <a:rPr lang="en-US" altLang="zh-CN" sz="4400" smtClean="0"/>
              <a:t>6</a:t>
            </a:r>
            <a:r>
              <a:rPr lang="zh-CN" altLang="en-US" sz="4400" smtClean="0"/>
              <a:t>步：</a:t>
            </a:r>
            <a:r>
              <a:rPr lang="zh-CN" altLang="en-US" sz="4400" smtClean="0">
                <a:highlight>
                  <a:srgbClr val="FFFF00"/>
                </a:highlight>
              </a:rPr>
              <a:t>执行“第二级分解”</a:t>
            </a:r>
            <a:endParaRPr lang="zh-CN" altLang="en-US" sz="4400" smtClean="0">
              <a:highlight>
                <a:srgbClr val="FFFF00"/>
              </a:highlight>
            </a:endParaRPr>
          </a:p>
        </p:txBody>
      </p:sp>
      <p:sp>
        <p:nvSpPr>
          <p:cNvPr id="76803" name="内容占位符 2"/>
          <p:cNvSpPr>
            <a:spLocks noGrp="1" noChangeArrowheads="1"/>
          </p:cNvSpPr>
          <p:nvPr>
            <p:ph type="subTitle" idx="1"/>
          </p:nvPr>
        </p:nvSpPr>
        <p:spPr>
          <a:xfrm>
            <a:off x="838200" y="1714500"/>
            <a:ext cx="4841875" cy="4489450"/>
          </a:xfrm>
        </p:spPr>
        <p:txBody>
          <a:bodyPr/>
          <a:lstStyle/>
          <a:p>
            <a:pPr algn="l" eaLnBrk="1" hangingPunct="1">
              <a:buFont typeface="Arial" panose="020B0604020202020204" pitchFamily="34" charset="0"/>
              <a:buChar char="•"/>
            </a:pPr>
            <a:r>
              <a:rPr lang="zh-CN" altLang="en-US" sz="2800" dirty="0" smtClean="0"/>
              <a:t>任务：把数据流图中每个处理框</a:t>
            </a:r>
            <a:r>
              <a:rPr lang="zh-CN" altLang="en-US" sz="2800" dirty="0" smtClean="0">
                <a:solidFill>
                  <a:srgbClr val="FF0000"/>
                </a:solidFill>
              </a:rPr>
              <a:t>映射</a:t>
            </a:r>
            <a:r>
              <a:rPr lang="zh-CN" altLang="en-US" sz="2800" dirty="0" smtClean="0"/>
              <a:t>为软件结构中的一个模块。</a:t>
            </a:r>
            <a:endParaRPr lang="en-US" altLang="zh-CN" sz="2800" dirty="0" smtClean="0"/>
          </a:p>
          <a:p>
            <a:pPr algn="l" eaLnBrk="1" hangingPunct="1">
              <a:buFont typeface="Arial" panose="020B0604020202020204" pitchFamily="34" charset="0"/>
              <a:buChar char="•"/>
            </a:pPr>
            <a:r>
              <a:rPr lang="zh-CN" altLang="en-US" sz="2800" b="1" dirty="0" smtClean="0"/>
              <a:t>如何映射？</a:t>
            </a:r>
            <a:endParaRPr lang="en-US" altLang="zh-CN" sz="2800" b="1" dirty="0" smtClean="0"/>
          </a:p>
          <a:p>
            <a:pPr algn="l" eaLnBrk="1" hangingPunct="1"/>
            <a:r>
              <a:rPr lang="en-US" altLang="zh-CN" sz="2800" dirty="0" smtClean="0"/>
              <a:t> </a:t>
            </a:r>
            <a:r>
              <a:rPr lang="zh-CN" altLang="en-US" sz="2800" dirty="0" smtClean="0"/>
              <a:t>从变换中心的边界开始沿输  入、输出通道</a:t>
            </a:r>
            <a:r>
              <a:rPr lang="zh-CN" altLang="en-US" sz="2800" dirty="0" smtClean="0">
                <a:highlight>
                  <a:srgbClr val="FFFF00"/>
                </a:highlight>
              </a:rPr>
              <a:t>向外</a:t>
            </a:r>
            <a:r>
              <a:rPr lang="zh-CN" altLang="en-US" sz="2800" dirty="0" smtClean="0"/>
              <a:t>移动，把遇到的每个处理框映射为结构图中相应控制模块下的一个模块。</a:t>
            </a:r>
            <a:endParaRPr lang="en-US" altLang="zh-CN" sz="2800" dirty="0" smtClean="0"/>
          </a:p>
          <a:p>
            <a:pPr algn="l" eaLnBrk="1" hangingPunct="1">
              <a:buFont typeface="Arial" panose="020B0604020202020204" pitchFamily="34" charset="0"/>
              <a:buChar char="•"/>
            </a:pPr>
            <a:r>
              <a:rPr lang="zh-CN" altLang="en-US" sz="2800" dirty="0" smtClean="0"/>
              <a:t>二级分解后得到的是</a:t>
            </a:r>
            <a:r>
              <a:rPr lang="zh-CN" altLang="en-US" sz="2800" dirty="0" smtClean="0">
                <a:solidFill>
                  <a:srgbClr val="0000FF"/>
                </a:solidFill>
              </a:rPr>
              <a:t>程序（软件）结构的“雏形”</a:t>
            </a:r>
            <a:r>
              <a:rPr lang="zh-CN" altLang="en-US" sz="2800" dirty="0" smtClean="0"/>
              <a:t>，然后，再优化。</a:t>
            </a:r>
            <a:endParaRPr lang="zh-CN" altLang="en-US" sz="2800" dirty="0" smtClean="0"/>
          </a:p>
        </p:txBody>
      </p:sp>
      <p:pic>
        <p:nvPicPr>
          <p:cNvPr id="8294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756275" y="1825625"/>
            <a:ext cx="5905500" cy="399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r:id="rId2" p14:bwMode="auto">
            <p14:nvContentPartPr>
              <p14:cNvPr id="2" name="墨迹 1"/>
              <p14:cNvContentPartPr/>
              <p14:nvPr/>
            </p14:nvContentPartPr>
            <p14:xfrm>
              <a:off x="6083280" y="1479600"/>
              <a:ext cx="5055120" cy="1924200"/>
            </p14:xfrm>
          </p:contentPart>
        </mc:Choice>
        <mc:Fallback xmlns="">
          <p:pic>
            <p:nvPicPr>
              <p:cNvPr id="2" name="墨迹 1"/>
            </p:nvPicPr>
            <p:blipFill>
              <a:blip r:embed="rId3"/>
            </p:blipFill>
            <p:spPr>
              <a:xfrm>
                <a:off x="6083280" y="1479600"/>
                <a:ext cx="5055120" cy="192420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3" name="墨迹 2"/>
              <p14:cNvContentPartPr/>
              <p14:nvPr/>
            </p14:nvContentPartPr>
            <p14:xfrm>
              <a:off x="1066800" y="3892550"/>
              <a:ext cx="4476750" cy="50800"/>
            </p14:xfrm>
          </p:contentPart>
        </mc:Choice>
        <mc:Fallback xmlns="">
          <p:pic>
            <p:nvPicPr>
              <p:cNvPr id="3" name="墨迹 2"/>
            </p:nvPicPr>
            <p:blipFill>
              <a:blip r:embed="rId5"/>
            </p:blipFill>
            <p:spPr>
              <a:xfrm>
                <a:off x="1066800" y="3892550"/>
                <a:ext cx="4476750" cy="5080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4" name="墨迹 3"/>
              <p14:cNvContentPartPr/>
              <p14:nvPr/>
            </p14:nvContentPartPr>
            <p14:xfrm>
              <a:off x="717550" y="4298950"/>
              <a:ext cx="3854450" cy="57150"/>
            </p14:xfrm>
          </p:contentPart>
        </mc:Choice>
        <mc:Fallback xmlns="">
          <p:pic>
            <p:nvPicPr>
              <p:cNvPr id="4" name="墨迹 3"/>
            </p:nvPicPr>
            <p:blipFill>
              <a:blip r:embed="rId7"/>
            </p:blipFill>
            <p:spPr>
              <a:xfrm>
                <a:off x="717550" y="4298950"/>
                <a:ext cx="3854450" cy="5715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6803">
                                            <p:txEl>
                                              <p:pRg st="1" end="1"/>
                                            </p:txEl>
                                          </p:spTgt>
                                        </p:tgtEl>
                                        <p:attrNameLst>
                                          <p:attrName>style.visibility</p:attrName>
                                        </p:attrNameLst>
                                      </p:cBhvr>
                                      <p:to>
                                        <p:strVal val="visible"/>
                                      </p:to>
                                    </p:set>
                                    <p:animEffect transition="in" filter="wipe(down)">
                                      <p:cBhvr>
                                        <p:cTn id="7" dur="500"/>
                                        <p:tgtEl>
                                          <p:spTgt spid="76803">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76803">
                                            <p:txEl>
                                              <p:pRg st="2" end="2"/>
                                            </p:txEl>
                                          </p:spTgt>
                                        </p:tgtEl>
                                        <p:attrNameLst>
                                          <p:attrName>style.visibility</p:attrName>
                                        </p:attrNameLst>
                                      </p:cBhvr>
                                      <p:to>
                                        <p:strVal val="visible"/>
                                      </p:to>
                                    </p:set>
                                    <p:animEffect transition="in" filter="wipe(down)">
                                      <p:cBhvr>
                                        <p:cTn id="10" dur="500"/>
                                        <p:tgtEl>
                                          <p:spTgt spid="76803">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76803">
                                            <p:txEl>
                                              <p:pRg st="3" end="3"/>
                                            </p:txEl>
                                          </p:spTgt>
                                        </p:tgtEl>
                                        <p:attrNameLst>
                                          <p:attrName>style.visibility</p:attrName>
                                        </p:attrNameLst>
                                      </p:cBhvr>
                                      <p:to>
                                        <p:strVal val="visible"/>
                                      </p:to>
                                    </p:set>
                                    <p:animEffect transition="in" filter="wipe(down)">
                                      <p:cBhvr>
                                        <p:cTn id="13" dur="500"/>
                                        <p:tgtEl>
                                          <p:spTgt spid="7680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smtClean="0"/>
              <a:t>第</a:t>
            </a:r>
            <a:r>
              <a:rPr lang="en-US" altLang="zh-CN" sz="4400" smtClean="0"/>
              <a:t>7</a:t>
            </a:r>
            <a:r>
              <a:rPr lang="zh-CN" altLang="en-US" sz="4400" smtClean="0"/>
              <a:t>步：采用启发式设计策略，精化程序结构雏形，改进软件质量。</a:t>
            </a:r>
            <a:endParaRPr lang="zh-CN" altLang="en-US" sz="4400" smtClean="0"/>
          </a:p>
        </p:txBody>
      </p:sp>
      <p:sp>
        <p:nvSpPr>
          <p:cNvPr id="83971" name="内容占位符 2"/>
          <p:cNvSpPr>
            <a:spLocks noGrp="1" noChangeArrowheads="1"/>
          </p:cNvSpPr>
          <p:nvPr>
            <p:ph type="subTitle" idx="1"/>
          </p:nvPr>
        </p:nvSpPr>
        <p:spPr>
          <a:xfrm>
            <a:off x="838200" y="2314575"/>
            <a:ext cx="5137150" cy="1016000"/>
          </a:xfrm>
        </p:spPr>
        <p:txBody>
          <a:bodyPr/>
          <a:lstStyle/>
          <a:p>
            <a:pPr marL="228600" indent="-228600" algn="l" eaLnBrk="1" hangingPunct="1">
              <a:buFont typeface="Arial" panose="020B0604020202020204" pitchFamily="34" charset="0"/>
              <a:buChar char="•"/>
            </a:pPr>
            <a:r>
              <a:rPr lang="zh-CN" altLang="en-US" smtClean="0"/>
              <a:t>优化时，“模块独立”为指导思想</a:t>
            </a:r>
            <a:endParaRPr lang="en-US" altLang="zh-CN" smtClean="0"/>
          </a:p>
          <a:p>
            <a:pPr marL="228600" indent="-228600" algn="l" eaLnBrk="1" hangingPunct="1">
              <a:buFont typeface="Arial" panose="020B0604020202020204" pitchFamily="34" charset="0"/>
              <a:buChar char="•"/>
            </a:pPr>
            <a:r>
              <a:rPr lang="zh-CN" altLang="en-US" smtClean="0">
                <a:solidFill>
                  <a:srgbClr val="FF0000"/>
                </a:solidFill>
              </a:rPr>
              <a:t>追求</a:t>
            </a:r>
            <a:r>
              <a:rPr lang="en-US" altLang="zh-CN" smtClean="0">
                <a:solidFill>
                  <a:srgbClr val="FF0000"/>
                </a:solidFill>
              </a:rPr>
              <a:t>_____</a:t>
            </a:r>
            <a:r>
              <a:rPr lang="zh-CN" altLang="en-US" smtClean="0">
                <a:solidFill>
                  <a:srgbClr val="FF0000"/>
                </a:solidFill>
              </a:rPr>
              <a:t>内聚、</a:t>
            </a:r>
            <a:r>
              <a:rPr lang="en-US" altLang="zh-CN" smtClean="0">
                <a:solidFill>
                  <a:srgbClr val="FF0000"/>
                </a:solidFill>
              </a:rPr>
              <a:t>_____</a:t>
            </a:r>
            <a:r>
              <a:rPr lang="zh-CN" altLang="en-US" smtClean="0">
                <a:solidFill>
                  <a:srgbClr val="FF0000"/>
                </a:solidFill>
              </a:rPr>
              <a:t>耦合</a:t>
            </a:r>
            <a:r>
              <a:rPr lang="en-US" altLang="zh-CN" smtClean="0">
                <a:solidFill>
                  <a:srgbClr val="FF0000"/>
                </a:solidFill>
              </a:rPr>
              <a:t>?</a:t>
            </a:r>
            <a:endParaRPr lang="en-US" altLang="zh-CN" smtClean="0">
              <a:solidFill>
                <a:srgbClr val="FF0000"/>
              </a:solidFill>
            </a:endParaRPr>
          </a:p>
          <a:p>
            <a:pPr marL="228600" indent="-228600" algn="l" eaLnBrk="1" hangingPunct="1">
              <a:buFont typeface="Arial" panose="020B0604020202020204" pitchFamily="34" charset="0"/>
              <a:buChar char="•"/>
            </a:pPr>
            <a:endParaRPr lang="en-US" altLang="zh-CN" smtClean="0"/>
          </a:p>
          <a:p>
            <a:pPr marL="228600" indent="-228600" algn="l" eaLnBrk="1" hangingPunct="1">
              <a:buFont typeface="Arial" panose="020B0604020202020204" pitchFamily="34" charset="0"/>
              <a:buChar char="•"/>
            </a:pPr>
            <a:r>
              <a:rPr lang="zh-CN" altLang="en-US" smtClean="0">
                <a:solidFill>
                  <a:srgbClr val="FF0000"/>
                </a:solidFill>
              </a:rPr>
              <a:t>思考：右图中优化软件结构时，使用的什么启发规则？</a:t>
            </a:r>
            <a:endParaRPr lang="en-US" altLang="zh-CN" smtClean="0">
              <a:solidFill>
                <a:srgbClr val="FF0000"/>
              </a:solidFill>
            </a:endParaRPr>
          </a:p>
        </p:txBody>
      </p:sp>
      <p:pic>
        <p:nvPicPr>
          <p:cNvPr id="8397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130925" y="2085975"/>
            <a:ext cx="5905500" cy="458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r:id="rId2" p14:bwMode="auto">
            <p14:nvContentPartPr>
              <p14:cNvPr id="2" name="墨迹 1"/>
              <p14:cNvContentPartPr/>
              <p14:nvPr/>
            </p14:nvContentPartPr>
            <p14:xfrm>
              <a:off x="8096400" y="2533680"/>
              <a:ext cx="3905640" cy="806760"/>
            </p14:xfrm>
          </p:contentPart>
        </mc:Choice>
        <mc:Fallback xmlns="">
          <p:pic>
            <p:nvPicPr>
              <p:cNvPr id="2" name="墨迹 1"/>
            </p:nvPicPr>
            <p:blipFill>
              <a:blip r:embed="rId3"/>
            </p:blipFill>
            <p:spPr>
              <a:xfrm>
                <a:off x="8096400" y="2533680"/>
                <a:ext cx="3905640" cy="80676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启发式规则：</a:t>
            </a:r>
            <a:endParaRPr lang="zh-CN" altLang="en-US" dirty="0"/>
          </a:p>
        </p:txBody>
      </p:sp>
      <p:sp>
        <p:nvSpPr>
          <p:cNvPr id="4" name="日期占位符 3"/>
          <p:cNvSpPr>
            <a:spLocks noGrp="1"/>
          </p:cNvSpPr>
          <p:nvPr>
            <p:ph type="dt" sz="half" idx="10"/>
          </p:nvPr>
        </p:nvSpPr>
        <p:spPr/>
        <p:txBody>
          <a:bodyPr/>
          <a:lstStyle/>
          <a:p>
            <a:pPr>
              <a:defRPr/>
            </a:pPr>
            <a:fld id="{3A8BC6BA-AF10-49C9-98D9-A16852FCDFBC}" type="datetime11">
              <a:rPr lang="zh-CN" altLang="en-US" smtClean="0"/>
            </a:fld>
            <a:endParaRPr lang="zh-CN" altLang="en-US"/>
          </a:p>
        </p:txBody>
      </p:sp>
      <p:sp>
        <p:nvSpPr>
          <p:cNvPr id="5" name="灯片编号占位符 4"/>
          <p:cNvSpPr>
            <a:spLocks noGrp="1"/>
          </p:cNvSpPr>
          <p:nvPr>
            <p:ph type="sldNum" sz="quarter" idx="12"/>
          </p:nvPr>
        </p:nvSpPr>
        <p:spPr/>
        <p:txBody>
          <a:bodyPr/>
          <a:lstStyle/>
          <a:p>
            <a:pPr>
              <a:defRPr/>
            </a:pPr>
            <a:fld id="{B52A34D6-6B14-4C5A-A8EB-982FC2EEEDDF}" type="slidenum">
              <a:rPr lang="zh-CN" altLang="en-US" smtClean="0"/>
            </a:fld>
            <a:endParaRPr lang="zh-CN" altLang="en-US"/>
          </a:p>
        </p:txBody>
      </p:sp>
      <p:sp>
        <p:nvSpPr>
          <p:cNvPr id="6" name="内容占位符 2"/>
          <p:cNvSpPr>
            <a:spLocks noGrp="1" noChangeArrowheads="1"/>
          </p:cNvSpPr>
          <p:nvPr>
            <p:ph idx="1"/>
          </p:nvPr>
        </p:nvSpPr>
        <p:spPr/>
        <p:txBody>
          <a:bodyPr/>
          <a:lstStyle/>
          <a:p>
            <a:pPr marL="514350" indent="-514350" algn="l" eaLnBrk="1" hangingPunct="1">
              <a:buFont typeface="Calibri Light" panose="020F0302020204030204" pitchFamily="34" charset="0"/>
              <a:buAutoNum type="circleNumDbPlain"/>
            </a:pPr>
            <a:r>
              <a:rPr lang="zh-CN" altLang="en-US" sz="2800" dirty="0" smtClean="0"/>
              <a:t>改进软件结构提高模块独立性；</a:t>
            </a:r>
            <a:endParaRPr lang="en-US" altLang="zh-CN" sz="2800" dirty="0" smtClean="0"/>
          </a:p>
          <a:p>
            <a:pPr marL="514350" indent="-514350" algn="l" eaLnBrk="1" hangingPunct="1">
              <a:buFont typeface="Calibri Light" panose="020F0302020204030204" pitchFamily="34" charset="0"/>
              <a:buAutoNum type="circleNumDbPlain"/>
            </a:pPr>
            <a:r>
              <a:rPr lang="zh-CN" altLang="en-US" sz="2800" dirty="0" smtClean="0"/>
              <a:t>模块规模应该适中；</a:t>
            </a:r>
            <a:endParaRPr lang="en-US" altLang="zh-CN" sz="2800" dirty="0" smtClean="0"/>
          </a:p>
          <a:p>
            <a:pPr marL="514350" indent="-514350" algn="l" eaLnBrk="1" hangingPunct="1">
              <a:buFont typeface="Calibri Light" panose="020F0302020204030204" pitchFamily="34" charset="0"/>
              <a:buAutoNum type="circleNumDbPlain"/>
            </a:pPr>
            <a:r>
              <a:rPr lang="zh-CN" altLang="en-US" sz="2800" dirty="0" smtClean="0"/>
              <a:t>深度、宽度、</a:t>
            </a:r>
            <a:r>
              <a:rPr lang="zh-CN" altLang="en-US" sz="2800" dirty="0" smtClean="0">
                <a:solidFill>
                  <a:srgbClr val="FF0000"/>
                </a:solidFill>
              </a:rPr>
              <a:t>扇出和扇入</a:t>
            </a:r>
            <a:r>
              <a:rPr lang="zh-CN" altLang="en-US" sz="2800" dirty="0" smtClean="0"/>
              <a:t>都应适当；</a:t>
            </a:r>
            <a:endParaRPr lang="en-US" altLang="zh-CN" sz="2800" dirty="0" smtClean="0"/>
          </a:p>
          <a:p>
            <a:pPr marL="514350" indent="-514350" algn="l" eaLnBrk="1" hangingPunct="1">
              <a:buFont typeface="Calibri Light" panose="020F0302020204030204" pitchFamily="34" charset="0"/>
              <a:buAutoNum type="circleNumDbPlain"/>
            </a:pPr>
            <a:r>
              <a:rPr lang="zh-CN" altLang="en-US" sz="2800" dirty="0" smtClean="0"/>
              <a:t>模块的作用域应该在控制域之内；</a:t>
            </a:r>
            <a:endParaRPr lang="en-US" altLang="zh-CN" sz="2800" dirty="0" smtClean="0"/>
          </a:p>
          <a:p>
            <a:pPr marL="514350" indent="-514350" algn="l" eaLnBrk="1" hangingPunct="1">
              <a:buFont typeface="Calibri Light" panose="020F0302020204030204" pitchFamily="34" charset="0"/>
              <a:buAutoNum type="circleNumDbPlain"/>
            </a:pPr>
            <a:r>
              <a:rPr lang="zh-CN" altLang="en-US" sz="2800" dirty="0" smtClean="0"/>
              <a:t>力争降低模块接口的复杂程度；</a:t>
            </a:r>
            <a:endParaRPr lang="en-US" altLang="zh-CN" sz="2800" dirty="0" smtClean="0"/>
          </a:p>
          <a:p>
            <a:pPr marL="514350" indent="-514350" algn="l" eaLnBrk="1" hangingPunct="1">
              <a:buFont typeface="Calibri Light" panose="020F0302020204030204" pitchFamily="34" charset="0"/>
              <a:buAutoNum type="circleNumDbPlain"/>
            </a:pPr>
            <a:r>
              <a:rPr lang="zh-CN" altLang="en-US" sz="2800" dirty="0" smtClean="0"/>
              <a:t>设计单入口单出口的模块；</a:t>
            </a:r>
            <a:endParaRPr lang="en-US" altLang="zh-CN" sz="2800" dirty="0" smtClean="0"/>
          </a:p>
          <a:p>
            <a:pPr marL="514350" indent="-514350" algn="l" eaLnBrk="1" hangingPunct="1">
              <a:buFont typeface="Calibri Light" panose="020F0302020204030204" pitchFamily="34" charset="0"/>
              <a:buAutoNum type="circleNumDbPlain"/>
            </a:pPr>
            <a:r>
              <a:rPr lang="zh-CN" altLang="en-US" sz="2800" dirty="0" smtClean="0"/>
              <a:t>模块功能应该可以预测。</a:t>
            </a:r>
            <a:endParaRPr lang="en-US" altLang="zh-CN" sz="2800" dirty="0" smtClean="0"/>
          </a:p>
          <a:p>
            <a:pPr marL="514350" indent="-514350" algn="l" eaLnBrk="1" hangingPunct="1">
              <a:buFont typeface="Calibri Light" panose="020F0302020204030204" pitchFamily="34" charset="0"/>
              <a:buAutoNum type="circleNumDbPlain"/>
            </a:pPr>
            <a:endParaRPr lang="zh-CN" altLang="en-US" sz="2800" dirty="0" smtClean="0"/>
          </a:p>
        </p:txBody>
      </p:sp>
      <mc:AlternateContent xmlns:mc="http://schemas.openxmlformats.org/markup-compatibility/2006" xmlns:p14="http://schemas.microsoft.com/office/powerpoint/2010/main">
        <mc:Choice Requires="p14">
          <p:contentPart r:id="rId1" p14:bwMode="auto">
            <p14:nvContentPartPr>
              <p14:cNvPr id="7" name="墨迹 6"/>
              <p14:cNvContentPartPr/>
              <p14:nvPr/>
            </p14:nvContentPartPr>
            <p14:xfrm>
              <a:off x="3898900" y="2698750"/>
              <a:ext cx="12700" cy="360"/>
            </p14:xfrm>
          </p:contentPart>
        </mc:Choice>
        <mc:Fallback xmlns="">
          <p:pic>
            <p:nvPicPr>
              <p:cNvPr id="7" name="墨迹 6"/>
            </p:nvPicPr>
            <p:blipFill>
              <a:blip r:embed="rId2"/>
            </p:blipFill>
            <p:spPr>
              <a:xfrm>
                <a:off x="3898900" y="2698750"/>
                <a:ext cx="12700" cy="36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8" name="墨迹 7"/>
              <p14:cNvContentPartPr/>
              <p14:nvPr/>
            </p14:nvContentPartPr>
            <p14:xfrm>
              <a:off x="3898900" y="2698750"/>
              <a:ext cx="12700" cy="360"/>
            </p14:xfrm>
          </p:contentPart>
        </mc:Choice>
        <mc:Fallback xmlns="">
          <p:pic>
            <p:nvPicPr>
              <p:cNvPr id="8" name="墨迹 7"/>
            </p:nvPicPr>
            <p:blipFill>
              <a:blip r:embed="rId2"/>
            </p:blipFill>
            <p:spPr>
              <a:xfrm>
                <a:off x="3898900" y="2698750"/>
                <a:ext cx="12700" cy="36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1"/>
          <p:cNvSpPr>
            <a:spLocks noGrp="1" noChangeArrowheads="1"/>
          </p:cNvSpPr>
          <p:nvPr>
            <p:ph type="ctrTitle"/>
          </p:nvPr>
        </p:nvSpPr>
        <p:spPr>
          <a:xfrm>
            <a:off x="838200" y="365125"/>
            <a:ext cx="10515600" cy="1325563"/>
          </a:xfrm>
        </p:spPr>
        <p:txBody>
          <a:bodyPr anchor="ctr"/>
          <a:lstStyle/>
          <a:p>
            <a:pPr marL="0" indent="0" algn="l" eaLnBrk="1" hangingPunct="1"/>
            <a:r>
              <a:rPr lang="en-US" altLang="zh-CN" sz="4400" smtClean="0"/>
              <a:t>5.5.3 </a:t>
            </a:r>
            <a:r>
              <a:rPr lang="zh-CN" altLang="en-US" sz="4400" smtClean="0"/>
              <a:t>事务分析</a:t>
            </a:r>
            <a:endParaRPr lang="zh-CN" altLang="en-US" sz="4400" smtClean="0"/>
          </a:p>
        </p:txBody>
      </p:sp>
      <p:sp>
        <p:nvSpPr>
          <p:cNvPr id="84995" name="内容占位符 2"/>
          <p:cNvSpPr>
            <a:spLocks noGrp="1" noChangeArrowheads="1"/>
          </p:cNvSpPr>
          <p:nvPr>
            <p:ph type="subTitle" idx="1"/>
          </p:nvPr>
        </p:nvSpPr>
        <p:spPr>
          <a:xfrm>
            <a:off x="838200" y="1825625"/>
            <a:ext cx="10515600" cy="4351338"/>
          </a:xfrm>
        </p:spPr>
        <p:txBody>
          <a:bodyPr/>
          <a:lstStyle/>
          <a:p>
            <a:pPr marL="228600" indent="-228600" algn="l" eaLnBrk="1" hangingPunct="1">
              <a:buFont typeface="Arial" panose="020B0604020202020204" pitchFamily="34" charset="0"/>
              <a:buChar char="•"/>
            </a:pPr>
            <a:r>
              <a:rPr lang="zh-CN" altLang="en-US" sz="2800" dirty="0" smtClean="0"/>
              <a:t>当数据流具有明显的事务特点时，也就是有一个</a:t>
            </a:r>
            <a:r>
              <a:rPr lang="zh-CN" altLang="en-US" sz="2800" dirty="0" smtClean="0">
                <a:solidFill>
                  <a:srgbClr val="FF0000"/>
                </a:solidFill>
              </a:rPr>
              <a:t>明显的“发射中心”</a:t>
            </a:r>
            <a:r>
              <a:rPr lang="zh-CN" altLang="en-US" sz="2800" dirty="0" smtClean="0"/>
              <a:t>（或事务中心）时，采用事务分析。</a:t>
            </a:r>
            <a:endParaRPr lang="en-US" altLang="zh-CN" sz="2800" dirty="0" smtClean="0"/>
          </a:p>
          <a:p>
            <a:pPr marL="228600" indent="-228600" algn="l" eaLnBrk="1" hangingPunct="1">
              <a:buFont typeface="Arial" panose="020B0604020202020204" pitchFamily="34" charset="0"/>
              <a:buChar char="•"/>
            </a:pPr>
            <a:r>
              <a:rPr lang="zh-CN" altLang="en-US" sz="2800" dirty="0" smtClean="0"/>
              <a:t>由事务流映射成的软件结构包括</a:t>
            </a:r>
            <a:r>
              <a:rPr lang="zh-CN" altLang="en-US" sz="2800" dirty="0" smtClean="0">
                <a:solidFill>
                  <a:srgbClr val="0000FF"/>
                </a:solidFill>
              </a:rPr>
              <a:t>一个接收分支和一个发送分支</a:t>
            </a:r>
            <a:r>
              <a:rPr lang="zh-CN" altLang="en-US" sz="2800" dirty="0" smtClean="0"/>
              <a:t>。</a:t>
            </a:r>
            <a:endParaRPr lang="en-US" altLang="zh-CN" sz="2800" dirty="0" smtClean="0"/>
          </a:p>
          <a:p>
            <a:pPr marL="228600" indent="-228600" algn="l" eaLnBrk="1" hangingPunct="1">
              <a:buFont typeface="Arial" panose="020B0604020202020204" pitchFamily="34" charset="0"/>
              <a:buChar char="•"/>
            </a:pPr>
            <a:r>
              <a:rPr lang="zh-CN" altLang="en-US" sz="2800" dirty="0" smtClean="0"/>
              <a:t>映射出</a:t>
            </a:r>
            <a:r>
              <a:rPr lang="zh-CN" altLang="en-US" sz="2800" u="sng" dirty="0" smtClean="0"/>
              <a:t>接收分支</a:t>
            </a:r>
            <a:r>
              <a:rPr lang="zh-CN" altLang="en-US" sz="2800" dirty="0" smtClean="0"/>
              <a:t>的方法和</a:t>
            </a:r>
            <a:r>
              <a:rPr lang="zh-CN" altLang="en-US" sz="2800" u="sng" dirty="0" smtClean="0"/>
              <a:t>变换分析映射出输入流</a:t>
            </a:r>
            <a:r>
              <a:rPr lang="zh-CN" altLang="en-US" sz="2800" dirty="0" smtClean="0"/>
              <a:t>的方法相似，即</a:t>
            </a:r>
            <a:r>
              <a:rPr lang="zh-CN" altLang="en-US" sz="2800" dirty="0" smtClean="0">
                <a:solidFill>
                  <a:srgbClr val="FF0000"/>
                </a:solidFill>
              </a:rPr>
              <a:t>从事务中心的边界</a:t>
            </a:r>
            <a:r>
              <a:rPr lang="zh-CN" altLang="en-US" sz="2800" dirty="0" smtClean="0">
                <a:solidFill>
                  <a:srgbClr val="FF0000"/>
                </a:solidFill>
                <a:highlight>
                  <a:srgbClr val="FFFF00"/>
                </a:highlight>
              </a:rPr>
              <a:t>向外</a:t>
            </a:r>
            <a:r>
              <a:rPr lang="zh-CN" altLang="en-US" sz="2800" dirty="0" smtClean="0">
                <a:solidFill>
                  <a:srgbClr val="FF0000"/>
                </a:solidFill>
              </a:rPr>
              <a:t>移动</a:t>
            </a:r>
            <a:r>
              <a:rPr lang="zh-CN" altLang="en-US" sz="2800" dirty="0" smtClean="0">
                <a:solidFill>
                  <a:srgbClr val="0000FF"/>
                </a:solidFill>
              </a:rPr>
              <a:t>，把沿着接收通路的处理映射成模块</a:t>
            </a:r>
            <a:r>
              <a:rPr lang="zh-CN" altLang="en-US" sz="2800" dirty="0" smtClean="0"/>
              <a:t>。</a:t>
            </a:r>
            <a:endParaRPr lang="en-US" altLang="zh-CN" sz="2800" dirty="0" smtClean="0"/>
          </a:p>
          <a:p>
            <a:pPr marL="228600" indent="-228600" algn="l" eaLnBrk="1" hangingPunct="1">
              <a:buFont typeface="Arial" panose="020B0604020202020204" pitchFamily="34" charset="0"/>
              <a:buChar char="•"/>
            </a:pPr>
            <a:r>
              <a:rPr lang="zh-CN" altLang="en-US" sz="2800" dirty="0" smtClean="0">
                <a:solidFill>
                  <a:srgbClr val="0000FF"/>
                </a:solidFill>
              </a:rPr>
              <a:t>发送分支</a:t>
            </a:r>
            <a:r>
              <a:rPr lang="zh-CN" altLang="en-US" sz="2800" dirty="0" smtClean="0"/>
              <a:t>包括一个</a:t>
            </a:r>
            <a:r>
              <a:rPr lang="zh-CN" altLang="en-US" sz="2800" dirty="0" smtClean="0">
                <a:solidFill>
                  <a:srgbClr val="0000FF"/>
                </a:solidFill>
              </a:rPr>
              <a:t>调度模块</a:t>
            </a:r>
            <a:r>
              <a:rPr lang="zh-CN" altLang="en-US" sz="2800" dirty="0" smtClean="0"/>
              <a:t>，它控制下层的所有模块。</a:t>
            </a:r>
            <a:endParaRPr lang="zh-CN" altLang="en-US" sz="2800" dirty="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smtClean="0"/>
              <a:t>事务分析的映射方法</a:t>
            </a:r>
            <a:endParaRPr lang="zh-CN" altLang="en-US" sz="4400" smtClean="0"/>
          </a:p>
        </p:txBody>
      </p:sp>
      <p:pic>
        <p:nvPicPr>
          <p:cNvPr id="8601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89225" y="1860550"/>
            <a:ext cx="5915025" cy="458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r:id="rId2" p14:bwMode="auto">
            <p14:nvContentPartPr>
              <p14:cNvPr id="3" name="墨迹 2"/>
              <p14:cNvContentPartPr/>
              <p14:nvPr/>
            </p14:nvContentPartPr>
            <p14:xfrm>
              <a:off x="3460680" y="3435480"/>
              <a:ext cx="235440" cy="209880"/>
            </p14:xfrm>
          </p:contentPart>
        </mc:Choice>
        <mc:Fallback xmlns="">
          <p:pic>
            <p:nvPicPr>
              <p:cNvPr id="3" name="墨迹 2"/>
            </p:nvPicPr>
            <p:blipFill>
              <a:blip r:embed="rId3"/>
            </p:blipFill>
            <p:spPr>
              <a:xfrm>
                <a:off x="3460680" y="3435480"/>
                <a:ext cx="235440" cy="209880"/>
              </a:xfrm>
              <a:prstGeom prst="rect"/>
            </p:spPr>
          </p:pic>
        </mc:Fallback>
      </mc:AlternateContent>
      <p:sp>
        <p:nvSpPr>
          <p:cNvPr id="4" name="TextBox 3"/>
          <p:cNvSpPr txBox="1"/>
          <p:nvPr/>
        </p:nvSpPr>
        <p:spPr>
          <a:xfrm>
            <a:off x="4742822" y="1882837"/>
            <a:ext cx="1185269" cy="369332"/>
          </a:xfrm>
          <a:prstGeom prst="rect">
            <a:avLst/>
          </a:prstGeom>
          <a:noFill/>
        </p:spPr>
        <p:txBody>
          <a:bodyPr wrap="square" rtlCol="0">
            <a:spAutoFit/>
          </a:bodyPr>
          <a:lstStyle/>
          <a:p>
            <a:r>
              <a:rPr lang="zh-CN" altLang="en-US" dirty="0" smtClean="0">
                <a:solidFill>
                  <a:srgbClr val="0000FF"/>
                </a:solidFill>
              </a:rPr>
              <a:t>接收分支</a:t>
            </a:r>
            <a:endParaRPr lang="zh-CN" altLang="en-US" dirty="0">
              <a:solidFill>
                <a:srgbClr val="0000FF"/>
              </a:solidFill>
            </a:endParaRPr>
          </a:p>
        </p:txBody>
      </p:sp>
      <p:sp>
        <p:nvSpPr>
          <p:cNvPr id="7" name="TextBox 6"/>
          <p:cNvSpPr txBox="1"/>
          <p:nvPr/>
        </p:nvSpPr>
        <p:spPr>
          <a:xfrm>
            <a:off x="6914941" y="1882837"/>
            <a:ext cx="1185269" cy="369332"/>
          </a:xfrm>
          <a:prstGeom prst="rect">
            <a:avLst/>
          </a:prstGeom>
          <a:noFill/>
        </p:spPr>
        <p:txBody>
          <a:bodyPr wrap="square" rtlCol="0">
            <a:spAutoFit/>
          </a:bodyPr>
          <a:lstStyle/>
          <a:p>
            <a:r>
              <a:rPr lang="zh-CN" altLang="en-US" dirty="0">
                <a:solidFill>
                  <a:srgbClr val="0000FF"/>
                </a:solidFill>
              </a:rPr>
              <a:t>发送</a:t>
            </a:r>
            <a:r>
              <a:rPr lang="zh-CN" altLang="en-US" dirty="0" smtClean="0">
                <a:solidFill>
                  <a:srgbClr val="0000FF"/>
                </a:solidFill>
              </a:rPr>
              <a:t>分支</a:t>
            </a:r>
            <a:endParaRPr lang="zh-CN" altLang="en-US" dirty="0">
              <a:solidFill>
                <a:srgbClr val="0000FF"/>
              </a:solidFill>
            </a:endParaRPr>
          </a:p>
        </p:txBody>
      </p:sp>
      <mc:AlternateContent xmlns:mc="http://schemas.openxmlformats.org/markup-compatibility/2006" xmlns:p14="http://schemas.microsoft.com/office/powerpoint/2010/main">
        <mc:Choice Requires="p14">
          <p:contentPart r:id="rId4" p14:bwMode="auto">
            <p14:nvContentPartPr>
              <p14:cNvPr id="2" name="墨迹 1"/>
              <p14:cNvContentPartPr/>
              <p14:nvPr/>
            </p14:nvContentPartPr>
            <p14:xfrm>
              <a:off x="3454400" y="2228850"/>
              <a:ext cx="273050" cy="247650"/>
            </p14:xfrm>
          </p:contentPart>
        </mc:Choice>
        <mc:Fallback xmlns="">
          <p:pic>
            <p:nvPicPr>
              <p:cNvPr id="2" name="墨迹 1"/>
            </p:nvPicPr>
            <p:blipFill>
              <a:blip r:embed="rId5"/>
            </p:blipFill>
            <p:spPr>
              <a:xfrm>
                <a:off x="3454400" y="2228850"/>
                <a:ext cx="273050" cy="24765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5" name="墨迹 4"/>
              <p14:cNvContentPartPr/>
              <p14:nvPr/>
            </p14:nvContentPartPr>
            <p14:xfrm>
              <a:off x="3473450" y="2197100"/>
              <a:ext cx="177800" cy="279400"/>
            </p14:xfrm>
          </p:contentPart>
        </mc:Choice>
        <mc:Fallback xmlns="">
          <p:pic>
            <p:nvPicPr>
              <p:cNvPr id="5" name="墨迹 4"/>
            </p:nvPicPr>
            <p:blipFill>
              <a:blip r:embed="rId7"/>
            </p:blipFill>
            <p:spPr>
              <a:xfrm>
                <a:off x="3473450" y="2197100"/>
                <a:ext cx="177800" cy="27940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6" name="墨迹 5"/>
              <p14:cNvContentPartPr/>
              <p14:nvPr/>
            </p14:nvContentPartPr>
            <p14:xfrm>
              <a:off x="3460750" y="2794000"/>
              <a:ext cx="88900" cy="107950"/>
            </p14:xfrm>
          </p:contentPart>
        </mc:Choice>
        <mc:Fallback xmlns="">
          <p:pic>
            <p:nvPicPr>
              <p:cNvPr id="6" name="墨迹 5"/>
            </p:nvPicPr>
            <p:blipFill>
              <a:blip r:embed="rId9"/>
            </p:blipFill>
            <p:spPr>
              <a:xfrm>
                <a:off x="3460750" y="2794000"/>
                <a:ext cx="88900" cy="107950"/>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8" name="墨迹 7"/>
              <p14:cNvContentPartPr/>
              <p14:nvPr/>
            </p14:nvContentPartPr>
            <p14:xfrm>
              <a:off x="3568700" y="2774950"/>
              <a:ext cx="63500" cy="336550"/>
            </p14:xfrm>
          </p:contentPart>
        </mc:Choice>
        <mc:Fallback xmlns="">
          <p:pic>
            <p:nvPicPr>
              <p:cNvPr id="8" name="墨迹 7"/>
            </p:nvPicPr>
            <p:blipFill>
              <a:blip r:embed="rId11"/>
            </p:blipFill>
            <p:spPr>
              <a:xfrm>
                <a:off x="3568700" y="2774950"/>
                <a:ext cx="63500" cy="33655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9" name="墨迹 8"/>
              <p14:cNvContentPartPr/>
              <p14:nvPr/>
            </p14:nvContentPartPr>
            <p14:xfrm>
              <a:off x="4184650" y="3810000"/>
              <a:ext cx="222250" cy="311150"/>
            </p14:xfrm>
          </p:contentPart>
        </mc:Choice>
        <mc:Fallback xmlns="">
          <p:pic>
            <p:nvPicPr>
              <p:cNvPr id="9" name="墨迹 8"/>
            </p:nvPicPr>
            <p:blipFill>
              <a:blip r:embed="rId13"/>
            </p:blipFill>
            <p:spPr>
              <a:xfrm>
                <a:off x="4184650" y="3810000"/>
                <a:ext cx="222250" cy="311150"/>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10" name="墨迹 9"/>
              <p14:cNvContentPartPr/>
              <p14:nvPr/>
            </p14:nvContentPartPr>
            <p14:xfrm>
              <a:off x="4184650" y="3981450"/>
              <a:ext cx="241300" cy="44450"/>
            </p14:xfrm>
          </p:contentPart>
        </mc:Choice>
        <mc:Fallback xmlns="">
          <p:pic>
            <p:nvPicPr>
              <p:cNvPr id="10" name="墨迹 9"/>
            </p:nvPicPr>
            <p:blipFill>
              <a:blip r:embed="rId15"/>
            </p:blipFill>
            <p:spPr>
              <a:xfrm>
                <a:off x="4184650" y="3981450"/>
                <a:ext cx="241300" cy="44450"/>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11" name="墨迹 10"/>
              <p14:cNvContentPartPr/>
              <p14:nvPr/>
            </p14:nvContentPartPr>
            <p14:xfrm>
              <a:off x="4406900" y="4381500"/>
              <a:ext cx="38100" cy="279400"/>
            </p14:xfrm>
          </p:contentPart>
        </mc:Choice>
        <mc:Fallback xmlns="">
          <p:pic>
            <p:nvPicPr>
              <p:cNvPr id="11" name="墨迹 10"/>
            </p:nvPicPr>
            <p:blipFill>
              <a:blip r:embed="rId17"/>
            </p:blipFill>
            <p:spPr>
              <a:xfrm>
                <a:off x="4406900" y="4381500"/>
                <a:ext cx="38100" cy="279400"/>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12" name="墨迹 11"/>
              <p14:cNvContentPartPr/>
              <p14:nvPr/>
            </p14:nvContentPartPr>
            <p14:xfrm>
              <a:off x="4432300" y="4349750"/>
              <a:ext cx="228600" cy="285750"/>
            </p14:xfrm>
          </p:contentPart>
        </mc:Choice>
        <mc:Fallback xmlns="">
          <p:pic>
            <p:nvPicPr>
              <p:cNvPr id="12" name="墨迹 11"/>
            </p:nvPicPr>
            <p:blipFill>
              <a:blip r:embed="rId19"/>
            </p:blipFill>
            <p:spPr>
              <a:xfrm>
                <a:off x="4432300" y="4349750"/>
                <a:ext cx="228600" cy="285750"/>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13" name="墨迹 12"/>
              <p14:cNvContentPartPr/>
              <p14:nvPr/>
            </p14:nvContentPartPr>
            <p14:xfrm>
              <a:off x="4445000" y="4933950"/>
              <a:ext cx="374650" cy="196850"/>
            </p14:xfrm>
          </p:contentPart>
        </mc:Choice>
        <mc:Fallback xmlns="">
          <p:pic>
            <p:nvPicPr>
              <p:cNvPr id="13" name="墨迹 12"/>
            </p:nvPicPr>
            <p:blipFill>
              <a:blip r:embed="rId21"/>
            </p:blipFill>
            <p:spPr>
              <a:xfrm>
                <a:off x="4445000" y="4933950"/>
                <a:ext cx="374650" cy="196850"/>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14" name="墨迹 13"/>
              <p14:cNvContentPartPr/>
              <p14:nvPr/>
            </p14:nvContentPartPr>
            <p14:xfrm>
              <a:off x="4781550" y="5530850"/>
              <a:ext cx="6350" cy="260350"/>
            </p14:xfrm>
          </p:contentPart>
        </mc:Choice>
        <mc:Fallback xmlns="">
          <p:pic>
            <p:nvPicPr>
              <p:cNvPr id="14" name="墨迹 13"/>
            </p:nvPicPr>
            <p:blipFill>
              <a:blip r:embed="rId23"/>
            </p:blipFill>
            <p:spPr>
              <a:xfrm>
                <a:off x="4781550" y="5530850"/>
                <a:ext cx="6350" cy="260350"/>
              </a:xfrm>
              <a:prstGeom prst="rect"/>
            </p:spPr>
          </p:pic>
        </mc:Fallback>
      </mc:AlternateContent>
      <mc:AlternateContent xmlns:mc="http://schemas.openxmlformats.org/markup-compatibility/2006" xmlns:p14="http://schemas.microsoft.com/office/powerpoint/2010/main">
        <mc:Choice Requires="p14">
          <p:contentPart r:id="rId24" p14:bwMode="auto">
            <p14:nvContentPartPr>
              <p14:cNvPr id="15" name="墨迹 14"/>
              <p14:cNvContentPartPr/>
              <p14:nvPr/>
            </p14:nvContentPartPr>
            <p14:xfrm>
              <a:off x="4806950" y="5499100"/>
              <a:ext cx="139700" cy="247650"/>
            </p14:xfrm>
          </p:contentPart>
        </mc:Choice>
        <mc:Fallback xmlns="">
          <p:pic>
            <p:nvPicPr>
              <p:cNvPr id="15" name="墨迹 14"/>
            </p:nvPicPr>
            <p:blipFill>
              <a:blip r:embed="rId25"/>
            </p:blipFill>
            <p:spPr>
              <a:xfrm>
                <a:off x="4806950" y="5499100"/>
                <a:ext cx="139700" cy="247650"/>
              </a:xfrm>
              <a:prstGeom prst="rect"/>
            </p:spPr>
          </p:pic>
        </mc:Fallback>
      </mc:AlternateContent>
      <mc:AlternateContent xmlns:mc="http://schemas.openxmlformats.org/markup-compatibility/2006" xmlns:p14="http://schemas.microsoft.com/office/powerpoint/2010/main">
        <mc:Choice Requires="p14">
          <p:contentPart r:id="rId26" p14:bwMode="auto">
            <p14:nvContentPartPr>
              <p14:cNvPr id="16" name="墨迹 15"/>
              <p14:cNvContentPartPr/>
              <p14:nvPr/>
            </p14:nvContentPartPr>
            <p14:xfrm>
              <a:off x="3086100" y="3962400"/>
              <a:ext cx="222250" cy="304800"/>
            </p14:xfrm>
          </p:contentPart>
        </mc:Choice>
        <mc:Fallback xmlns="">
          <p:pic>
            <p:nvPicPr>
              <p:cNvPr id="16" name="墨迹 15"/>
            </p:nvPicPr>
            <p:blipFill>
              <a:blip r:embed="rId27"/>
            </p:blipFill>
            <p:spPr>
              <a:xfrm>
                <a:off x="3086100" y="3962400"/>
                <a:ext cx="222250" cy="304800"/>
              </a:xfrm>
              <a:prstGeom prst="rect"/>
            </p:spPr>
          </p:pic>
        </mc:Fallback>
      </mc:AlternateContent>
      <mc:AlternateContent xmlns:mc="http://schemas.openxmlformats.org/markup-compatibility/2006" xmlns:p14="http://schemas.microsoft.com/office/powerpoint/2010/main">
        <mc:Choice Requires="p14">
          <p:contentPart r:id="rId28" p14:bwMode="auto">
            <p14:nvContentPartPr>
              <p14:cNvPr id="17" name="墨迹 16"/>
              <p14:cNvContentPartPr/>
              <p14:nvPr/>
            </p14:nvContentPartPr>
            <p14:xfrm>
              <a:off x="3092450" y="4622800"/>
              <a:ext cx="241300" cy="266700"/>
            </p14:xfrm>
          </p:contentPart>
        </mc:Choice>
        <mc:Fallback xmlns="">
          <p:pic>
            <p:nvPicPr>
              <p:cNvPr id="17" name="墨迹 16"/>
            </p:nvPicPr>
            <p:blipFill>
              <a:blip r:embed="rId29"/>
            </p:blipFill>
            <p:spPr>
              <a:xfrm>
                <a:off x="3092450" y="4622800"/>
                <a:ext cx="241300" cy="266700"/>
              </a:xfrm>
              <a:prstGeom prst="rect"/>
            </p:spPr>
          </p:pic>
        </mc:Fallback>
      </mc:AlternateContent>
      <mc:AlternateContent xmlns:mc="http://schemas.openxmlformats.org/markup-compatibility/2006" xmlns:p14="http://schemas.microsoft.com/office/powerpoint/2010/main">
        <mc:Choice Requires="p14">
          <p:contentPart r:id="rId30" p14:bwMode="auto">
            <p14:nvContentPartPr>
              <p14:cNvPr id="18" name="墨迹 17"/>
              <p14:cNvContentPartPr/>
              <p14:nvPr/>
            </p14:nvContentPartPr>
            <p14:xfrm>
              <a:off x="4533900" y="1555750"/>
              <a:ext cx="1708150" cy="2127250"/>
            </p14:xfrm>
          </p:contentPart>
        </mc:Choice>
        <mc:Fallback xmlns="">
          <p:pic>
            <p:nvPicPr>
              <p:cNvPr id="18" name="墨迹 17"/>
            </p:nvPicPr>
            <p:blipFill>
              <a:blip r:embed="rId31"/>
            </p:blipFill>
            <p:spPr>
              <a:xfrm>
                <a:off x="4533900" y="1555750"/>
                <a:ext cx="1708150" cy="2127250"/>
              </a:xfrm>
              <a:prstGeom prst="rect"/>
            </p:spPr>
          </p:pic>
        </mc:Fallback>
      </mc:AlternateContent>
      <mc:AlternateContent xmlns:mc="http://schemas.openxmlformats.org/markup-compatibility/2006" xmlns:p14="http://schemas.microsoft.com/office/powerpoint/2010/main">
        <mc:Choice Requires="p14">
          <p:contentPart r:id="rId32" p14:bwMode="auto">
            <p14:nvContentPartPr>
              <p14:cNvPr id="19" name="墨迹 18"/>
              <p14:cNvContentPartPr/>
              <p14:nvPr/>
            </p14:nvContentPartPr>
            <p14:xfrm>
              <a:off x="5664200" y="1238250"/>
              <a:ext cx="273050" cy="393700"/>
            </p14:xfrm>
          </p:contentPart>
        </mc:Choice>
        <mc:Fallback xmlns="">
          <p:pic>
            <p:nvPicPr>
              <p:cNvPr id="19" name="墨迹 18"/>
            </p:nvPicPr>
            <p:blipFill>
              <a:blip r:embed="rId33"/>
            </p:blipFill>
            <p:spPr>
              <a:xfrm>
                <a:off x="5664200" y="1238250"/>
                <a:ext cx="273050" cy="393700"/>
              </a:xfrm>
              <a:prstGeom prst="rect"/>
            </p:spPr>
          </p:pic>
        </mc:Fallback>
      </mc:AlternateContent>
      <mc:AlternateContent xmlns:mc="http://schemas.openxmlformats.org/markup-compatibility/2006" xmlns:p14="http://schemas.microsoft.com/office/powerpoint/2010/main">
        <mc:Choice Requires="p14">
          <p:contentPart r:id="rId34" p14:bwMode="auto">
            <p14:nvContentPartPr>
              <p14:cNvPr id="20" name="墨迹 19"/>
              <p14:cNvContentPartPr/>
              <p14:nvPr/>
            </p14:nvContentPartPr>
            <p14:xfrm>
              <a:off x="5822950" y="1739900"/>
              <a:ext cx="19050" cy="63500"/>
            </p14:xfrm>
          </p:contentPart>
        </mc:Choice>
        <mc:Fallback xmlns="">
          <p:pic>
            <p:nvPicPr>
              <p:cNvPr id="20" name="墨迹 19"/>
            </p:nvPicPr>
            <p:blipFill>
              <a:blip r:embed="rId35"/>
            </p:blipFill>
            <p:spPr>
              <a:xfrm>
                <a:off x="5822950" y="1739900"/>
                <a:ext cx="19050" cy="6350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1"/>
          <p:cNvSpPr>
            <a:spLocks noGrp="1" noChangeArrowheads="1"/>
          </p:cNvSpPr>
          <p:nvPr>
            <p:ph type="ctrTitle"/>
          </p:nvPr>
        </p:nvSpPr>
        <p:spPr>
          <a:xfrm>
            <a:off x="838200" y="365125"/>
            <a:ext cx="10515600" cy="1325563"/>
          </a:xfrm>
        </p:spPr>
        <p:txBody>
          <a:bodyPr anchor="ctr"/>
          <a:lstStyle/>
          <a:p>
            <a:pPr marL="0" indent="0" algn="l" eaLnBrk="1" hangingPunct="1"/>
            <a:r>
              <a:rPr lang="en-US" altLang="zh-CN" sz="4400" smtClean="0"/>
              <a:t>5.5.4 </a:t>
            </a:r>
            <a:r>
              <a:rPr lang="zh-CN" altLang="en-US" sz="4400" smtClean="0"/>
              <a:t>设计优化</a:t>
            </a:r>
            <a:endParaRPr lang="zh-CN" altLang="en-US" sz="4400" smtClean="0"/>
          </a:p>
        </p:txBody>
      </p:sp>
      <p:sp>
        <p:nvSpPr>
          <p:cNvPr id="87043" name="内容占位符 2"/>
          <p:cNvSpPr>
            <a:spLocks noGrp="1" noChangeArrowheads="1"/>
          </p:cNvSpPr>
          <p:nvPr>
            <p:ph type="subTitle" idx="1"/>
          </p:nvPr>
        </p:nvSpPr>
        <p:spPr>
          <a:xfrm>
            <a:off x="838200" y="1825625"/>
            <a:ext cx="10515600" cy="4351338"/>
          </a:xfrm>
        </p:spPr>
        <p:txBody>
          <a:bodyPr/>
          <a:lstStyle/>
          <a:p>
            <a:pPr algn="l" eaLnBrk="1" hangingPunct="1"/>
            <a:r>
              <a:rPr lang="zh-CN" altLang="en-US" sz="2800" dirty="0" smtClean="0"/>
              <a:t>原则：</a:t>
            </a:r>
            <a:endParaRPr lang="en-US" altLang="zh-CN" sz="2800" dirty="0" smtClean="0"/>
          </a:p>
          <a:p>
            <a:pPr algn="l" eaLnBrk="1" hangingPunct="1">
              <a:buFont typeface="Arial" panose="020B0604020202020204" pitchFamily="34" charset="0"/>
              <a:buChar char="•"/>
            </a:pPr>
            <a:r>
              <a:rPr lang="zh-CN" altLang="en-US" sz="2800" dirty="0" smtClean="0"/>
              <a:t> 应该在设计的</a:t>
            </a:r>
            <a:r>
              <a:rPr lang="zh-CN" altLang="en-US" sz="2800" dirty="0" smtClean="0">
                <a:solidFill>
                  <a:srgbClr val="0000FF"/>
                </a:solidFill>
              </a:rPr>
              <a:t>早期阶段</a:t>
            </a:r>
            <a:r>
              <a:rPr lang="zh-CN" altLang="en-US" sz="2800" dirty="0" smtClean="0"/>
              <a:t>尽量</a:t>
            </a:r>
            <a:r>
              <a:rPr lang="zh-CN" altLang="en-US" sz="2800" dirty="0" smtClean="0">
                <a:solidFill>
                  <a:srgbClr val="0000FF"/>
                </a:solidFill>
              </a:rPr>
              <a:t>对软件结构进行精化</a:t>
            </a:r>
            <a:r>
              <a:rPr lang="zh-CN" altLang="en-US" sz="2800" dirty="0" smtClean="0"/>
              <a:t>。可以导出不同的软件结构，然后对它们进行评价和比较，力求得到最好的结果。</a:t>
            </a:r>
            <a:endParaRPr lang="en-US" altLang="zh-CN" sz="2800" dirty="0" smtClean="0"/>
          </a:p>
          <a:p>
            <a:pPr algn="l" eaLnBrk="1" hangingPunct="1">
              <a:buFont typeface="Arial" panose="020B0604020202020204" pitchFamily="34" charset="0"/>
              <a:buChar char="•"/>
            </a:pPr>
            <a:r>
              <a:rPr lang="zh-CN" altLang="en-US" sz="2800" dirty="0" smtClean="0"/>
              <a:t> 设计优化应该力求做到</a:t>
            </a:r>
            <a:r>
              <a:rPr lang="zh-CN" altLang="en-US" sz="2800" dirty="0" smtClean="0">
                <a:solidFill>
                  <a:schemeClr val="tx1"/>
                </a:solidFill>
              </a:rPr>
              <a:t>在</a:t>
            </a:r>
            <a:r>
              <a:rPr lang="zh-CN" altLang="en-US" sz="2800" dirty="0" smtClean="0">
                <a:solidFill>
                  <a:srgbClr val="FF0000"/>
                </a:solidFill>
              </a:rPr>
              <a:t>有效的模块化</a:t>
            </a:r>
            <a:r>
              <a:rPr lang="zh-CN" altLang="en-US" sz="2800" dirty="0" smtClean="0">
                <a:solidFill>
                  <a:schemeClr val="tx1"/>
                </a:solidFill>
              </a:rPr>
              <a:t>的前提下使用</a:t>
            </a:r>
            <a:r>
              <a:rPr lang="zh-CN" altLang="en-US" sz="2800" u="sng" dirty="0" smtClean="0">
                <a:solidFill>
                  <a:srgbClr val="FF0000"/>
                </a:solidFill>
              </a:rPr>
              <a:t>最少的模块</a:t>
            </a:r>
            <a:r>
              <a:rPr lang="zh-CN" altLang="en-US" sz="2800" dirty="0" smtClean="0"/>
              <a:t>，以及在满足信息要求的前提下使用</a:t>
            </a:r>
            <a:r>
              <a:rPr lang="zh-CN" altLang="en-US" sz="2800" u="sng" dirty="0" smtClean="0">
                <a:solidFill>
                  <a:srgbClr val="FF0000"/>
                </a:solidFill>
              </a:rPr>
              <a:t>最简单的数据结构</a:t>
            </a:r>
            <a:r>
              <a:rPr lang="zh-CN" altLang="en-US" sz="2800" dirty="0" smtClean="0"/>
              <a:t>。</a:t>
            </a:r>
            <a:endParaRPr lang="zh-CN" altLang="en-US" sz="2800" dirty="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p:cNvSpPr>
            <a:spLocks noGrp="1" noChangeArrowheads="1"/>
          </p:cNvSpPr>
          <p:nvPr>
            <p:ph type="ctrTitle"/>
          </p:nvPr>
        </p:nvSpPr>
        <p:spPr>
          <a:xfrm>
            <a:off x="838200" y="365125"/>
            <a:ext cx="10515600" cy="1325563"/>
          </a:xfrm>
        </p:spPr>
        <p:txBody>
          <a:bodyPr anchor="ctr"/>
          <a:lstStyle/>
          <a:p>
            <a:pPr marL="0" indent="0" algn="l" eaLnBrk="1" hangingPunct="1"/>
            <a:r>
              <a:rPr lang="zh-CN" altLang="en-US" sz="4400" smtClean="0"/>
              <a:t>对时间起决定性作用的软件的优化原则</a:t>
            </a:r>
            <a:endParaRPr lang="zh-CN" altLang="en-US" sz="4400" smtClean="0"/>
          </a:p>
        </p:txBody>
      </p:sp>
      <p:sp>
        <p:nvSpPr>
          <p:cNvPr id="88067" name="内容占位符 2"/>
          <p:cNvSpPr>
            <a:spLocks noGrp="1" noChangeArrowheads="1"/>
          </p:cNvSpPr>
          <p:nvPr>
            <p:ph type="subTitle" idx="1"/>
          </p:nvPr>
        </p:nvSpPr>
        <p:spPr>
          <a:xfrm>
            <a:off x="838200" y="1825625"/>
            <a:ext cx="10515600" cy="4351338"/>
          </a:xfrm>
        </p:spPr>
        <p:txBody>
          <a:bodyPr/>
          <a:lstStyle/>
          <a:p>
            <a:pPr marL="514350" indent="-514350" algn="l" eaLnBrk="1" hangingPunct="1">
              <a:buFont typeface="Calibri Light" panose="020F0302020204030204" pitchFamily="34" charset="0"/>
              <a:buAutoNum type="alphaLcParenR"/>
            </a:pPr>
            <a:r>
              <a:rPr lang="zh-CN" altLang="en-US" sz="2800" dirty="0" smtClean="0"/>
              <a:t>在</a:t>
            </a:r>
            <a:r>
              <a:rPr lang="zh-CN" altLang="en-US" sz="2800" dirty="0" smtClean="0">
                <a:solidFill>
                  <a:srgbClr val="0000FF"/>
                </a:solidFill>
              </a:rPr>
              <a:t>不考虑时间因素</a:t>
            </a:r>
            <a:r>
              <a:rPr lang="zh-CN" altLang="en-US" sz="2800" dirty="0" smtClean="0"/>
              <a:t>的前提下开发并精化软件结构；</a:t>
            </a:r>
            <a:endParaRPr lang="en-US" altLang="zh-CN" sz="2800" dirty="0" smtClean="0"/>
          </a:p>
          <a:p>
            <a:pPr marL="514350" indent="-514350" algn="l" eaLnBrk="1" hangingPunct="1">
              <a:buFont typeface="Calibri Light" panose="020F0302020204030204" pitchFamily="34" charset="0"/>
              <a:buAutoNum type="alphaLcParenR"/>
            </a:pPr>
            <a:r>
              <a:rPr lang="zh-CN" altLang="en-US" sz="2800" dirty="0" smtClean="0"/>
              <a:t>在详细设计阶段选出</a:t>
            </a:r>
            <a:r>
              <a:rPr lang="zh-CN" altLang="en-US" sz="2800" dirty="0" smtClean="0">
                <a:solidFill>
                  <a:srgbClr val="FF0000"/>
                </a:solidFill>
              </a:rPr>
              <a:t>最耗费时间</a:t>
            </a:r>
            <a:r>
              <a:rPr lang="zh-CN" altLang="en-US" sz="2800" dirty="0" smtClean="0">
                <a:solidFill>
                  <a:srgbClr val="0000FF"/>
                </a:solidFill>
              </a:rPr>
              <a:t>的那些模块</a:t>
            </a:r>
            <a:r>
              <a:rPr lang="zh-CN" altLang="en-US" sz="2800" dirty="0" smtClean="0"/>
              <a:t>，</a:t>
            </a:r>
            <a:r>
              <a:rPr lang="zh-CN" altLang="en-US" sz="2800" dirty="0" smtClean="0">
                <a:solidFill>
                  <a:srgbClr val="0000FF"/>
                </a:solidFill>
              </a:rPr>
              <a:t>仔细地设计算法</a:t>
            </a:r>
            <a:r>
              <a:rPr lang="zh-CN" altLang="en-US" sz="2800" dirty="0" smtClean="0"/>
              <a:t>，以求</a:t>
            </a:r>
            <a:r>
              <a:rPr lang="zh-CN" altLang="en-US" sz="2800" dirty="0" smtClean="0">
                <a:solidFill>
                  <a:srgbClr val="FF0000"/>
                </a:solidFill>
              </a:rPr>
              <a:t>提高效率</a:t>
            </a:r>
            <a:r>
              <a:rPr lang="zh-CN" altLang="en-US" sz="2800" dirty="0" smtClean="0"/>
              <a:t>；</a:t>
            </a:r>
            <a:endParaRPr lang="en-US" altLang="zh-CN" sz="2800" dirty="0" smtClean="0"/>
          </a:p>
          <a:p>
            <a:pPr marL="514350" indent="-514350" algn="l" eaLnBrk="1" hangingPunct="1">
              <a:buFont typeface="Calibri Light" panose="020F0302020204030204" pitchFamily="34" charset="0"/>
              <a:buAutoNum type="alphaLcParenR"/>
            </a:pPr>
            <a:r>
              <a:rPr lang="zh-CN" altLang="en-US" sz="2800" dirty="0" smtClean="0"/>
              <a:t>使用高级程序设计语言编写程序；</a:t>
            </a:r>
            <a:endParaRPr lang="en-US" altLang="zh-CN" sz="2800" dirty="0" smtClean="0"/>
          </a:p>
          <a:p>
            <a:pPr marL="514350" indent="-514350" algn="l" eaLnBrk="1" hangingPunct="1">
              <a:buFont typeface="Calibri Light" panose="020F0302020204030204" pitchFamily="34" charset="0"/>
              <a:buAutoNum type="alphaLcParenR"/>
            </a:pPr>
            <a:r>
              <a:rPr lang="zh-CN" altLang="en-US" sz="2800" dirty="0" smtClean="0"/>
              <a:t>在软件中孤立出那些大量占用处理机资源的模块；</a:t>
            </a:r>
            <a:endParaRPr lang="en-US" altLang="zh-CN" sz="2800" dirty="0" smtClean="0"/>
          </a:p>
          <a:p>
            <a:pPr marL="514350" indent="-514350" algn="l" eaLnBrk="1" hangingPunct="1">
              <a:buFont typeface="Calibri Light" panose="020F0302020204030204" pitchFamily="34" charset="0"/>
              <a:buAutoNum type="alphaLcParenR"/>
            </a:pPr>
            <a:r>
              <a:rPr lang="zh-CN" altLang="en-US" sz="2800" dirty="0" smtClean="0"/>
              <a:t>必要时</a:t>
            </a:r>
            <a:r>
              <a:rPr lang="zh-CN" altLang="en-US" sz="2800" dirty="0" smtClean="0">
                <a:solidFill>
                  <a:srgbClr val="0000FF"/>
                </a:solidFill>
              </a:rPr>
              <a:t>重新设计或重写</a:t>
            </a:r>
            <a:r>
              <a:rPr lang="zh-CN" altLang="en-US" sz="2800" dirty="0" smtClean="0"/>
              <a:t>上述大量占用资源的模块的代码，以求提高效率。</a:t>
            </a:r>
            <a:endParaRPr lang="en-US" altLang="zh-CN" sz="2800" dirty="0" smtClean="0"/>
          </a:p>
          <a:p>
            <a:pPr marL="514350" indent="-514350" algn="l" eaLnBrk="1" hangingPunct="1"/>
            <a:endParaRPr lang="zh-CN" altLang="en-US" sz="2800" dirty="0" smtClean="0"/>
          </a:p>
          <a:p>
            <a:pPr marL="514350" indent="-514350" algn="l" eaLnBrk="1" hangingPunct="1"/>
            <a:r>
              <a:rPr lang="zh-CN" altLang="en-US" sz="2800" dirty="0" smtClean="0"/>
              <a:t>总之，“</a:t>
            </a:r>
            <a:r>
              <a:rPr lang="zh-CN" altLang="en-US" sz="2800" dirty="0" smtClean="0">
                <a:solidFill>
                  <a:srgbClr val="0000FF"/>
                </a:solidFill>
              </a:rPr>
              <a:t>先使它能工作，然后使它快起来</a:t>
            </a:r>
            <a:r>
              <a:rPr lang="zh-CN" altLang="en-US" sz="2800" dirty="0" smtClean="0"/>
              <a:t>”</a:t>
            </a:r>
            <a:endParaRPr lang="en-US" altLang="zh-CN" sz="2800" dirty="0" smtClean="0"/>
          </a:p>
        </p:txBody>
      </p:sp>
      <mc:AlternateContent xmlns:mc="http://schemas.openxmlformats.org/markup-compatibility/2006" xmlns:p14="http://schemas.microsoft.com/office/powerpoint/2010/main">
        <mc:Choice Requires="p14">
          <p:contentPart r:id="rId1" p14:bwMode="auto">
            <p14:nvContentPartPr>
              <p14:cNvPr id="8" name="墨迹 7"/>
              <p14:cNvContentPartPr/>
              <p14:nvPr/>
            </p14:nvContentPartPr>
            <p14:xfrm>
              <a:off x="552450" y="3733800"/>
              <a:ext cx="692150" cy="1346200"/>
            </p14:xfrm>
          </p:contentPart>
        </mc:Choice>
        <mc:Fallback xmlns="">
          <p:pic>
            <p:nvPicPr>
              <p:cNvPr id="8" name="墨迹 7"/>
            </p:nvPicPr>
            <p:blipFill>
              <a:blip r:embed="rId2"/>
            </p:blipFill>
            <p:spPr>
              <a:xfrm>
                <a:off x="552450" y="3733800"/>
                <a:ext cx="692150" cy="134620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2" name="墨迹 1"/>
              <p14:cNvContentPartPr/>
              <p14:nvPr/>
            </p14:nvContentPartPr>
            <p14:xfrm>
              <a:off x="1460500" y="1162050"/>
              <a:ext cx="3505200" cy="349250"/>
            </p14:xfrm>
          </p:contentPart>
        </mc:Choice>
        <mc:Fallback xmlns="">
          <p:pic>
            <p:nvPicPr>
              <p:cNvPr id="2" name="墨迹 1"/>
            </p:nvPicPr>
            <p:blipFill>
              <a:blip r:embed="rId4"/>
            </p:blipFill>
            <p:spPr>
              <a:xfrm>
                <a:off x="1460500" y="1162050"/>
                <a:ext cx="3505200" cy="34925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p:cNvSpPr>
            <a:spLocks noGrp="1"/>
          </p:cNvSpPr>
          <p:nvPr>
            <p:ph type="title"/>
          </p:nvPr>
        </p:nvSpPr>
        <p:spPr/>
        <p:txBody>
          <a:bodyPr/>
          <a:lstStyle/>
          <a:p>
            <a:r>
              <a:rPr lang="zh-CN" altLang="en-US" smtClean="0"/>
              <a:t>第</a:t>
            </a:r>
            <a:r>
              <a:rPr lang="en-US" altLang="zh-CN" smtClean="0"/>
              <a:t>5</a:t>
            </a:r>
            <a:r>
              <a:rPr lang="zh-CN" altLang="en-US" smtClean="0"/>
              <a:t>章小结</a:t>
            </a:r>
            <a:endParaRPr lang="zh-CN" altLang="en-US" smtClean="0"/>
          </a:p>
        </p:txBody>
      </p:sp>
      <p:sp>
        <p:nvSpPr>
          <p:cNvPr id="89091" name="内容占位符 2"/>
          <p:cNvSpPr>
            <a:spLocks noGrp="1"/>
          </p:cNvSpPr>
          <p:nvPr>
            <p:ph idx="1"/>
          </p:nvPr>
        </p:nvSpPr>
        <p:spPr/>
        <p:txBody>
          <a:bodyPr/>
          <a:lstStyle/>
          <a:p>
            <a:r>
              <a:rPr lang="zh-CN" altLang="en-US" dirty="0" smtClean="0"/>
              <a:t>理解总体设计的过程；</a:t>
            </a:r>
            <a:endParaRPr lang="en-US" altLang="zh-CN" dirty="0" smtClean="0"/>
          </a:p>
          <a:p>
            <a:r>
              <a:rPr lang="zh-CN" altLang="en-US" dirty="0" smtClean="0"/>
              <a:t>理解设计原理与启发规则，并掌握其中的关键概念，如内聚与耦合、深度、宽度、扇出与扇入等；</a:t>
            </a:r>
            <a:endParaRPr lang="en-US" altLang="zh-CN" dirty="0" smtClean="0"/>
          </a:p>
          <a:p>
            <a:r>
              <a:rPr lang="zh-CN" altLang="en-US" dirty="0" smtClean="0"/>
              <a:t>描绘软件结构的图形工具：层次图、</a:t>
            </a:r>
            <a:r>
              <a:rPr lang="en-US" altLang="zh-CN" dirty="0" smtClean="0"/>
              <a:t>HIPO</a:t>
            </a:r>
            <a:r>
              <a:rPr lang="zh-CN" altLang="en-US" dirty="0" smtClean="0"/>
              <a:t>图与结构图；</a:t>
            </a:r>
            <a:endParaRPr lang="en-US" altLang="zh-CN" dirty="0" smtClean="0"/>
          </a:p>
          <a:p>
            <a:r>
              <a:rPr lang="zh-CN" altLang="en-US" dirty="0" smtClean="0"/>
              <a:t>掌握面向数据流的设计方法 （两种：变换分析与事务分析）。</a:t>
            </a:r>
            <a:endParaRPr lang="zh-CN" altLang="en-US" dirty="0" smtClean="0"/>
          </a:p>
        </p:txBody>
      </p:sp>
      <p:sp>
        <p:nvSpPr>
          <p:cNvPr id="4" name="日期占位符 3"/>
          <p:cNvSpPr>
            <a:spLocks noGrp="1"/>
          </p:cNvSpPr>
          <p:nvPr>
            <p:ph type="dt" sz="quarter" idx="10"/>
          </p:nvPr>
        </p:nvSpPr>
        <p:spPr/>
        <p:txBody>
          <a:bodyPr/>
          <a:lstStyle/>
          <a:p>
            <a:pPr>
              <a:defRPr/>
            </a:pPr>
            <a:fld id="{00714C79-4D2B-4D1E-BF67-2FE5CA42AA08}" type="datetime11">
              <a:rPr lang="zh-CN" altLang="en-US" smtClean="0"/>
            </a:fld>
            <a:endParaRPr lang="zh-CN" altLang="en-US"/>
          </a:p>
        </p:txBody>
      </p:sp>
      <p:sp>
        <p:nvSpPr>
          <p:cNvPr id="89093" name="灯片编号占位符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90000"/>
              </a:lnSpc>
              <a:spcBef>
                <a:spcPts val="1000"/>
              </a:spcBef>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fld id="{779DFADE-B8FF-489C-A2D2-68C2948462E4}" type="slidenum">
              <a:rPr lang="zh-CN" altLang="en-US" sz="1200" smtClean="0">
                <a:solidFill>
                  <a:srgbClr val="898989"/>
                </a:solidFill>
                <a:latin typeface="Arial" panose="020B0604020202020204" pitchFamily="34" charset="0"/>
              </a:rPr>
            </a:fld>
            <a:endParaRPr lang="zh-CN" altLang="en-US" sz="1200" smtClean="0">
              <a:solidFill>
                <a:srgbClr val="898989"/>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p:cNvSpPr>
            <a:spLocks noGrp="1"/>
          </p:cNvSpPr>
          <p:nvPr>
            <p:ph type="title"/>
          </p:nvPr>
        </p:nvSpPr>
        <p:spPr/>
        <p:txBody>
          <a:bodyPr/>
          <a:lstStyle/>
          <a:p>
            <a:r>
              <a:rPr lang="zh-CN" altLang="en-US" smtClean="0"/>
              <a:t>目前为止学过的</a:t>
            </a:r>
            <a:r>
              <a:rPr lang="en-US" altLang="zh-CN" smtClean="0"/>
              <a:t>10</a:t>
            </a:r>
            <a:r>
              <a:rPr lang="zh-CN" altLang="en-US" smtClean="0"/>
              <a:t>个图</a:t>
            </a:r>
            <a:endParaRPr lang="zh-CN" altLang="en-US" smtClean="0"/>
          </a:p>
        </p:txBody>
      </p:sp>
      <p:sp>
        <p:nvSpPr>
          <p:cNvPr id="90115" name="内容占位符 2"/>
          <p:cNvSpPr>
            <a:spLocks noGrp="1"/>
          </p:cNvSpPr>
          <p:nvPr>
            <p:ph idx="1"/>
          </p:nvPr>
        </p:nvSpPr>
        <p:spPr>
          <a:xfrm>
            <a:off x="1019175" y="1481138"/>
            <a:ext cx="10515600" cy="5241209"/>
          </a:xfrm>
        </p:spPr>
        <p:txBody>
          <a:bodyPr/>
          <a:lstStyle/>
          <a:p>
            <a:pPr marL="514350" indent="-514350">
              <a:buFont typeface="Calibri Light" panose="020F0302020204030204" pitchFamily="34" charset="0"/>
              <a:buAutoNum type="alphaLcParenR"/>
            </a:pPr>
            <a:r>
              <a:rPr lang="zh-CN" altLang="en-US" noProof="1" smtClean="0">
                <a:solidFill>
                  <a:srgbClr val="FF0000"/>
                </a:solidFill>
              </a:rPr>
              <a:t>系统流程图 （系统的物理实现）</a:t>
            </a:r>
            <a:endParaRPr lang="zh-CN" altLang="zh-CN" noProof="1" smtClean="0">
              <a:solidFill>
                <a:srgbClr val="FF0000"/>
              </a:solidFill>
            </a:endParaRPr>
          </a:p>
          <a:p>
            <a:pPr marL="514350" indent="-514350">
              <a:buFont typeface="Calibri Light" panose="020F0302020204030204" pitchFamily="34" charset="0"/>
              <a:buAutoNum type="alphaLcParenR"/>
            </a:pPr>
            <a:r>
              <a:rPr lang="zh-CN" altLang="en-US" noProof="1" smtClean="0">
                <a:solidFill>
                  <a:srgbClr val="FF0000"/>
                </a:solidFill>
              </a:rPr>
              <a:t>数据流图 （系统的逻辑模型）</a:t>
            </a:r>
            <a:endParaRPr lang="zh-CN" altLang="zh-CN" noProof="1" smtClean="0">
              <a:solidFill>
                <a:srgbClr val="FF0000"/>
              </a:solidFill>
            </a:endParaRPr>
          </a:p>
          <a:p>
            <a:pPr marL="514350" indent="-514350">
              <a:buFont typeface="Calibri Light" panose="020F0302020204030204" pitchFamily="34" charset="0"/>
              <a:buAutoNum type="alphaLcParenR"/>
            </a:pPr>
            <a:r>
              <a:rPr lang="zh-CN" altLang="en-US" noProof="1" smtClean="0">
                <a:solidFill>
                  <a:srgbClr val="000000"/>
                </a:solidFill>
              </a:rPr>
              <a:t>实体</a:t>
            </a:r>
            <a:r>
              <a:rPr lang="zh-CN" altLang="zh-CN" noProof="1" smtClean="0">
                <a:solidFill>
                  <a:srgbClr val="000000"/>
                </a:solidFill>
              </a:rPr>
              <a:t>-</a:t>
            </a:r>
            <a:r>
              <a:rPr lang="zh-CN" altLang="en-US" noProof="1" smtClean="0">
                <a:solidFill>
                  <a:srgbClr val="000000"/>
                </a:solidFill>
              </a:rPr>
              <a:t>联系图 （表示数据对象或实体之间的联系）</a:t>
            </a:r>
            <a:endParaRPr lang="zh-CN" altLang="zh-CN" noProof="1" smtClean="0">
              <a:solidFill>
                <a:srgbClr val="000000"/>
              </a:solidFill>
            </a:endParaRPr>
          </a:p>
          <a:p>
            <a:pPr marL="514350" indent="-514350">
              <a:buFont typeface="Calibri Light" panose="020F0302020204030204" pitchFamily="34" charset="0"/>
              <a:buAutoNum type="alphaLcParenR"/>
            </a:pPr>
            <a:r>
              <a:rPr lang="zh-CN" altLang="en-US" noProof="1" smtClean="0">
                <a:solidFill>
                  <a:srgbClr val="000000"/>
                </a:solidFill>
              </a:rPr>
              <a:t>状态转换图 （系统中存在的状态以及状态间如何转换）</a:t>
            </a:r>
            <a:endParaRPr lang="zh-CN" altLang="zh-CN" noProof="1" smtClean="0">
              <a:solidFill>
                <a:srgbClr val="000000"/>
              </a:solidFill>
            </a:endParaRPr>
          </a:p>
          <a:p>
            <a:pPr marL="514350" indent="-514350">
              <a:buFont typeface="Calibri Light" panose="020F0302020204030204" pitchFamily="34" charset="0"/>
              <a:buAutoNum type="alphaLcParenR"/>
            </a:pPr>
            <a:r>
              <a:rPr lang="zh-CN" altLang="en-US" noProof="1" smtClean="0">
                <a:solidFill>
                  <a:srgbClr val="000000"/>
                </a:solidFill>
              </a:rPr>
              <a:t>层次方框图 （树形结构，分层，由上而下：总体到具体）</a:t>
            </a:r>
            <a:endParaRPr lang="zh-CN" altLang="zh-CN" noProof="1" smtClean="0">
              <a:solidFill>
                <a:srgbClr val="000000"/>
              </a:solidFill>
            </a:endParaRPr>
          </a:p>
          <a:p>
            <a:pPr marL="514350" indent="-514350">
              <a:buFont typeface="Calibri Light" panose="020F0302020204030204" pitchFamily="34" charset="0"/>
              <a:buAutoNum type="alphaLcParenR"/>
            </a:pPr>
            <a:r>
              <a:rPr lang="en-US" altLang="zh-CN" noProof="1" smtClean="0">
                <a:solidFill>
                  <a:srgbClr val="000000"/>
                </a:solidFill>
              </a:rPr>
              <a:t>Warnier</a:t>
            </a:r>
            <a:r>
              <a:rPr lang="zh-CN" altLang="en-US" noProof="1" smtClean="0">
                <a:solidFill>
                  <a:srgbClr val="000000"/>
                </a:solidFill>
              </a:rPr>
              <a:t>图 （树形结构，同级或同类信息放在一个花括号里）</a:t>
            </a:r>
            <a:endParaRPr lang="zh-CN" altLang="zh-CN" noProof="1" smtClean="0">
              <a:solidFill>
                <a:srgbClr val="000000"/>
              </a:solidFill>
            </a:endParaRPr>
          </a:p>
          <a:p>
            <a:pPr marL="514350" indent="-514350">
              <a:buFont typeface="Calibri Light" panose="020F0302020204030204" pitchFamily="34" charset="0"/>
              <a:buAutoNum type="alphaLcParenR"/>
            </a:pPr>
            <a:r>
              <a:rPr lang="en-US" altLang="zh-CN" noProof="1" smtClean="0">
                <a:solidFill>
                  <a:srgbClr val="000000"/>
                </a:solidFill>
              </a:rPr>
              <a:t>IPO</a:t>
            </a:r>
            <a:r>
              <a:rPr lang="zh-CN" altLang="en-US" noProof="1" smtClean="0">
                <a:solidFill>
                  <a:srgbClr val="000000"/>
                </a:solidFill>
              </a:rPr>
              <a:t>图 （输入 </a:t>
            </a:r>
            <a:r>
              <a:rPr lang="zh-CN" altLang="zh-CN" noProof="1" smtClean="0">
                <a:solidFill>
                  <a:srgbClr val="000000"/>
                </a:solidFill>
              </a:rPr>
              <a:t>- </a:t>
            </a:r>
            <a:r>
              <a:rPr lang="zh-CN" altLang="en-US" noProof="1" smtClean="0">
                <a:solidFill>
                  <a:srgbClr val="000000"/>
                </a:solidFill>
              </a:rPr>
              <a:t>处理 </a:t>
            </a:r>
            <a:r>
              <a:rPr lang="zh-CN" altLang="zh-CN" noProof="1" smtClean="0">
                <a:solidFill>
                  <a:srgbClr val="000000"/>
                </a:solidFill>
              </a:rPr>
              <a:t>- </a:t>
            </a:r>
            <a:r>
              <a:rPr lang="zh-CN" altLang="en-US" noProof="1" smtClean="0">
                <a:solidFill>
                  <a:srgbClr val="000000"/>
                </a:solidFill>
              </a:rPr>
              <a:t>输出）</a:t>
            </a:r>
            <a:endParaRPr lang="zh-CN" altLang="zh-CN" noProof="1" smtClean="0"/>
          </a:p>
          <a:p>
            <a:pPr marL="514350" indent="-514350">
              <a:buFont typeface="Calibri Light" panose="020F0302020204030204" pitchFamily="34" charset="0"/>
              <a:buAutoNum type="alphaLcParenR"/>
            </a:pPr>
            <a:r>
              <a:rPr lang="zh-CN" altLang="en-US" dirty="0" smtClean="0">
                <a:solidFill>
                  <a:srgbClr val="0000FF"/>
                </a:solidFill>
              </a:rPr>
              <a:t>层次图</a:t>
            </a:r>
            <a:endParaRPr lang="en-US" altLang="zh-CN" dirty="0" smtClean="0">
              <a:solidFill>
                <a:srgbClr val="0000FF"/>
              </a:solidFill>
            </a:endParaRPr>
          </a:p>
          <a:p>
            <a:pPr marL="514350" indent="-514350">
              <a:buFont typeface="Calibri Light" panose="020F0302020204030204" pitchFamily="34" charset="0"/>
              <a:buAutoNum type="alphaLcParenR"/>
            </a:pPr>
            <a:r>
              <a:rPr lang="en-US" altLang="zh-CN" dirty="0" smtClean="0">
                <a:solidFill>
                  <a:srgbClr val="0000FF"/>
                </a:solidFill>
              </a:rPr>
              <a:t>HIPO</a:t>
            </a:r>
            <a:r>
              <a:rPr lang="zh-CN" altLang="en-US" dirty="0" smtClean="0">
                <a:solidFill>
                  <a:srgbClr val="0000FF"/>
                </a:solidFill>
              </a:rPr>
              <a:t>图</a:t>
            </a:r>
            <a:endParaRPr lang="en-US" altLang="zh-CN" dirty="0" smtClean="0">
              <a:solidFill>
                <a:srgbClr val="0000FF"/>
              </a:solidFill>
            </a:endParaRPr>
          </a:p>
          <a:p>
            <a:pPr marL="514350" indent="-514350">
              <a:buFont typeface="Calibri Light" panose="020F0302020204030204" pitchFamily="34" charset="0"/>
              <a:buAutoNum type="alphaLcParenR"/>
            </a:pPr>
            <a:r>
              <a:rPr lang="zh-CN" altLang="en-US" dirty="0" smtClean="0">
                <a:solidFill>
                  <a:srgbClr val="0000FF"/>
                </a:solidFill>
              </a:rPr>
              <a:t>结构图</a:t>
            </a:r>
            <a:endParaRPr lang="zh-CN" altLang="en-US" noProof="1" smtClean="0">
              <a:solidFill>
                <a:srgbClr val="0000FF"/>
              </a:solidFill>
            </a:endParaRPr>
          </a:p>
        </p:txBody>
      </p:sp>
      <p:sp>
        <p:nvSpPr>
          <p:cNvPr id="4" name="日期占位符 3"/>
          <p:cNvSpPr>
            <a:spLocks noGrp="1"/>
          </p:cNvSpPr>
          <p:nvPr>
            <p:ph type="dt" sz="quarter" idx="10"/>
          </p:nvPr>
        </p:nvSpPr>
        <p:spPr/>
        <p:txBody>
          <a:bodyPr/>
          <a:lstStyle/>
          <a:p>
            <a:pPr>
              <a:defRPr/>
            </a:pPr>
            <a:fld id="{2ACBB4A8-103D-4BD8-9AD1-4169FC05EE0F}" type="datetime11">
              <a:rPr lang="zh-CN" altLang="en-US" smtClean="0"/>
            </a:fld>
            <a:endParaRPr lang="zh-CN" altLang="en-US"/>
          </a:p>
        </p:txBody>
      </p:sp>
      <p:sp>
        <p:nvSpPr>
          <p:cNvPr id="90117" name="灯片编号占位符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90000"/>
              </a:lnSpc>
              <a:spcBef>
                <a:spcPts val="1000"/>
              </a:spcBef>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eaLnBrk="0" hangingPunct="0">
              <a:lnSpc>
                <a:spcPct val="90000"/>
              </a:lnSpc>
              <a:spcBef>
                <a:spcPts val="5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fld id="{AF8EED7B-19FE-47D9-A7DC-9A41334BCF27}" type="slidenum">
              <a:rPr lang="zh-CN" altLang="en-US" sz="1200" smtClean="0">
                <a:solidFill>
                  <a:srgbClr val="898989"/>
                </a:solidFill>
                <a:latin typeface="Arial" panose="020B0604020202020204" pitchFamily="34" charset="0"/>
              </a:rPr>
            </a:fld>
            <a:endParaRPr lang="zh-CN" altLang="en-US" sz="1200" smtClean="0">
              <a:solidFill>
                <a:srgbClr val="898989"/>
              </a:solidFill>
              <a:latin typeface="Arial" panose="020B0604020202020204" pitchFamily="34" charset="0"/>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2806700" y="4984750"/>
              <a:ext cx="146050" cy="508000"/>
            </p14:xfrm>
          </p:contentPart>
        </mc:Choice>
        <mc:Fallback xmlns="">
          <p:pic>
            <p:nvPicPr>
              <p:cNvPr id="2" name="墨迹 1"/>
            </p:nvPicPr>
            <p:blipFill>
              <a:blip r:embed="rId2"/>
            </p:blipFill>
            <p:spPr>
              <a:xfrm>
                <a:off x="2806700" y="4984750"/>
                <a:ext cx="146050" cy="50800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11137900" y="5067300"/>
              <a:ext cx="184150" cy="444500"/>
            </p14:xfrm>
          </p:contentPart>
        </mc:Choice>
        <mc:Fallback xmlns="">
          <p:pic>
            <p:nvPicPr>
              <p:cNvPr id="3" name="墨迹 2"/>
            </p:nvPicPr>
            <p:blipFill>
              <a:blip r:embed="rId4"/>
            </p:blipFill>
            <p:spPr>
              <a:xfrm>
                <a:off x="11137900" y="5067300"/>
                <a:ext cx="184150" cy="4445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5" name="墨迹 4"/>
              <p14:cNvContentPartPr/>
              <p14:nvPr/>
            </p14:nvContentPartPr>
            <p14:xfrm>
              <a:off x="2806700" y="5562600"/>
              <a:ext cx="196850" cy="457200"/>
            </p14:xfrm>
          </p:contentPart>
        </mc:Choice>
        <mc:Fallback xmlns="">
          <p:pic>
            <p:nvPicPr>
              <p:cNvPr id="5" name="墨迹 4"/>
            </p:nvPicPr>
            <p:blipFill>
              <a:blip r:embed="rId6"/>
            </p:blipFill>
            <p:spPr>
              <a:xfrm>
                <a:off x="2806700" y="5562600"/>
                <a:ext cx="196850" cy="4572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6" name="墨迹 5"/>
              <p14:cNvContentPartPr/>
              <p14:nvPr/>
            </p14:nvContentPartPr>
            <p14:xfrm>
              <a:off x="11264900" y="5613400"/>
              <a:ext cx="171450" cy="450850"/>
            </p14:xfrm>
          </p:contentPart>
        </mc:Choice>
        <mc:Fallback xmlns="">
          <p:pic>
            <p:nvPicPr>
              <p:cNvPr id="6" name="墨迹 5"/>
            </p:nvPicPr>
            <p:blipFill>
              <a:blip r:embed="rId8"/>
            </p:blipFill>
            <p:spPr>
              <a:xfrm>
                <a:off x="11264900" y="5613400"/>
                <a:ext cx="171450" cy="45085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7" name="墨迹 6"/>
              <p14:cNvContentPartPr/>
              <p14:nvPr/>
            </p14:nvContentPartPr>
            <p14:xfrm>
              <a:off x="2806700" y="6083300"/>
              <a:ext cx="203200" cy="501650"/>
            </p14:xfrm>
          </p:contentPart>
        </mc:Choice>
        <mc:Fallback xmlns="">
          <p:pic>
            <p:nvPicPr>
              <p:cNvPr id="7" name="墨迹 6"/>
            </p:nvPicPr>
            <p:blipFill>
              <a:blip r:embed="rId10"/>
            </p:blipFill>
            <p:spPr>
              <a:xfrm>
                <a:off x="2806700" y="6083300"/>
                <a:ext cx="203200" cy="50165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8" name="墨迹 7"/>
              <p14:cNvContentPartPr/>
              <p14:nvPr/>
            </p14:nvContentPartPr>
            <p14:xfrm>
              <a:off x="11277600" y="6140450"/>
              <a:ext cx="228600" cy="527050"/>
            </p14:xfrm>
          </p:contentPart>
        </mc:Choice>
        <mc:Fallback xmlns="">
          <p:pic>
            <p:nvPicPr>
              <p:cNvPr id="8" name="墨迹 7"/>
            </p:nvPicPr>
            <p:blipFill>
              <a:blip r:embed="rId12"/>
            </p:blipFill>
            <p:spPr>
              <a:xfrm>
                <a:off x="11277600" y="6140450"/>
                <a:ext cx="228600" cy="52705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COMMONDATA" val="eyJoZGlkIjoiMWRkYWM2NTk3YTg3N2JkZWYxNzVkMWE0MDlhMjU5MDQifQ=="/>
</p:tagLst>
</file>

<file path=ppt/theme/theme1.xml><?xml version="1.0" encoding="utf-8"?>
<a:theme xmlns:a="http://schemas.openxmlformats.org/drawingml/2006/main" name="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8258</Words>
  <Application>WPS 演示</Application>
  <PresentationFormat>宽屏</PresentationFormat>
  <Paragraphs>711</Paragraphs>
  <Slides>92</Slides>
  <Notes>13</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92</vt:i4>
      </vt:variant>
    </vt:vector>
  </HeadingPairs>
  <TitlesOfParts>
    <vt:vector size="103" baseType="lpstr">
      <vt:lpstr>Arial</vt:lpstr>
      <vt:lpstr>宋体</vt:lpstr>
      <vt:lpstr>Wingdings</vt:lpstr>
      <vt:lpstr>Calibri Light</vt:lpstr>
      <vt:lpstr>Calibri</vt:lpstr>
      <vt:lpstr>Times New Roman</vt:lpstr>
      <vt:lpstr>微软雅黑</vt:lpstr>
      <vt:lpstr>Arial Unicode MS</vt:lpstr>
      <vt:lpstr>Wingdings</vt:lpstr>
      <vt:lpstr>Office 主题</vt:lpstr>
      <vt:lpstr>PBrush</vt:lpstr>
      <vt:lpstr>Revisiting what we have learned</vt:lpstr>
      <vt:lpstr>第2、3章学习的图形工具</vt:lpstr>
      <vt:lpstr>Q2: 从哪些方面验证软件需求的正确性？</vt:lpstr>
      <vt:lpstr>第5章 总体设计</vt:lpstr>
      <vt:lpstr>PowerPoint 演示文稿</vt:lpstr>
      <vt:lpstr>软件设计的任务</vt:lpstr>
      <vt:lpstr>总体（概要）设计</vt:lpstr>
      <vt:lpstr>Outline</vt:lpstr>
      <vt:lpstr>5.1 设计过程 </vt:lpstr>
      <vt:lpstr>设计的步骤</vt:lpstr>
      <vt:lpstr>PowerPoint 演示文稿</vt:lpstr>
      <vt:lpstr>PowerPoint 演示文稿</vt:lpstr>
      <vt:lpstr>5.2 设计原理</vt:lpstr>
      <vt:lpstr>5.2.1 模块化 (modularization)</vt:lpstr>
      <vt:lpstr>模块化的根据（或为什么模块化?）</vt:lpstr>
      <vt:lpstr>模块化的根据（或为什么模块化?   continued）</vt:lpstr>
      <vt:lpstr>模块越多越好？</vt:lpstr>
      <vt:lpstr>模块的基本属性</vt:lpstr>
      <vt:lpstr>5.2.2 抽象</vt:lpstr>
      <vt:lpstr>举一个抽象到具体的例子！</vt:lpstr>
      <vt:lpstr>PowerPoint 演示文稿</vt:lpstr>
      <vt:lpstr>5.2.3 逐步求精</vt:lpstr>
      <vt:lpstr>层次方框图结合了模块化和逐步求精的思想</vt:lpstr>
      <vt:lpstr>5.2.4 信息隐藏（或隐蔽）和局部化</vt:lpstr>
      <vt:lpstr>5.2.5 模块独立</vt:lpstr>
      <vt:lpstr>模块独立性的度量标准</vt:lpstr>
      <vt:lpstr>耦合性与模块独立性</vt:lpstr>
      <vt:lpstr>（1）非直接耦合</vt:lpstr>
      <vt:lpstr>（2）数据耦合（用参数表传递简单数据）</vt:lpstr>
      <vt:lpstr>（3）标记耦合（特征耦合，传递数据结构）</vt:lpstr>
      <vt:lpstr>（4）控制耦合（传递的信息能够控制另一模块）</vt:lpstr>
      <vt:lpstr>（5）外部耦合</vt:lpstr>
      <vt:lpstr>（6）公共（环境、数据区）耦合</vt:lpstr>
      <vt:lpstr>（7）内容耦合</vt:lpstr>
      <vt:lpstr>耦合之总结</vt:lpstr>
      <vt:lpstr>内聚</vt:lpstr>
      <vt:lpstr>（1）功能内聚</vt:lpstr>
      <vt:lpstr>（2）信息内聚</vt:lpstr>
      <vt:lpstr>（3）通信内聚</vt:lpstr>
      <vt:lpstr>PowerPoint 演示文稿</vt:lpstr>
      <vt:lpstr>（4）过程内聚</vt:lpstr>
      <vt:lpstr>（5）时间内聚</vt:lpstr>
      <vt:lpstr>（6）逻辑内聚</vt:lpstr>
      <vt:lpstr>（7）巧合内聚</vt:lpstr>
      <vt:lpstr>耦合&amp;内聚之总结</vt:lpstr>
      <vt:lpstr>Outline of this chapter</vt:lpstr>
      <vt:lpstr>Revisiting what we learned last time</vt:lpstr>
      <vt:lpstr>软件设计的基本原理</vt:lpstr>
      <vt:lpstr>PowerPoint 演示文稿</vt:lpstr>
      <vt:lpstr>Q3: 如下图，开发票和计算水费是一个软件系统中的两个模块。这是什么耦合？</vt:lpstr>
      <vt:lpstr>5.3 启发(heuristic)规则</vt:lpstr>
      <vt:lpstr>启发式规则一览</vt:lpstr>
      <vt:lpstr>（1）改进软件结构提高模块独立性</vt:lpstr>
      <vt:lpstr>（2）模块规模应该适中</vt:lpstr>
      <vt:lpstr>（3）深度、宽度、扇出和扇入都应适当</vt:lpstr>
      <vt:lpstr>深度、宽度、扇出和扇入</vt:lpstr>
      <vt:lpstr>扇入与扇出过大的改进</vt:lpstr>
      <vt:lpstr>思考：好的软件结构中，模块的扇出、扇入应该是怎样的？</vt:lpstr>
      <vt:lpstr>（4）模块的作用域应该在控制域之内</vt:lpstr>
      <vt:lpstr>（5）力争降低模块接口的复杂程度</vt:lpstr>
      <vt:lpstr>（6）设计单入口单出口的模块</vt:lpstr>
      <vt:lpstr>（7）模块功能应该可以预测</vt:lpstr>
      <vt:lpstr>5.4 描绘软件结构的图形工具</vt:lpstr>
      <vt:lpstr>层次图 vs 层次方框图</vt:lpstr>
      <vt:lpstr>（2）HIPO图</vt:lpstr>
      <vt:lpstr>带编号的层次图</vt:lpstr>
      <vt:lpstr>5.4.2 结构图 (SC: Structure Chart)</vt:lpstr>
      <vt:lpstr>PowerPoint 演示文稿</vt:lpstr>
      <vt:lpstr>结构图举例</vt:lpstr>
      <vt:lpstr>结构图中的选择调用与循环调用</vt:lpstr>
      <vt:lpstr>5.5 面向数据流的设计方法</vt:lpstr>
      <vt:lpstr>5.5.1 概念</vt:lpstr>
      <vt:lpstr>变换流</vt:lpstr>
      <vt:lpstr>事务流</vt:lpstr>
      <vt:lpstr>面向数据流的方法的设计过程</vt:lpstr>
      <vt:lpstr>5.5.2 变换分析</vt:lpstr>
      <vt:lpstr>家庭保安系统的顶级（第一级）数据流图</vt:lpstr>
      <vt:lpstr>第2步：复审和精化数据流图</vt:lpstr>
      <vt:lpstr>分解“传感器监测”这个处理</vt:lpstr>
      <vt:lpstr>继续分解“传感器监测”这个处理</vt:lpstr>
      <vt:lpstr>PowerPoint 演示文稿</vt:lpstr>
      <vt:lpstr>PowerPoint 演示文稿</vt:lpstr>
      <vt:lpstr>PowerPoint 演示文稿</vt:lpstr>
      <vt:lpstr>第6步：执行“第二级分解”</vt:lpstr>
      <vt:lpstr>第7步：采用启发式设计策略，精化程序结构雏形，改进软件质量。</vt:lpstr>
      <vt:lpstr>启发式规则：</vt:lpstr>
      <vt:lpstr>5.5.3 事务分析</vt:lpstr>
      <vt:lpstr>事务分析的映射方法</vt:lpstr>
      <vt:lpstr>5.5.4 设计优化</vt:lpstr>
      <vt:lpstr>对时间起决定性作用的软件的优化原则</vt:lpstr>
      <vt:lpstr>第5章小结</vt:lpstr>
      <vt:lpstr>目前为止学过的10个图</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第5章 总体设计</dc:title>
  <dc:creator>Guohua</dc:creator>
  <cp:lastModifiedBy>LV</cp:lastModifiedBy>
  <cp:revision>1111</cp:revision>
  <dcterms:created xsi:type="dcterms:W3CDTF">2015-05-05T08:02:00Z</dcterms:created>
  <dcterms:modified xsi:type="dcterms:W3CDTF">2025-11-10T00:24:46Z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DD105F0583754F5790F141AE4C0C5EE7</vt:lpwstr>
  </property>
</Properties>
</file>